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8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79.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83.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80.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 id="307" r:id="rId56"/>
    <p:sldId id="308" r:id="rId57"/>
    <p:sldId id="309" r:id="rId58"/>
    <p:sldId id="310" r:id="rId59"/>
    <p:sldId id="311" r:id="rId60"/>
    <p:sldId id="312" r:id="rId61"/>
    <p:sldId id="313" r:id="rId62"/>
    <p:sldId id="314" r:id="rId63"/>
    <p:sldId id="315" r:id="rId64"/>
    <p:sldId id="316" r:id="rId65"/>
    <p:sldId id="317" r:id="rId66"/>
    <p:sldId id="318" r:id="rId67"/>
    <p:sldId id="319" r:id="rId68"/>
    <p:sldId id="320" r:id="rId69"/>
    <p:sldId id="321" r:id="rId70"/>
    <p:sldId id="322" r:id="rId71"/>
    <p:sldId id="323" r:id="rId72"/>
    <p:sldId id="324" r:id="rId73"/>
    <p:sldId id="325" r:id="rId74"/>
    <p:sldId id="326" r:id="rId75"/>
    <p:sldId id="327" r:id="rId76"/>
    <p:sldId id="328" r:id="rId77"/>
    <p:sldId id="329" r:id="rId78"/>
    <p:sldId id="330" r:id="rId79"/>
    <p:sldId id="331" r:id="rId80"/>
    <p:sldId id="332" r:id="rId81"/>
    <p:sldId id="333" r:id="rId82"/>
    <p:sldId id="334" r:id="rId83"/>
    <p:sldId id="335" r:id="rId84"/>
    <p:sldId id="336" r:id="rId85"/>
    <p:sldId id="337" r:id="rId86"/>
    <p:sldId id="338" r:id="rId87"/>
  </p:sldIdLst>
  <p:sldSz cy="6858000" cx="12192000"/>
  <p:notesSz cx="6858000" cy="9144000"/>
  <p:embeddedFontLst>
    <p:embeddedFont>
      <p:font typeface="Century Gothic"/>
      <p:regular r:id="rId88"/>
      <p:bold r:id="rId89"/>
      <p:italic r:id="rId90"/>
      <p:boldItalic r:id="rId9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92" roundtripDataSignature="AMtx7miV9/r8eqFZlxNjeL8kAWguWEmus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84" Type="http://schemas.openxmlformats.org/officeDocument/2006/relationships/slide" Target="slides/slide80.xml"/><Relationship Id="rId83" Type="http://schemas.openxmlformats.org/officeDocument/2006/relationships/slide" Target="slides/slide79.xml"/><Relationship Id="rId42" Type="http://schemas.openxmlformats.org/officeDocument/2006/relationships/slide" Target="slides/slide38.xml"/><Relationship Id="rId86" Type="http://schemas.openxmlformats.org/officeDocument/2006/relationships/slide" Target="slides/slide82.xml"/><Relationship Id="rId41" Type="http://schemas.openxmlformats.org/officeDocument/2006/relationships/slide" Target="slides/slide37.xml"/><Relationship Id="rId85" Type="http://schemas.openxmlformats.org/officeDocument/2006/relationships/slide" Target="slides/slide81.xml"/><Relationship Id="rId44" Type="http://schemas.openxmlformats.org/officeDocument/2006/relationships/slide" Target="slides/slide40.xml"/><Relationship Id="rId88" Type="http://schemas.openxmlformats.org/officeDocument/2006/relationships/font" Target="fonts/CenturyGothic-regular.fntdata"/><Relationship Id="rId43" Type="http://schemas.openxmlformats.org/officeDocument/2006/relationships/slide" Target="slides/slide39.xml"/><Relationship Id="rId87" Type="http://schemas.openxmlformats.org/officeDocument/2006/relationships/slide" Target="slides/slide83.xml"/><Relationship Id="rId46" Type="http://schemas.openxmlformats.org/officeDocument/2006/relationships/slide" Target="slides/slide42.xml"/><Relationship Id="rId45" Type="http://schemas.openxmlformats.org/officeDocument/2006/relationships/slide" Target="slides/slide41.xml"/><Relationship Id="rId89" Type="http://schemas.openxmlformats.org/officeDocument/2006/relationships/font" Target="fonts/CenturyGothic-bold.fntdata"/><Relationship Id="rId80" Type="http://schemas.openxmlformats.org/officeDocument/2006/relationships/slide" Target="slides/slide76.xml"/><Relationship Id="rId82" Type="http://schemas.openxmlformats.org/officeDocument/2006/relationships/slide" Target="slides/slide78.xml"/><Relationship Id="rId81" Type="http://schemas.openxmlformats.org/officeDocument/2006/relationships/slide" Target="slides/slide77.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slide" Target="slides/slide44.xml"/><Relationship Id="rId47" Type="http://schemas.openxmlformats.org/officeDocument/2006/relationships/slide" Target="slides/slide43.xml"/><Relationship Id="rId49" Type="http://schemas.openxmlformats.org/officeDocument/2006/relationships/slide" Target="slides/slide4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73" Type="http://schemas.openxmlformats.org/officeDocument/2006/relationships/slide" Target="slides/slide69.xml"/><Relationship Id="rId72" Type="http://schemas.openxmlformats.org/officeDocument/2006/relationships/slide" Target="slides/slide68.xml"/><Relationship Id="rId31" Type="http://schemas.openxmlformats.org/officeDocument/2006/relationships/slide" Target="slides/slide27.xml"/><Relationship Id="rId75" Type="http://schemas.openxmlformats.org/officeDocument/2006/relationships/slide" Target="slides/slide71.xml"/><Relationship Id="rId30" Type="http://schemas.openxmlformats.org/officeDocument/2006/relationships/slide" Target="slides/slide26.xml"/><Relationship Id="rId74" Type="http://schemas.openxmlformats.org/officeDocument/2006/relationships/slide" Target="slides/slide70.xml"/><Relationship Id="rId33" Type="http://schemas.openxmlformats.org/officeDocument/2006/relationships/slide" Target="slides/slide29.xml"/><Relationship Id="rId77" Type="http://schemas.openxmlformats.org/officeDocument/2006/relationships/slide" Target="slides/slide73.xml"/><Relationship Id="rId32" Type="http://schemas.openxmlformats.org/officeDocument/2006/relationships/slide" Target="slides/slide28.xml"/><Relationship Id="rId76" Type="http://schemas.openxmlformats.org/officeDocument/2006/relationships/slide" Target="slides/slide72.xml"/><Relationship Id="rId35" Type="http://schemas.openxmlformats.org/officeDocument/2006/relationships/slide" Target="slides/slide31.xml"/><Relationship Id="rId79" Type="http://schemas.openxmlformats.org/officeDocument/2006/relationships/slide" Target="slides/slide75.xml"/><Relationship Id="rId34" Type="http://schemas.openxmlformats.org/officeDocument/2006/relationships/slide" Target="slides/slide30.xml"/><Relationship Id="rId78" Type="http://schemas.openxmlformats.org/officeDocument/2006/relationships/slide" Target="slides/slide74.xml"/><Relationship Id="rId71" Type="http://schemas.openxmlformats.org/officeDocument/2006/relationships/slide" Target="slides/slide67.xml"/><Relationship Id="rId70" Type="http://schemas.openxmlformats.org/officeDocument/2006/relationships/slide" Target="slides/slide66.xml"/><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62" Type="http://schemas.openxmlformats.org/officeDocument/2006/relationships/slide" Target="slides/slide58.xml"/><Relationship Id="rId61" Type="http://schemas.openxmlformats.org/officeDocument/2006/relationships/slide" Target="slides/slide57.xml"/><Relationship Id="rId20" Type="http://schemas.openxmlformats.org/officeDocument/2006/relationships/slide" Target="slides/slide16.xml"/><Relationship Id="rId64" Type="http://schemas.openxmlformats.org/officeDocument/2006/relationships/slide" Target="slides/slide60.xml"/><Relationship Id="rId63" Type="http://schemas.openxmlformats.org/officeDocument/2006/relationships/slide" Target="slides/slide59.xml"/><Relationship Id="rId22" Type="http://schemas.openxmlformats.org/officeDocument/2006/relationships/slide" Target="slides/slide18.xml"/><Relationship Id="rId66" Type="http://schemas.openxmlformats.org/officeDocument/2006/relationships/slide" Target="slides/slide62.xml"/><Relationship Id="rId21" Type="http://schemas.openxmlformats.org/officeDocument/2006/relationships/slide" Target="slides/slide17.xml"/><Relationship Id="rId65" Type="http://schemas.openxmlformats.org/officeDocument/2006/relationships/slide" Target="slides/slide61.xml"/><Relationship Id="rId24" Type="http://schemas.openxmlformats.org/officeDocument/2006/relationships/slide" Target="slides/slide20.xml"/><Relationship Id="rId68" Type="http://schemas.openxmlformats.org/officeDocument/2006/relationships/slide" Target="slides/slide64.xml"/><Relationship Id="rId23" Type="http://schemas.openxmlformats.org/officeDocument/2006/relationships/slide" Target="slides/slide19.xml"/><Relationship Id="rId67" Type="http://schemas.openxmlformats.org/officeDocument/2006/relationships/slide" Target="slides/slide63.xml"/><Relationship Id="rId60" Type="http://schemas.openxmlformats.org/officeDocument/2006/relationships/slide" Target="slides/slide56.xml"/><Relationship Id="rId26" Type="http://schemas.openxmlformats.org/officeDocument/2006/relationships/slide" Target="slides/slide22.xml"/><Relationship Id="rId25" Type="http://schemas.openxmlformats.org/officeDocument/2006/relationships/slide" Target="slides/slide21.xml"/><Relationship Id="rId69" Type="http://schemas.openxmlformats.org/officeDocument/2006/relationships/slide" Target="slides/slide65.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1" Type="http://schemas.openxmlformats.org/officeDocument/2006/relationships/slide" Target="slides/slide47.xml"/><Relationship Id="rId50" Type="http://schemas.openxmlformats.org/officeDocument/2006/relationships/slide" Target="slides/slide46.xml"/><Relationship Id="rId53" Type="http://schemas.openxmlformats.org/officeDocument/2006/relationships/slide" Target="slides/slide49.xml"/><Relationship Id="rId52" Type="http://schemas.openxmlformats.org/officeDocument/2006/relationships/slide" Target="slides/slide48.xml"/><Relationship Id="rId11" Type="http://schemas.openxmlformats.org/officeDocument/2006/relationships/slide" Target="slides/slide7.xml"/><Relationship Id="rId55" Type="http://schemas.openxmlformats.org/officeDocument/2006/relationships/slide" Target="slides/slide51.xml"/><Relationship Id="rId10" Type="http://schemas.openxmlformats.org/officeDocument/2006/relationships/slide" Target="slides/slide6.xml"/><Relationship Id="rId54" Type="http://schemas.openxmlformats.org/officeDocument/2006/relationships/slide" Target="slides/slide50.xml"/><Relationship Id="rId13" Type="http://schemas.openxmlformats.org/officeDocument/2006/relationships/slide" Target="slides/slide9.xml"/><Relationship Id="rId57" Type="http://schemas.openxmlformats.org/officeDocument/2006/relationships/slide" Target="slides/slide53.xml"/><Relationship Id="rId12" Type="http://schemas.openxmlformats.org/officeDocument/2006/relationships/slide" Target="slides/slide8.xml"/><Relationship Id="rId56" Type="http://schemas.openxmlformats.org/officeDocument/2006/relationships/slide" Target="slides/slide52.xml"/><Relationship Id="rId91" Type="http://schemas.openxmlformats.org/officeDocument/2006/relationships/font" Target="fonts/CenturyGothic-boldItalic.fntdata"/><Relationship Id="rId90" Type="http://schemas.openxmlformats.org/officeDocument/2006/relationships/font" Target="fonts/CenturyGothic-italic.fntdata"/><Relationship Id="rId92" Type="http://customschemas.google.com/relationships/presentationmetadata" Target="metadata"/><Relationship Id="rId15" Type="http://schemas.openxmlformats.org/officeDocument/2006/relationships/slide" Target="slides/slide11.xml"/><Relationship Id="rId59" Type="http://schemas.openxmlformats.org/officeDocument/2006/relationships/slide" Target="slides/slide55.xml"/><Relationship Id="rId14" Type="http://schemas.openxmlformats.org/officeDocument/2006/relationships/slide" Target="slides/slide10.xml"/><Relationship Id="rId58" Type="http://schemas.openxmlformats.org/officeDocument/2006/relationships/slide" Target="slides/slide54.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5" name="Google Shape;145;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2a8553b6984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3" name="Google Shape;153;g2a8553b6984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6" name="Google Shape;176;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35e8da2abe3_0_6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9" name="Google Shape;269;g35e8da2abe3_0_6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9" name="Google Shape;279;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4" name="Google Shape;284;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07" name="Google Shape;307;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80" name="Google Shape;380;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87" name="Google Shape;387;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94" name="Google Shape;394;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01" name="Google Shape;401;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08" name="Google Shape;408;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62" name="Google Shape;462;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2" name="Shape 532"/>
        <p:cNvGrpSpPr/>
        <p:nvPr/>
      </p:nvGrpSpPr>
      <p:grpSpPr>
        <a:xfrm>
          <a:off x="0" y="0"/>
          <a:ext cx="0" cy="0"/>
          <a:chOff x="0" y="0"/>
          <a:chExt cx="0" cy="0"/>
        </a:xfrm>
      </p:grpSpPr>
      <p:sp>
        <p:nvSpPr>
          <p:cNvPr id="533" name="Google Shape;533;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34" name="Google Shape;534;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8" name="Shape 578"/>
        <p:cNvGrpSpPr/>
        <p:nvPr/>
      </p:nvGrpSpPr>
      <p:grpSpPr>
        <a:xfrm>
          <a:off x="0" y="0"/>
          <a:ext cx="0" cy="0"/>
          <a:chOff x="0" y="0"/>
          <a:chExt cx="0" cy="0"/>
        </a:xfrm>
      </p:grpSpPr>
      <p:sp>
        <p:nvSpPr>
          <p:cNvPr id="579" name="Google Shape;579;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80" name="Google Shape;580;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5" name="Shape 635"/>
        <p:cNvGrpSpPr/>
        <p:nvPr/>
      </p:nvGrpSpPr>
      <p:grpSpPr>
        <a:xfrm>
          <a:off x="0" y="0"/>
          <a:ext cx="0" cy="0"/>
          <a:chOff x="0" y="0"/>
          <a:chExt cx="0" cy="0"/>
        </a:xfrm>
      </p:grpSpPr>
      <p:sp>
        <p:nvSpPr>
          <p:cNvPr id="636" name="Google Shape;636;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37" name="Google Shape;637;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9" name="Shape 709"/>
        <p:cNvGrpSpPr/>
        <p:nvPr/>
      </p:nvGrpSpPr>
      <p:grpSpPr>
        <a:xfrm>
          <a:off x="0" y="0"/>
          <a:ext cx="0" cy="0"/>
          <a:chOff x="0" y="0"/>
          <a:chExt cx="0" cy="0"/>
        </a:xfrm>
      </p:grpSpPr>
      <p:sp>
        <p:nvSpPr>
          <p:cNvPr id="710" name="Google Shape;710;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11" name="Google Shape;711;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3" name="Shape 783"/>
        <p:cNvGrpSpPr/>
        <p:nvPr/>
      </p:nvGrpSpPr>
      <p:grpSpPr>
        <a:xfrm>
          <a:off x="0" y="0"/>
          <a:ext cx="0" cy="0"/>
          <a:chOff x="0" y="0"/>
          <a:chExt cx="0" cy="0"/>
        </a:xfrm>
      </p:grpSpPr>
      <p:sp>
        <p:nvSpPr>
          <p:cNvPr id="784" name="Google Shape;784;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85" name="Google Shape;785;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7" name="Shape 857"/>
        <p:cNvGrpSpPr/>
        <p:nvPr/>
      </p:nvGrpSpPr>
      <p:grpSpPr>
        <a:xfrm>
          <a:off x="0" y="0"/>
          <a:ext cx="0" cy="0"/>
          <a:chOff x="0" y="0"/>
          <a:chExt cx="0" cy="0"/>
        </a:xfrm>
      </p:grpSpPr>
      <p:sp>
        <p:nvSpPr>
          <p:cNvPr id="858" name="Google Shape;858;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59" name="Google Shape;859;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5" name="Shape 905"/>
        <p:cNvGrpSpPr/>
        <p:nvPr/>
      </p:nvGrpSpPr>
      <p:grpSpPr>
        <a:xfrm>
          <a:off x="0" y="0"/>
          <a:ext cx="0" cy="0"/>
          <a:chOff x="0" y="0"/>
          <a:chExt cx="0" cy="0"/>
        </a:xfrm>
      </p:grpSpPr>
      <p:sp>
        <p:nvSpPr>
          <p:cNvPr id="906" name="Google Shape;906;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07" name="Google Shape;907;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4" name="Shape 914"/>
        <p:cNvGrpSpPr/>
        <p:nvPr/>
      </p:nvGrpSpPr>
      <p:grpSpPr>
        <a:xfrm>
          <a:off x="0" y="0"/>
          <a:ext cx="0" cy="0"/>
          <a:chOff x="0" y="0"/>
          <a:chExt cx="0" cy="0"/>
        </a:xfrm>
      </p:grpSpPr>
      <p:sp>
        <p:nvSpPr>
          <p:cNvPr id="915" name="Google Shape;915;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16" name="Google Shape;916;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8" name="Shape 988"/>
        <p:cNvGrpSpPr/>
        <p:nvPr/>
      </p:nvGrpSpPr>
      <p:grpSpPr>
        <a:xfrm>
          <a:off x="0" y="0"/>
          <a:ext cx="0" cy="0"/>
          <a:chOff x="0" y="0"/>
          <a:chExt cx="0" cy="0"/>
        </a:xfrm>
      </p:grpSpPr>
      <p:sp>
        <p:nvSpPr>
          <p:cNvPr id="989" name="Google Shape;989;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90" name="Google Shape;990;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3" name="Shape 993"/>
        <p:cNvGrpSpPr/>
        <p:nvPr/>
      </p:nvGrpSpPr>
      <p:grpSpPr>
        <a:xfrm>
          <a:off x="0" y="0"/>
          <a:ext cx="0" cy="0"/>
          <a:chOff x="0" y="0"/>
          <a:chExt cx="0" cy="0"/>
        </a:xfrm>
      </p:grpSpPr>
      <p:sp>
        <p:nvSpPr>
          <p:cNvPr id="994" name="Google Shape;994;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95" name="Google Shape;995;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9" name="Shape 999"/>
        <p:cNvGrpSpPr/>
        <p:nvPr/>
      </p:nvGrpSpPr>
      <p:grpSpPr>
        <a:xfrm>
          <a:off x="0" y="0"/>
          <a:ext cx="0" cy="0"/>
          <a:chOff x="0" y="0"/>
          <a:chExt cx="0" cy="0"/>
        </a:xfrm>
      </p:grpSpPr>
      <p:sp>
        <p:nvSpPr>
          <p:cNvPr id="1000" name="Google Shape;1000;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01" name="Google Shape;1001;p3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5" name="Shape 1005"/>
        <p:cNvGrpSpPr/>
        <p:nvPr/>
      </p:nvGrpSpPr>
      <p:grpSpPr>
        <a:xfrm>
          <a:off x="0" y="0"/>
          <a:ext cx="0" cy="0"/>
          <a:chOff x="0" y="0"/>
          <a:chExt cx="0" cy="0"/>
        </a:xfrm>
      </p:grpSpPr>
      <p:sp>
        <p:nvSpPr>
          <p:cNvPr id="1006" name="Google Shape;1006;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07" name="Google Shape;1007;p3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2" name="Shape 1012"/>
        <p:cNvGrpSpPr/>
        <p:nvPr/>
      </p:nvGrpSpPr>
      <p:grpSpPr>
        <a:xfrm>
          <a:off x="0" y="0"/>
          <a:ext cx="0" cy="0"/>
          <a:chOff x="0" y="0"/>
          <a:chExt cx="0" cy="0"/>
        </a:xfrm>
      </p:grpSpPr>
      <p:sp>
        <p:nvSpPr>
          <p:cNvPr id="1013" name="Google Shape;1013;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14" name="Google Shape;1014;p3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8" name="Shape 1018"/>
        <p:cNvGrpSpPr/>
        <p:nvPr/>
      </p:nvGrpSpPr>
      <p:grpSpPr>
        <a:xfrm>
          <a:off x="0" y="0"/>
          <a:ext cx="0" cy="0"/>
          <a:chOff x="0" y="0"/>
          <a:chExt cx="0" cy="0"/>
        </a:xfrm>
      </p:grpSpPr>
      <p:sp>
        <p:nvSpPr>
          <p:cNvPr id="1019" name="Google Shape;1019;p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20" name="Google Shape;1020;p3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4" name="Shape 1024"/>
        <p:cNvGrpSpPr/>
        <p:nvPr/>
      </p:nvGrpSpPr>
      <p:grpSpPr>
        <a:xfrm>
          <a:off x="0" y="0"/>
          <a:ext cx="0" cy="0"/>
          <a:chOff x="0" y="0"/>
          <a:chExt cx="0" cy="0"/>
        </a:xfrm>
      </p:grpSpPr>
      <p:sp>
        <p:nvSpPr>
          <p:cNvPr id="1025" name="Google Shape;1025;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26" name="Google Shape;1026;p3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9" name="Shape 1029"/>
        <p:cNvGrpSpPr/>
        <p:nvPr/>
      </p:nvGrpSpPr>
      <p:grpSpPr>
        <a:xfrm>
          <a:off x="0" y="0"/>
          <a:ext cx="0" cy="0"/>
          <a:chOff x="0" y="0"/>
          <a:chExt cx="0" cy="0"/>
        </a:xfrm>
      </p:grpSpPr>
      <p:sp>
        <p:nvSpPr>
          <p:cNvPr id="1030" name="Google Shape;1030;p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31" name="Google Shape;1031;p3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5" name="Shape 1035"/>
        <p:cNvGrpSpPr/>
        <p:nvPr/>
      </p:nvGrpSpPr>
      <p:grpSpPr>
        <a:xfrm>
          <a:off x="0" y="0"/>
          <a:ext cx="0" cy="0"/>
          <a:chOff x="0" y="0"/>
          <a:chExt cx="0" cy="0"/>
        </a:xfrm>
      </p:grpSpPr>
      <p:sp>
        <p:nvSpPr>
          <p:cNvPr id="1036" name="Google Shape;1036;p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37" name="Google Shape;1037;p3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1" name="Shape 1041"/>
        <p:cNvGrpSpPr/>
        <p:nvPr/>
      </p:nvGrpSpPr>
      <p:grpSpPr>
        <a:xfrm>
          <a:off x="0" y="0"/>
          <a:ext cx="0" cy="0"/>
          <a:chOff x="0" y="0"/>
          <a:chExt cx="0" cy="0"/>
        </a:xfrm>
      </p:grpSpPr>
      <p:sp>
        <p:nvSpPr>
          <p:cNvPr id="1042" name="Google Shape;1042;p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43" name="Google Shape;1043;p3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7" name="Shape 1047"/>
        <p:cNvGrpSpPr/>
        <p:nvPr/>
      </p:nvGrpSpPr>
      <p:grpSpPr>
        <a:xfrm>
          <a:off x="0" y="0"/>
          <a:ext cx="0" cy="0"/>
          <a:chOff x="0" y="0"/>
          <a:chExt cx="0" cy="0"/>
        </a:xfrm>
      </p:grpSpPr>
      <p:sp>
        <p:nvSpPr>
          <p:cNvPr id="1048" name="Google Shape;1048;p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49" name="Google Shape;1049;p3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2" name="Shape 1052"/>
        <p:cNvGrpSpPr/>
        <p:nvPr/>
      </p:nvGrpSpPr>
      <p:grpSpPr>
        <a:xfrm>
          <a:off x="0" y="0"/>
          <a:ext cx="0" cy="0"/>
          <a:chOff x="0" y="0"/>
          <a:chExt cx="0" cy="0"/>
        </a:xfrm>
      </p:grpSpPr>
      <p:sp>
        <p:nvSpPr>
          <p:cNvPr id="1053" name="Google Shape;1053;p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54" name="Google Shape;1054;p3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7" name="Shape 1057"/>
        <p:cNvGrpSpPr/>
        <p:nvPr/>
      </p:nvGrpSpPr>
      <p:grpSpPr>
        <a:xfrm>
          <a:off x="0" y="0"/>
          <a:ext cx="0" cy="0"/>
          <a:chOff x="0" y="0"/>
          <a:chExt cx="0" cy="0"/>
        </a:xfrm>
      </p:grpSpPr>
      <p:sp>
        <p:nvSpPr>
          <p:cNvPr id="1058" name="Google Shape;1058;p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59" name="Google Shape;1059;p4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3" name="Shape 1063"/>
        <p:cNvGrpSpPr/>
        <p:nvPr/>
      </p:nvGrpSpPr>
      <p:grpSpPr>
        <a:xfrm>
          <a:off x="0" y="0"/>
          <a:ext cx="0" cy="0"/>
          <a:chOff x="0" y="0"/>
          <a:chExt cx="0" cy="0"/>
        </a:xfrm>
      </p:grpSpPr>
      <p:sp>
        <p:nvSpPr>
          <p:cNvPr id="1064" name="Google Shape;1064;p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65" name="Google Shape;1065;p4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8" name="Shape 1068"/>
        <p:cNvGrpSpPr/>
        <p:nvPr/>
      </p:nvGrpSpPr>
      <p:grpSpPr>
        <a:xfrm>
          <a:off x="0" y="0"/>
          <a:ext cx="0" cy="0"/>
          <a:chOff x="0" y="0"/>
          <a:chExt cx="0" cy="0"/>
        </a:xfrm>
      </p:grpSpPr>
      <p:sp>
        <p:nvSpPr>
          <p:cNvPr id="1069" name="Google Shape;1069;p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70" name="Google Shape;1070;p4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3" name="Shape 1073"/>
        <p:cNvGrpSpPr/>
        <p:nvPr/>
      </p:nvGrpSpPr>
      <p:grpSpPr>
        <a:xfrm>
          <a:off x="0" y="0"/>
          <a:ext cx="0" cy="0"/>
          <a:chOff x="0" y="0"/>
          <a:chExt cx="0" cy="0"/>
        </a:xfrm>
      </p:grpSpPr>
      <p:sp>
        <p:nvSpPr>
          <p:cNvPr id="1074" name="Google Shape;1074;p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75" name="Google Shape;1075;p4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9" name="Shape 1079"/>
        <p:cNvGrpSpPr/>
        <p:nvPr/>
      </p:nvGrpSpPr>
      <p:grpSpPr>
        <a:xfrm>
          <a:off x="0" y="0"/>
          <a:ext cx="0" cy="0"/>
          <a:chOff x="0" y="0"/>
          <a:chExt cx="0" cy="0"/>
        </a:xfrm>
      </p:grpSpPr>
      <p:sp>
        <p:nvSpPr>
          <p:cNvPr id="1080" name="Google Shape;1080;p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81" name="Google Shape;1081;p4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4" name="Shape 1084"/>
        <p:cNvGrpSpPr/>
        <p:nvPr/>
      </p:nvGrpSpPr>
      <p:grpSpPr>
        <a:xfrm>
          <a:off x="0" y="0"/>
          <a:ext cx="0" cy="0"/>
          <a:chOff x="0" y="0"/>
          <a:chExt cx="0" cy="0"/>
        </a:xfrm>
      </p:grpSpPr>
      <p:sp>
        <p:nvSpPr>
          <p:cNvPr id="1085" name="Google Shape;1085;p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86" name="Google Shape;1086;p4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9" name="Shape 1089"/>
        <p:cNvGrpSpPr/>
        <p:nvPr/>
      </p:nvGrpSpPr>
      <p:grpSpPr>
        <a:xfrm>
          <a:off x="0" y="0"/>
          <a:ext cx="0" cy="0"/>
          <a:chOff x="0" y="0"/>
          <a:chExt cx="0" cy="0"/>
        </a:xfrm>
      </p:grpSpPr>
      <p:sp>
        <p:nvSpPr>
          <p:cNvPr id="1090" name="Google Shape;1090;p4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91" name="Google Shape;1091;p4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5" name="Shape 1095"/>
        <p:cNvGrpSpPr/>
        <p:nvPr/>
      </p:nvGrpSpPr>
      <p:grpSpPr>
        <a:xfrm>
          <a:off x="0" y="0"/>
          <a:ext cx="0" cy="0"/>
          <a:chOff x="0" y="0"/>
          <a:chExt cx="0" cy="0"/>
        </a:xfrm>
      </p:grpSpPr>
      <p:sp>
        <p:nvSpPr>
          <p:cNvPr id="1096" name="Google Shape;1096;p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97" name="Google Shape;1097;p4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0" name="Shape 1100"/>
        <p:cNvGrpSpPr/>
        <p:nvPr/>
      </p:nvGrpSpPr>
      <p:grpSpPr>
        <a:xfrm>
          <a:off x="0" y="0"/>
          <a:ext cx="0" cy="0"/>
          <a:chOff x="0" y="0"/>
          <a:chExt cx="0" cy="0"/>
        </a:xfrm>
      </p:grpSpPr>
      <p:sp>
        <p:nvSpPr>
          <p:cNvPr id="1101" name="Google Shape;1101;p4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02" name="Google Shape;1102;p4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5" name="Shape 1105"/>
        <p:cNvGrpSpPr/>
        <p:nvPr/>
      </p:nvGrpSpPr>
      <p:grpSpPr>
        <a:xfrm>
          <a:off x="0" y="0"/>
          <a:ext cx="0" cy="0"/>
          <a:chOff x="0" y="0"/>
          <a:chExt cx="0" cy="0"/>
        </a:xfrm>
      </p:grpSpPr>
      <p:sp>
        <p:nvSpPr>
          <p:cNvPr id="1106" name="Google Shape;1106;p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07" name="Google Shape;1107;p4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1" name="Shape 1111"/>
        <p:cNvGrpSpPr/>
        <p:nvPr/>
      </p:nvGrpSpPr>
      <p:grpSpPr>
        <a:xfrm>
          <a:off x="0" y="0"/>
          <a:ext cx="0" cy="0"/>
          <a:chOff x="0" y="0"/>
          <a:chExt cx="0" cy="0"/>
        </a:xfrm>
      </p:grpSpPr>
      <p:sp>
        <p:nvSpPr>
          <p:cNvPr id="1112" name="Google Shape;1112;p5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13" name="Google Shape;1113;p5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7" name="Shape 1117"/>
        <p:cNvGrpSpPr/>
        <p:nvPr/>
      </p:nvGrpSpPr>
      <p:grpSpPr>
        <a:xfrm>
          <a:off x="0" y="0"/>
          <a:ext cx="0" cy="0"/>
          <a:chOff x="0" y="0"/>
          <a:chExt cx="0" cy="0"/>
        </a:xfrm>
      </p:grpSpPr>
      <p:sp>
        <p:nvSpPr>
          <p:cNvPr id="1118" name="Google Shape;1118;p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19" name="Google Shape;1119;p5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2" name="Shape 1122"/>
        <p:cNvGrpSpPr/>
        <p:nvPr/>
      </p:nvGrpSpPr>
      <p:grpSpPr>
        <a:xfrm>
          <a:off x="0" y="0"/>
          <a:ext cx="0" cy="0"/>
          <a:chOff x="0" y="0"/>
          <a:chExt cx="0" cy="0"/>
        </a:xfrm>
      </p:grpSpPr>
      <p:sp>
        <p:nvSpPr>
          <p:cNvPr id="1123" name="Google Shape;1123;p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24" name="Google Shape;1124;p5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7" name="Shape 1127"/>
        <p:cNvGrpSpPr/>
        <p:nvPr/>
      </p:nvGrpSpPr>
      <p:grpSpPr>
        <a:xfrm>
          <a:off x="0" y="0"/>
          <a:ext cx="0" cy="0"/>
          <a:chOff x="0" y="0"/>
          <a:chExt cx="0" cy="0"/>
        </a:xfrm>
      </p:grpSpPr>
      <p:sp>
        <p:nvSpPr>
          <p:cNvPr id="1128" name="Google Shape;1128;p5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29" name="Google Shape;1129;p5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4" name="Shape 1134"/>
        <p:cNvGrpSpPr/>
        <p:nvPr/>
      </p:nvGrpSpPr>
      <p:grpSpPr>
        <a:xfrm>
          <a:off x="0" y="0"/>
          <a:ext cx="0" cy="0"/>
          <a:chOff x="0" y="0"/>
          <a:chExt cx="0" cy="0"/>
        </a:xfrm>
      </p:grpSpPr>
      <p:sp>
        <p:nvSpPr>
          <p:cNvPr id="1135" name="Google Shape;1135;p5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36" name="Google Shape;1136;p5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0" name="Shape 1140"/>
        <p:cNvGrpSpPr/>
        <p:nvPr/>
      </p:nvGrpSpPr>
      <p:grpSpPr>
        <a:xfrm>
          <a:off x="0" y="0"/>
          <a:ext cx="0" cy="0"/>
          <a:chOff x="0" y="0"/>
          <a:chExt cx="0" cy="0"/>
        </a:xfrm>
      </p:grpSpPr>
      <p:sp>
        <p:nvSpPr>
          <p:cNvPr id="1141" name="Google Shape;1141;p5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42" name="Google Shape;1142;p5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5" name="Shape 1145"/>
        <p:cNvGrpSpPr/>
        <p:nvPr/>
      </p:nvGrpSpPr>
      <p:grpSpPr>
        <a:xfrm>
          <a:off x="0" y="0"/>
          <a:ext cx="0" cy="0"/>
          <a:chOff x="0" y="0"/>
          <a:chExt cx="0" cy="0"/>
        </a:xfrm>
      </p:grpSpPr>
      <p:sp>
        <p:nvSpPr>
          <p:cNvPr id="1146" name="Google Shape;1146;p5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47" name="Google Shape;1147;p5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0" name="Shape 1150"/>
        <p:cNvGrpSpPr/>
        <p:nvPr/>
      </p:nvGrpSpPr>
      <p:grpSpPr>
        <a:xfrm>
          <a:off x="0" y="0"/>
          <a:ext cx="0" cy="0"/>
          <a:chOff x="0" y="0"/>
          <a:chExt cx="0" cy="0"/>
        </a:xfrm>
      </p:grpSpPr>
      <p:sp>
        <p:nvSpPr>
          <p:cNvPr id="1151" name="Google Shape;1151;p5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52" name="Google Shape;1152;p5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6" name="Shape 1156"/>
        <p:cNvGrpSpPr/>
        <p:nvPr/>
      </p:nvGrpSpPr>
      <p:grpSpPr>
        <a:xfrm>
          <a:off x="0" y="0"/>
          <a:ext cx="0" cy="0"/>
          <a:chOff x="0" y="0"/>
          <a:chExt cx="0" cy="0"/>
        </a:xfrm>
      </p:grpSpPr>
      <p:sp>
        <p:nvSpPr>
          <p:cNvPr id="1157" name="Google Shape;1157;p5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58" name="Google Shape;1158;p5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2" name="Shape 1162"/>
        <p:cNvGrpSpPr/>
        <p:nvPr/>
      </p:nvGrpSpPr>
      <p:grpSpPr>
        <a:xfrm>
          <a:off x="0" y="0"/>
          <a:ext cx="0" cy="0"/>
          <a:chOff x="0" y="0"/>
          <a:chExt cx="0" cy="0"/>
        </a:xfrm>
      </p:grpSpPr>
      <p:sp>
        <p:nvSpPr>
          <p:cNvPr id="1163" name="Google Shape;1163;p5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64" name="Google Shape;1164;p5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8" name="Shape 1168"/>
        <p:cNvGrpSpPr/>
        <p:nvPr/>
      </p:nvGrpSpPr>
      <p:grpSpPr>
        <a:xfrm>
          <a:off x="0" y="0"/>
          <a:ext cx="0" cy="0"/>
          <a:chOff x="0" y="0"/>
          <a:chExt cx="0" cy="0"/>
        </a:xfrm>
      </p:grpSpPr>
      <p:sp>
        <p:nvSpPr>
          <p:cNvPr id="1169" name="Google Shape;1169;p6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70" name="Google Shape;1170;p6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4" name="Shape 1174"/>
        <p:cNvGrpSpPr/>
        <p:nvPr/>
      </p:nvGrpSpPr>
      <p:grpSpPr>
        <a:xfrm>
          <a:off x="0" y="0"/>
          <a:ext cx="0" cy="0"/>
          <a:chOff x="0" y="0"/>
          <a:chExt cx="0" cy="0"/>
        </a:xfrm>
      </p:grpSpPr>
      <p:sp>
        <p:nvSpPr>
          <p:cNvPr id="1175" name="Google Shape;1175;p6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76" name="Google Shape;1176;p6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0" name="Shape 1180"/>
        <p:cNvGrpSpPr/>
        <p:nvPr/>
      </p:nvGrpSpPr>
      <p:grpSpPr>
        <a:xfrm>
          <a:off x="0" y="0"/>
          <a:ext cx="0" cy="0"/>
          <a:chOff x="0" y="0"/>
          <a:chExt cx="0" cy="0"/>
        </a:xfrm>
      </p:grpSpPr>
      <p:sp>
        <p:nvSpPr>
          <p:cNvPr id="1181" name="Google Shape;1181;p6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82" name="Google Shape;1182;p6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5" name="Shape 1185"/>
        <p:cNvGrpSpPr/>
        <p:nvPr/>
      </p:nvGrpSpPr>
      <p:grpSpPr>
        <a:xfrm>
          <a:off x="0" y="0"/>
          <a:ext cx="0" cy="0"/>
          <a:chOff x="0" y="0"/>
          <a:chExt cx="0" cy="0"/>
        </a:xfrm>
      </p:grpSpPr>
      <p:sp>
        <p:nvSpPr>
          <p:cNvPr id="1186" name="Google Shape;1186;p6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87" name="Google Shape;1187;p6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0" name="Shape 1190"/>
        <p:cNvGrpSpPr/>
        <p:nvPr/>
      </p:nvGrpSpPr>
      <p:grpSpPr>
        <a:xfrm>
          <a:off x="0" y="0"/>
          <a:ext cx="0" cy="0"/>
          <a:chOff x="0" y="0"/>
          <a:chExt cx="0" cy="0"/>
        </a:xfrm>
      </p:grpSpPr>
      <p:sp>
        <p:nvSpPr>
          <p:cNvPr id="1191" name="Google Shape;1191;p6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92" name="Google Shape;1192;p6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6" name="Shape 1196"/>
        <p:cNvGrpSpPr/>
        <p:nvPr/>
      </p:nvGrpSpPr>
      <p:grpSpPr>
        <a:xfrm>
          <a:off x="0" y="0"/>
          <a:ext cx="0" cy="0"/>
          <a:chOff x="0" y="0"/>
          <a:chExt cx="0" cy="0"/>
        </a:xfrm>
      </p:grpSpPr>
      <p:sp>
        <p:nvSpPr>
          <p:cNvPr id="1197" name="Google Shape;1197;p6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98" name="Google Shape;1198;p6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1" name="Shape 1201"/>
        <p:cNvGrpSpPr/>
        <p:nvPr/>
      </p:nvGrpSpPr>
      <p:grpSpPr>
        <a:xfrm>
          <a:off x="0" y="0"/>
          <a:ext cx="0" cy="0"/>
          <a:chOff x="0" y="0"/>
          <a:chExt cx="0" cy="0"/>
        </a:xfrm>
      </p:grpSpPr>
      <p:sp>
        <p:nvSpPr>
          <p:cNvPr id="1202" name="Google Shape;1202;p6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03" name="Google Shape;1203;p6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6" name="Shape 1206"/>
        <p:cNvGrpSpPr/>
        <p:nvPr/>
      </p:nvGrpSpPr>
      <p:grpSpPr>
        <a:xfrm>
          <a:off x="0" y="0"/>
          <a:ext cx="0" cy="0"/>
          <a:chOff x="0" y="0"/>
          <a:chExt cx="0" cy="0"/>
        </a:xfrm>
      </p:grpSpPr>
      <p:sp>
        <p:nvSpPr>
          <p:cNvPr id="1207" name="Google Shape;1207;p6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08" name="Google Shape;1208;p6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1" name="Shape 1211"/>
        <p:cNvGrpSpPr/>
        <p:nvPr/>
      </p:nvGrpSpPr>
      <p:grpSpPr>
        <a:xfrm>
          <a:off x="0" y="0"/>
          <a:ext cx="0" cy="0"/>
          <a:chOff x="0" y="0"/>
          <a:chExt cx="0" cy="0"/>
        </a:xfrm>
      </p:grpSpPr>
      <p:sp>
        <p:nvSpPr>
          <p:cNvPr id="1212" name="Google Shape;1212;p6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13" name="Google Shape;1213;p6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7" name="Shape 1217"/>
        <p:cNvGrpSpPr/>
        <p:nvPr/>
      </p:nvGrpSpPr>
      <p:grpSpPr>
        <a:xfrm>
          <a:off x="0" y="0"/>
          <a:ext cx="0" cy="0"/>
          <a:chOff x="0" y="0"/>
          <a:chExt cx="0" cy="0"/>
        </a:xfrm>
      </p:grpSpPr>
      <p:sp>
        <p:nvSpPr>
          <p:cNvPr id="1218" name="Google Shape;1218;p6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19" name="Google Shape;1219;p6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3" name="Shape 1223"/>
        <p:cNvGrpSpPr/>
        <p:nvPr/>
      </p:nvGrpSpPr>
      <p:grpSpPr>
        <a:xfrm>
          <a:off x="0" y="0"/>
          <a:ext cx="0" cy="0"/>
          <a:chOff x="0" y="0"/>
          <a:chExt cx="0" cy="0"/>
        </a:xfrm>
      </p:grpSpPr>
      <p:sp>
        <p:nvSpPr>
          <p:cNvPr id="1224" name="Google Shape;1224;p7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25" name="Google Shape;1225;p7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9" name="Shape 1229"/>
        <p:cNvGrpSpPr/>
        <p:nvPr/>
      </p:nvGrpSpPr>
      <p:grpSpPr>
        <a:xfrm>
          <a:off x="0" y="0"/>
          <a:ext cx="0" cy="0"/>
          <a:chOff x="0" y="0"/>
          <a:chExt cx="0" cy="0"/>
        </a:xfrm>
      </p:grpSpPr>
      <p:sp>
        <p:nvSpPr>
          <p:cNvPr id="1230" name="Google Shape;1230;p7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31" name="Google Shape;1231;p7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5" name="Shape 1235"/>
        <p:cNvGrpSpPr/>
        <p:nvPr/>
      </p:nvGrpSpPr>
      <p:grpSpPr>
        <a:xfrm>
          <a:off x="0" y="0"/>
          <a:ext cx="0" cy="0"/>
          <a:chOff x="0" y="0"/>
          <a:chExt cx="0" cy="0"/>
        </a:xfrm>
      </p:grpSpPr>
      <p:sp>
        <p:nvSpPr>
          <p:cNvPr id="1236" name="Google Shape;1236;p7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37" name="Google Shape;1237;p7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0" name="Shape 1240"/>
        <p:cNvGrpSpPr/>
        <p:nvPr/>
      </p:nvGrpSpPr>
      <p:grpSpPr>
        <a:xfrm>
          <a:off x="0" y="0"/>
          <a:ext cx="0" cy="0"/>
          <a:chOff x="0" y="0"/>
          <a:chExt cx="0" cy="0"/>
        </a:xfrm>
      </p:grpSpPr>
      <p:sp>
        <p:nvSpPr>
          <p:cNvPr id="1241" name="Google Shape;1241;p7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42" name="Google Shape;1242;p7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5" name="Shape 1245"/>
        <p:cNvGrpSpPr/>
        <p:nvPr/>
      </p:nvGrpSpPr>
      <p:grpSpPr>
        <a:xfrm>
          <a:off x="0" y="0"/>
          <a:ext cx="0" cy="0"/>
          <a:chOff x="0" y="0"/>
          <a:chExt cx="0" cy="0"/>
        </a:xfrm>
      </p:grpSpPr>
      <p:sp>
        <p:nvSpPr>
          <p:cNvPr id="1246" name="Google Shape;1246;p7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47" name="Google Shape;1247;p7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2" name="Shape 1252"/>
        <p:cNvGrpSpPr/>
        <p:nvPr/>
      </p:nvGrpSpPr>
      <p:grpSpPr>
        <a:xfrm>
          <a:off x="0" y="0"/>
          <a:ext cx="0" cy="0"/>
          <a:chOff x="0" y="0"/>
          <a:chExt cx="0" cy="0"/>
        </a:xfrm>
      </p:grpSpPr>
      <p:sp>
        <p:nvSpPr>
          <p:cNvPr id="1253" name="Google Shape;1253;p7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54" name="Google Shape;1254;p7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8" name="Shape 1258"/>
        <p:cNvGrpSpPr/>
        <p:nvPr/>
      </p:nvGrpSpPr>
      <p:grpSpPr>
        <a:xfrm>
          <a:off x="0" y="0"/>
          <a:ext cx="0" cy="0"/>
          <a:chOff x="0" y="0"/>
          <a:chExt cx="0" cy="0"/>
        </a:xfrm>
      </p:grpSpPr>
      <p:sp>
        <p:nvSpPr>
          <p:cNvPr id="1259" name="Google Shape;1259;p7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60" name="Google Shape;1260;p7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3" name="Shape 1263"/>
        <p:cNvGrpSpPr/>
        <p:nvPr/>
      </p:nvGrpSpPr>
      <p:grpSpPr>
        <a:xfrm>
          <a:off x="0" y="0"/>
          <a:ext cx="0" cy="0"/>
          <a:chOff x="0" y="0"/>
          <a:chExt cx="0" cy="0"/>
        </a:xfrm>
      </p:grpSpPr>
      <p:sp>
        <p:nvSpPr>
          <p:cNvPr id="1264" name="Google Shape;1264;p7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65" name="Google Shape;1265;p7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9" name="Shape 1269"/>
        <p:cNvGrpSpPr/>
        <p:nvPr/>
      </p:nvGrpSpPr>
      <p:grpSpPr>
        <a:xfrm>
          <a:off x="0" y="0"/>
          <a:ext cx="0" cy="0"/>
          <a:chOff x="0" y="0"/>
          <a:chExt cx="0" cy="0"/>
        </a:xfrm>
      </p:grpSpPr>
      <p:sp>
        <p:nvSpPr>
          <p:cNvPr id="1270" name="Google Shape;1270;p7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71" name="Google Shape;1271;p7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5" name="Shape 1275"/>
        <p:cNvGrpSpPr/>
        <p:nvPr/>
      </p:nvGrpSpPr>
      <p:grpSpPr>
        <a:xfrm>
          <a:off x="0" y="0"/>
          <a:ext cx="0" cy="0"/>
          <a:chOff x="0" y="0"/>
          <a:chExt cx="0" cy="0"/>
        </a:xfrm>
      </p:grpSpPr>
      <p:sp>
        <p:nvSpPr>
          <p:cNvPr id="1276" name="Google Shape;1276;p7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77" name="Google Shape;1277;p7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0" name="Shape 1280"/>
        <p:cNvGrpSpPr/>
        <p:nvPr/>
      </p:nvGrpSpPr>
      <p:grpSpPr>
        <a:xfrm>
          <a:off x="0" y="0"/>
          <a:ext cx="0" cy="0"/>
          <a:chOff x="0" y="0"/>
          <a:chExt cx="0" cy="0"/>
        </a:xfrm>
      </p:grpSpPr>
      <p:sp>
        <p:nvSpPr>
          <p:cNvPr id="1281" name="Google Shape;1281;p8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82" name="Google Shape;1282;p8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5" name="Shape 1285"/>
        <p:cNvGrpSpPr/>
        <p:nvPr/>
      </p:nvGrpSpPr>
      <p:grpSpPr>
        <a:xfrm>
          <a:off x="0" y="0"/>
          <a:ext cx="0" cy="0"/>
          <a:chOff x="0" y="0"/>
          <a:chExt cx="0" cy="0"/>
        </a:xfrm>
      </p:grpSpPr>
      <p:sp>
        <p:nvSpPr>
          <p:cNvPr id="1286" name="Google Shape;1286;p8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87" name="Google Shape;1287;p8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1" name="Shape 1291"/>
        <p:cNvGrpSpPr/>
        <p:nvPr/>
      </p:nvGrpSpPr>
      <p:grpSpPr>
        <a:xfrm>
          <a:off x="0" y="0"/>
          <a:ext cx="0" cy="0"/>
          <a:chOff x="0" y="0"/>
          <a:chExt cx="0" cy="0"/>
        </a:xfrm>
      </p:grpSpPr>
      <p:sp>
        <p:nvSpPr>
          <p:cNvPr id="1292" name="Google Shape;1292;p8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93" name="Google Shape;1293;p8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7" name="Shape 1297"/>
        <p:cNvGrpSpPr/>
        <p:nvPr/>
      </p:nvGrpSpPr>
      <p:grpSpPr>
        <a:xfrm>
          <a:off x="0" y="0"/>
          <a:ext cx="0" cy="0"/>
          <a:chOff x="0" y="0"/>
          <a:chExt cx="0" cy="0"/>
        </a:xfrm>
      </p:grpSpPr>
      <p:sp>
        <p:nvSpPr>
          <p:cNvPr id="1298" name="Google Shape;1298;p8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99" name="Google Shape;1299;p8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3" name="Shape 1303"/>
        <p:cNvGrpSpPr/>
        <p:nvPr/>
      </p:nvGrpSpPr>
      <p:grpSpPr>
        <a:xfrm>
          <a:off x="0" y="0"/>
          <a:ext cx="0" cy="0"/>
          <a:chOff x="0" y="0"/>
          <a:chExt cx="0" cy="0"/>
        </a:xfrm>
      </p:grpSpPr>
      <p:sp>
        <p:nvSpPr>
          <p:cNvPr id="1304" name="Google Shape;1304;p8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05" name="Google Shape;1305;p8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9" name="Shape 1309"/>
        <p:cNvGrpSpPr/>
        <p:nvPr/>
      </p:nvGrpSpPr>
      <p:grpSpPr>
        <a:xfrm>
          <a:off x="0" y="0"/>
          <a:ext cx="0" cy="0"/>
          <a:chOff x="0" y="0"/>
          <a:chExt cx="0" cy="0"/>
        </a:xfrm>
      </p:grpSpPr>
      <p:sp>
        <p:nvSpPr>
          <p:cNvPr id="1310" name="Google Shape;1310;p8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11" name="Google Shape;1311;p8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5" name="Shape 1315"/>
        <p:cNvGrpSpPr/>
        <p:nvPr/>
      </p:nvGrpSpPr>
      <p:grpSpPr>
        <a:xfrm>
          <a:off x="0" y="0"/>
          <a:ext cx="0" cy="0"/>
          <a:chOff x="0" y="0"/>
          <a:chExt cx="0" cy="0"/>
        </a:xfrm>
      </p:grpSpPr>
      <p:sp>
        <p:nvSpPr>
          <p:cNvPr id="1316" name="Google Shape;1316;p8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17" name="Google Shape;1317;p8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1" name="Shape 1321"/>
        <p:cNvGrpSpPr/>
        <p:nvPr/>
      </p:nvGrpSpPr>
      <p:grpSpPr>
        <a:xfrm>
          <a:off x="0" y="0"/>
          <a:ext cx="0" cy="0"/>
          <a:chOff x="0" y="0"/>
          <a:chExt cx="0" cy="0"/>
        </a:xfrm>
      </p:grpSpPr>
      <p:sp>
        <p:nvSpPr>
          <p:cNvPr id="1322" name="Google Shape;1322;p8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23" name="Google Shape;1323;p8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0" name="Shape 1330"/>
        <p:cNvGrpSpPr/>
        <p:nvPr/>
      </p:nvGrpSpPr>
      <p:grpSpPr>
        <a:xfrm>
          <a:off x="0" y="0"/>
          <a:ext cx="0" cy="0"/>
          <a:chOff x="0" y="0"/>
          <a:chExt cx="0" cy="0"/>
        </a:xfrm>
      </p:grpSpPr>
      <p:sp>
        <p:nvSpPr>
          <p:cNvPr id="1331" name="Google Shape;1331;p8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32" name="Google Shape;1332;p8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0" name="Shape 1340"/>
        <p:cNvGrpSpPr/>
        <p:nvPr/>
      </p:nvGrpSpPr>
      <p:grpSpPr>
        <a:xfrm>
          <a:off x="0" y="0"/>
          <a:ext cx="0" cy="0"/>
          <a:chOff x="0" y="0"/>
          <a:chExt cx="0" cy="0"/>
        </a:xfrm>
      </p:grpSpPr>
      <p:sp>
        <p:nvSpPr>
          <p:cNvPr id="1341" name="Google Shape;1341;p8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42" name="Google Shape;1342;p8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7" name="Shape 17"/>
        <p:cNvGrpSpPr/>
        <p:nvPr/>
      </p:nvGrpSpPr>
      <p:grpSpPr>
        <a:xfrm>
          <a:off x="0" y="0"/>
          <a:ext cx="0" cy="0"/>
          <a:chOff x="0" y="0"/>
          <a:chExt cx="0" cy="0"/>
        </a:xfrm>
      </p:grpSpPr>
      <p:sp>
        <p:nvSpPr>
          <p:cNvPr id="18" name="Google Shape;18;p91"/>
          <p:cNvSpPr txBox="1"/>
          <p:nvPr>
            <p:ph type="ctrTitle"/>
          </p:nvPr>
        </p:nvSpPr>
        <p:spPr>
          <a:xfrm>
            <a:off x="1154955" y="1447800"/>
            <a:ext cx="8825658" cy="3329581"/>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chemeClr val="lt2"/>
              </a:buClr>
              <a:buSzPts val="7200"/>
              <a:buFont typeface="Century Gothic"/>
              <a:buNone/>
              <a:defRPr sz="7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91"/>
          <p:cNvSpPr txBox="1"/>
          <p:nvPr>
            <p:ph idx="1" type="subTitle"/>
          </p:nvPr>
        </p:nvSpPr>
        <p:spPr>
          <a:xfrm>
            <a:off x="1154955" y="4777380"/>
            <a:ext cx="8825658" cy="861420"/>
          </a:xfrm>
          <a:prstGeom prst="rect">
            <a:avLst/>
          </a:prstGeom>
          <a:noFill/>
          <a:ln>
            <a:noFill/>
          </a:ln>
        </p:spPr>
        <p:txBody>
          <a:bodyPr anchorCtr="0" anchor="t" bIns="45700" lIns="91425" spcFirstLastPara="1" rIns="91425" wrap="square" tIns="45700">
            <a:normAutofit/>
          </a:bodyPr>
          <a:lstStyle>
            <a:lvl1pPr lvl="0" algn="l">
              <a:lnSpc>
                <a:spcPct val="100000"/>
              </a:lnSpc>
              <a:spcBef>
                <a:spcPts val="1000"/>
              </a:spcBef>
              <a:spcAft>
                <a:spcPts val="0"/>
              </a:spcAft>
              <a:buSzPts val="1600"/>
              <a:buNone/>
              <a:defRPr cap="none">
                <a:solidFill>
                  <a:srgbClr val="86D1D8"/>
                </a:solidFill>
              </a:defRPr>
            </a:lvl1pPr>
            <a:lvl2pPr lvl="1" algn="ctr">
              <a:lnSpc>
                <a:spcPct val="100000"/>
              </a:lnSpc>
              <a:spcBef>
                <a:spcPts val="1000"/>
              </a:spcBef>
              <a:spcAft>
                <a:spcPts val="0"/>
              </a:spcAft>
              <a:buSzPts val="1440"/>
              <a:buNone/>
              <a:defRPr>
                <a:solidFill>
                  <a:schemeClr val="lt1"/>
                </a:solidFill>
              </a:defRPr>
            </a:lvl2pPr>
            <a:lvl3pPr lvl="2" algn="ctr">
              <a:lnSpc>
                <a:spcPct val="100000"/>
              </a:lnSpc>
              <a:spcBef>
                <a:spcPts val="1000"/>
              </a:spcBef>
              <a:spcAft>
                <a:spcPts val="0"/>
              </a:spcAft>
              <a:buSzPts val="1280"/>
              <a:buNone/>
              <a:defRPr>
                <a:solidFill>
                  <a:schemeClr val="lt1"/>
                </a:solidFill>
              </a:defRPr>
            </a:lvl3pPr>
            <a:lvl4pPr lvl="3" algn="ctr">
              <a:lnSpc>
                <a:spcPct val="100000"/>
              </a:lnSpc>
              <a:spcBef>
                <a:spcPts val="1000"/>
              </a:spcBef>
              <a:spcAft>
                <a:spcPts val="0"/>
              </a:spcAft>
              <a:buSzPts val="1120"/>
              <a:buNone/>
              <a:defRPr>
                <a:solidFill>
                  <a:schemeClr val="lt1"/>
                </a:solidFill>
              </a:defRPr>
            </a:lvl4pPr>
            <a:lvl5pPr lvl="4" algn="ctr">
              <a:lnSpc>
                <a:spcPct val="100000"/>
              </a:lnSpc>
              <a:spcBef>
                <a:spcPts val="1000"/>
              </a:spcBef>
              <a:spcAft>
                <a:spcPts val="0"/>
              </a:spcAft>
              <a:buSzPts val="1120"/>
              <a:buNone/>
              <a:defRPr>
                <a:solidFill>
                  <a:schemeClr val="lt1"/>
                </a:solidFill>
              </a:defRPr>
            </a:lvl5pPr>
            <a:lvl6pPr lvl="5" algn="ctr">
              <a:lnSpc>
                <a:spcPct val="100000"/>
              </a:lnSpc>
              <a:spcBef>
                <a:spcPts val="1000"/>
              </a:spcBef>
              <a:spcAft>
                <a:spcPts val="0"/>
              </a:spcAft>
              <a:buSzPts val="1120"/>
              <a:buNone/>
              <a:defRPr>
                <a:solidFill>
                  <a:schemeClr val="lt1"/>
                </a:solidFill>
              </a:defRPr>
            </a:lvl6pPr>
            <a:lvl7pPr lvl="6" algn="ctr">
              <a:lnSpc>
                <a:spcPct val="100000"/>
              </a:lnSpc>
              <a:spcBef>
                <a:spcPts val="1000"/>
              </a:spcBef>
              <a:spcAft>
                <a:spcPts val="0"/>
              </a:spcAft>
              <a:buSzPts val="1120"/>
              <a:buNone/>
              <a:defRPr>
                <a:solidFill>
                  <a:schemeClr val="lt1"/>
                </a:solidFill>
              </a:defRPr>
            </a:lvl7pPr>
            <a:lvl8pPr lvl="7" algn="ctr">
              <a:lnSpc>
                <a:spcPct val="100000"/>
              </a:lnSpc>
              <a:spcBef>
                <a:spcPts val="1000"/>
              </a:spcBef>
              <a:spcAft>
                <a:spcPts val="0"/>
              </a:spcAft>
              <a:buSzPts val="1120"/>
              <a:buNone/>
              <a:defRPr>
                <a:solidFill>
                  <a:schemeClr val="lt1"/>
                </a:solidFill>
              </a:defRPr>
            </a:lvl8pPr>
            <a:lvl9pPr lvl="8" algn="ctr">
              <a:lnSpc>
                <a:spcPct val="100000"/>
              </a:lnSpc>
              <a:spcBef>
                <a:spcPts val="1000"/>
              </a:spcBef>
              <a:spcAft>
                <a:spcPts val="0"/>
              </a:spcAft>
              <a:buSzPts val="1120"/>
              <a:buNone/>
              <a:defRPr>
                <a:solidFill>
                  <a:schemeClr val="lt1"/>
                </a:solidFill>
              </a:defRPr>
            </a:lvl9pPr>
          </a:lstStyle>
          <a:p/>
        </p:txBody>
      </p:sp>
      <p:sp>
        <p:nvSpPr>
          <p:cNvPr id="20" name="Google Shape;20;p91"/>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91"/>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91"/>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Picture Column">
  <p:cSld name="3 Picture Column">
    <p:spTree>
      <p:nvGrpSpPr>
        <p:cNvPr id="23" name="Shape 23"/>
        <p:cNvGrpSpPr/>
        <p:nvPr/>
      </p:nvGrpSpPr>
      <p:grpSpPr>
        <a:xfrm>
          <a:off x="0" y="0"/>
          <a:ext cx="0" cy="0"/>
          <a:chOff x="0" y="0"/>
          <a:chExt cx="0" cy="0"/>
        </a:xfrm>
      </p:grpSpPr>
      <p:sp>
        <p:nvSpPr>
          <p:cNvPr id="24" name="Google Shape;24;p105"/>
          <p:cNvSpPr txBox="1"/>
          <p:nvPr>
            <p:ph type="title"/>
          </p:nvPr>
        </p:nvSpPr>
        <p:spPr>
          <a:xfrm>
            <a:off x="646111" y="452718"/>
            <a:ext cx="9404723" cy="140053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Clr>
                <a:schemeClr val="lt2"/>
              </a:buClr>
              <a:buSzPts val="4200"/>
              <a:buFont typeface="Century Gothic"/>
              <a:buNone/>
              <a:defRPr sz="4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105"/>
          <p:cNvSpPr txBox="1"/>
          <p:nvPr>
            <p:ph idx="1" type="body"/>
          </p:nvPr>
        </p:nvSpPr>
        <p:spPr>
          <a:xfrm>
            <a:off x="652463" y="4250949"/>
            <a:ext cx="2940050" cy="5762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1000"/>
              </a:spcBef>
              <a:spcAft>
                <a:spcPts val="0"/>
              </a:spcAft>
              <a:buSzPts val="1920"/>
              <a:buNone/>
              <a:defRPr b="0" sz="2400">
                <a:solidFill>
                  <a:srgbClr val="86D1D8"/>
                </a:solidFill>
              </a:defRPr>
            </a:lvl1pPr>
            <a:lvl2pPr indent="-228600" lvl="1" marL="914400" algn="l">
              <a:lnSpc>
                <a:spcPct val="100000"/>
              </a:lnSpc>
              <a:spcBef>
                <a:spcPts val="1000"/>
              </a:spcBef>
              <a:spcAft>
                <a:spcPts val="0"/>
              </a:spcAft>
              <a:buSzPts val="1600"/>
              <a:buNone/>
              <a:defRPr b="1" sz="2000"/>
            </a:lvl2pPr>
            <a:lvl3pPr indent="-228600" lvl="2" marL="1371600" algn="l">
              <a:lnSpc>
                <a:spcPct val="100000"/>
              </a:lnSpc>
              <a:spcBef>
                <a:spcPts val="1000"/>
              </a:spcBef>
              <a:spcAft>
                <a:spcPts val="0"/>
              </a:spcAft>
              <a:buSzPts val="1440"/>
              <a:buNone/>
              <a:defRPr b="1" sz="1800"/>
            </a:lvl3pPr>
            <a:lvl4pPr indent="-228600" lvl="3" marL="1828800" algn="l">
              <a:lnSpc>
                <a:spcPct val="100000"/>
              </a:lnSpc>
              <a:spcBef>
                <a:spcPts val="1000"/>
              </a:spcBef>
              <a:spcAft>
                <a:spcPts val="0"/>
              </a:spcAft>
              <a:buSzPts val="1280"/>
              <a:buNone/>
              <a:defRPr b="1" sz="1600"/>
            </a:lvl4pPr>
            <a:lvl5pPr indent="-228600" lvl="4" marL="2286000" algn="l">
              <a:lnSpc>
                <a:spcPct val="100000"/>
              </a:lnSpc>
              <a:spcBef>
                <a:spcPts val="1000"/>
              </a:spcBef>
              <a:spcAft>
                <a:spcPts val="0"/>
              </a:spcAft>
              <a:buSzPts val="1280"/>
              <a:buNone/>
              <a:defRPr b="1" sz="1600"/>
            </a:lvl5pPr>
            <a:lvl6pPr indent="-228600" lvl="5" marL="2743200" algn="l">
              <a:lnSpc>
                <a:spcPct val="100000"/>
              </a:lnSpc>
              <a:spcBef>
                <a:spcPts val="1000"/>
              </a:spcBef>
              <a:spcAft>
                <a:spcPts val="0"/>
              </a:spcAft>
              <a:buSzPts val="1280"/>
              <a:buNone/>
              <a:defRPr b="1" sz="1600"/>
            </a:lvl6pPr>
            <a:lvl7pPr indent="-228600" lvl="6" marL="3200400" algn="l">
              <a:lnSpc>
                <a:spcPct val="100000"/>
              </a:lnSpc>
              <a:spcBef>
                <a:spcPts val="1000"/>
              </a:spcBef>
              <a:spcAft>
                <a:spcPts val="0"/>
              </a:spcAft>
              <a:buSzPts val="1280"/>
              <a:buNone/>
              <a:defRPr b="1" sz="1600"/>
            </a:lvl7pPr>
            <a:lvl8pPr indent="-228600" lvl="7" marL="3657600" algn="l">
              <a:lnSpc>
                <a:spcPct val="100000"/>
              </a:lnSpc>
              <a:spcBef>
                <a:spcPts val="1000"/>
              </a:spcBef>
              <a:spcAft>
                <a:spcPts val="0"/>
              </a:spcAft>
              <a:buSzPts val="1280"/>
              <a:buNone/>
              <a:defRPr b="1" sz="1600"/>
            </a:lvl8pPr>
            <a:lvl9pPr indent="-228600" lvl="8" marL="4114800" algn="l">
              <a:lnSpc>
                <a:spcPct val="100000"/>
              </a:lnSpc>
              <a:spcBef>
                <a:spcPts val="1000"/>
              </a:spcBef>
              <a:spcAft>
                <a:spcPts val="0"/>
              </a:spcAft>
              <a:buSzPts val="1280"/>
              <a:buNone/>
              <a:defRPr b="1" sz="1600"/>
            </a:lvl9pPr>
          </a:lstStyle>
          <a:p/>
        </p:txBody>
      </p:sp>
      <p:sp>
        <p:nvSpPr>
          <p:cNvPr id="26" name="Google Shape;26;p105"/>
          <p:cNvSpPr/>
          <p:nvPr>
            <p:ph idx="2" type="pic"/>
          </p:nvPr>
        </p:nvSpPr>
        <p:spPr>
          <a:xfrm>
            <a:off x="652463" y="2209800"/>
            <a:ext cx="2940050" cy="1524000"/>
          </a:xfrm>
          <a:prstGeom prst="roundRect">
            <a:avLst>
              <a:gd fmla="val 1858" name="adj"/>
            </a:avLst>
          </a:prstGeom>
          <a:noFill/>
          <a:ln>
            <a:noFill/>
          </a:ln>
          <a:effectLst>
            <a:outerShdw blurRad="50800" rotWithShape="0" algn="tl" dir="5400000" dist="50800">
              <a:srgbClr val="000000">
                <a:alpha val="41960"/>
              </a:srgbClr>
            </a:outerShdw>
          </a:effectLst>
        </p:spPr>
      </p:sp>
      <p:sp>
        <p:nvSpPr>
          <p:cNvPr id="27" name="Google Shape;27;p105"/>
          <p:cNvSpPr txBox="1"/>
          <p:nvPr>
            <p:ph idx="3" type="body"/>
          </p:nvPr>
        </p:nvSpPr>
        <p:spPr>
          <a:xfrm>
            <a:off x="652463" y="4827211"/>
            <a:ext cx="2940050" cy="659189"/>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SzPts val="1120"/>
              <a:buNone/>
              <a:defRPr sz="1400"/>
            </a:lvl1pPr>
            <a:lvl2pPr indent="-228600" lvl="1" marL="914400" algn="l">
              <a:lnSpc>
                <a:spcPct val="100000"/>
              </a:lnSpc>
              <a:spcBef>
                <a:spcPts val="1000"/>
              </a:spcBef>
              <a:spcAft>
                <a:spcPts val="0"/>
              </a:spcAft>
              <a:buSzPts val="960"/>
              <a:buNone/>
              <a:defRPr sz="1200"/>
            </a:lvl2pPr>
            <a:lvl3pPr indent="-228600" lvl="2" marL="1371600" algn="l">
              <a:lnSpc>
                <a:spcPct val="100000"/>
              </a:lnSpc>
              <a:spcBef>
                <a:spcPts val="1000"/>
              </a:spcBef>
              <a:spcAft>
                <a:spcPts val="0"/>
              </a:spcAft>
              <a:buSzPts val="800"/>
              <a:buNone/>
              <a:defRPr sz="1000"/>
            </a:lvl3pPr>
            <a:lvl4pPr indent="-228600" lvl="3" marL="1828800" algn="l">
              <a:lnSpc>
                <a:spcPct val="100000"/>
              </a:lnSpc>
              <a:spcBef>
                <a:spcPts val="1000"/>
              </a:spcBef>
              <a:spcAft>
                <a:spcPts val="0"/>
              </a:spcAft>
              <a:buSzPts val="720"/>
              <a:buNone/>
              <a:defRPr sz="900"/>
            </a:lvl4pPr>
            <a:lvl5pPr indent="-228600" lvl="4" marL="2286000" algn="l">
              <a:lnSpc>
                <a:spcPct val="100000"/>
              </a:lnSpc>
              <a:spcBef>
                <a:spcPts val="1000"/>
              </a:spcBef>
              <a:spcAft>
                <a:spcPts val="0"/>
              </a:spcAft>
              <a:buSzPts val="720"/>
              <a:buNone/>
              <a:defRPr sz="900"/>
            </a:lvl5pPr>
            <a:lvl6pPr indent="-228600" lvl="5" marL="2743200" algn="l">
              <a:lnSpc>
                <a:spcPct val="100000"/>
              </a:lnSpc>
              <a:spcBef>
                <a:spcPts val="1000"/>
              </a:spcBef>
              <a:spcAft>
                <a:spcPts val="0"/>
              </a:spcAft>
              <a:buSzPts val="720"/>
              <a:buNone/>
              <a:defRPr sz="900"/>
            </a:lvl6pPr>
            <a:lvl7pPr indent="-228600" lvl="6" marL="3200400" algn="l">
              <a:lnSpc>
                <a:spcPct val="100000"/>
              </a:lnSpc>
              <a:spcBef>
                <a:spcPts val="1000"/>
              </a:spcBef>
              <a:spcAft>
                <a:spcPts val="0"/>
              </a:spcAft>
              <a:buSzPts val="720"/>
              <a:buNone/>
              <a:defRPr sz="900"/>
            </a:lvl7pPr>
            <a:lvl8pPr indent="-228600" lvl="7" marL="3657600" algn="l">
              <a:lnSpc>
                <a:spcPct val="100000"/>
              </a:lnSpc>
              <a:spcBef>
                <a:spcPts val="1000"/>
              </a:spcBef>
              <a:spcAft>
                <a:spcPts val="0"/>
              </a:spcAft>
              <a:buSzPts val="720"/>
              <a:buNone/>
              <a:defRPr sz="900"/>
            </a:lvl8pPr>
            <a:lvl9pPr indent="-228600" lvl="8" marL="4114800" algn="l">
              <a:lnSpc>
                <a:spcPct val="100000"/>
              </a:lnSpc>
              <a:spcBef>
                <a:spcPts val="1000"/>
              </a:spcBef>
              <a:spcAft>
                <a:spcPts val="0"/>
              </a:spcAft>
              <a:buSzPts val="720"/>
              <a:buNone/>
              <a:defRPr sz="900"/>
            </a:lvl9pPr>
          </a:lstStyle>
          <a:p/>
        </p:txBody>
      </p:sp>
      <p:sp>
        <p:nvSpPr>
          <p:cNvPr id="28" name="Google Shape;28;p105"/>
          <p:cNvSpPr txBox="1"/>
          <p:nvPr>
            <p:ph idx="4" type="body"/>
          </p:nvPr>
        </p:nvSpPr>
        <p:spPr>
          <a:xfrm>
            <a:off x="3889375" y="4250949"/>
            <a:ext cx="2930525" cy="5762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1000"/>
              </a:spcBef>
              <a:spcAft>
                <a:spcPts val="0"/>
              </a:spcAft>
              <a:buSzPts val="1920"/>
              <a:buNone/>
              <a:defRPr b="0" sz="2400">
                <a:solidFill>
                  <a:srgbClr val="86D1D8"/>
                </a:solidFill>
              </a:defRPr>
            </a:lvl1pPr>
            <a:lvl2pPr indent="-228600" lvl="1" marL="914400" algn="l">
              <a:lnSpc>
                <a:spcPct val="100000"/>
              </a:lnSpc>
              <a:spcBef>
                <a:spcPts val="1000"/>
              </a:spcBef>
              <a:spcAft>
                <a:spcPts val="0"/>
              </a:spcAft>
              <a:buSzPts val="1600"/>
              <a:buNone/>
              <a:defRPr b="1" sz="2000"/>
            </a:lvl2pPr>
            <a:lvl3pPr indent="-228600" lvl="2" marL="1371600" algn="l">
              <a:lnSpc>
                <a:spcPct val="100000"/>
              </a:lnSpc>
              <a:spcBef>
                <a:spcPts val="1000"/>
              </a:spcBef>
              <a:spcAft>
                <a:spcPts val="0"/>
              </a:spcAft>
              <a:buSzPts val="1440"/>
              <a:buNone/>
              <a:defRPr b="1" sz="1800"/>
            </a:lvl3pPr>
            <a:lvl4pPr indent="-228600" lvl="3" marL="1828800" algn="l">
              <a:lnSpc>
                <a:spcPct val="100000"/>
              </a:lnSpc>
              <a:spcBef>
                <a:spcPts val="1000"/>
              </a:spcBef>
              <a:spcAft>
                <a:spcPts val="0"/>
              </a:spcAft>
              <a:buSzPts val="1280"/>
              <a:buNone/>
              <a:defRPr b="1" sz="1600"/>
            </a:lvl4pPr>
            <a:lvl5pPr indent="-228600" lvl="4" marL="2286000" algn="l">
              <a:lnSpc>
                <a:spcPct val="100000"/>
              </a:lnSpc>
              <a:spcBef>
                <a:spcPts val="1000"/>
              </a:spcBef>
              <a:spcAft>
                <a:spcPts val="0"/>
              </a:spcAft>
              <a:buSzPts val="1280"/>
              <a:buNone/>
              <a:defRPr b="1" sz="1600"/>
            </a:lvl5pPr>
            <a:lvl6pPr indent="-228600" lvl="5" marL="2743200" algn="l">
              <a:lnSpc>
                <a:spcPct val="100000"/>
              </a:lnSpc>
              <a:spcBef>
                <a:spcPts val="1000"/>
              </a:spcBef>
              <a:spcAft>
                <a:spcPts val="0"/>
              </a:spcAft>
              <a:buSzPts val="1280"/>
              <a:buNone/>
              <a:defRPr b="1" sz="1600"/>
            </a:lvl6pPr>
            <a:lvl7pPr indent="-228600" lvl="6" marL="3200400" algn="l">
              <a:lnSpc>
                <a:spcPct val="100000"/>
              </a:lnSpc>
              <a:spcBef>
                <a:spcPts val="1000"/>
              </a:spcBef>
              <a:spcAft>
                <a:spcPts val="0"/>
              </a:spcAft>
              <a:buSzPts val="1280"/>
              <a:buNone/>
              <a:defRPr b="1" sz="1600"/>
            </a:lvl7pPr>
            <a:lvl8pPr indent="-228600" lvl="7" marL="3657600" algn="l">
              <a:lnSpc>
                <a:spcPct val="100000"/>
              </a:lnSpc>
              <a:spcBef>
                <a:spcPts val="1000"/>
              </a:spcBef>
              <a:spcAft>
                <a:spcPts val="0"/>
              </a:spcAft>
              <a:buSzPts val="1280"/>
              <a:buNone/>
              <a:defRPr b="1" sz="1600"/>
            </a:lvl8pPr>
            <a:lvl9pPr indent="-228600" lvl="8" marL="4114800" algn="l">
              <a:lnSpc>
                <a:spcPct val="100000"/>
              </a:lnSpc>
              <a:spcBef>
                <a:spcPts val="1000"/>
              </a:spcBef>
              <a:spcAft>
                <a:spcPts val="0"/>
              </a:spcAft>
              <a:buSzPts val="1280"/>
              <a:buNone/>
              <a:defRPr b="1" sz="1600"/>
            </a:lvl9pPr>
          </a:lstStyle>
          <a:p/>
        </p:txBody>
      </p:sp>
      <p:sp>
        <p:nvSpPr>
          <p:cNvPr id="29" name="Google Shape;29;p105"/>
          <p:cNvSpPr/>
          <p:nvPr>
            <p:ph idx="5" type="pic"/>
          </p:nvPr>
        </p:nvSpPr>
        <p:spPr>
          <a:xfrm>
            <a:off x="3889374" y="2209800"/>
            <a:ext cx="2930525" cy="1524000"/>
          </a:xfrm>
          <a:prstGeom prst="roundRect">
            <a:avLst>
              <a:gd fmla="val 1858" name="adj"/>
            </a:avLst>
          </a:prstGeom>
          <a:noFill/>
          <a:ln>
            <a:noFill/>
          </a:ln>
          <a:effectLst>
            <a:outerShdw blurRad="50800" rotWithShape="0" algn="tl" dir="5400000" dist="50800">
              <a:srgbClr val="000000">
                <a:alpha val="41960"/>
              </a:srgbClr>
            </a:outerShdw>
          </a:effectLst>
        </p:spPr>
      </p:sp>
      <p:sp>
        <p:nvSpPr>
          <p:cNvPr id="30" name="Google Shape;30;p105"/>
          <p:cNvSpPr txBox="1"/>
          <p:nvPr>
            <p:ph idx="6" type="body"/>
          </p:nvPr>
        </p:nvSpPr>
        <p:spPr>
          <a:xfrm>
            <a:off x="3888022" y="4827210"/>
            <a:ext cx="2934406" cy="659189"/>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SzPts val="1120"/>
              <a:buNone/>
              <a:defRPr sz="1400"/>
            </a:lvl1pPr>
            <a:lvl2pPr indent="-228600" lvl="1" marL="914400" algn="l">
              <a:lnSpc>
                <a:spcPct val="100000"/>
              </a:lnSpc>
              <a:spcBef>
                <a:spcPts val="1000"/>
              </a:spcBef>
              <a:spcAft>
                <a:spcPts val="0"/>
              </a:spcAft>
              <a:buSzPts val="960"/>
              <a:buNone/>
              <a:defRPr sz="1200"/>
            </a:lvl2pPr>
            <a:lvl3pPr indent="-228600" lvl="2" marL="1371600" algn="l">
              <a:lnSpc>
                <a:spcPct val="100000"/>
              </a:lnSpc>
              <a:spcBef>
                <a:spcPts val="1000"/>
              </a:spcBef>
              <a:spcAft>
                <a:spcPts val="0"/>
              </a:spcAft>
              <a:buSzPts val="800"/>
              <a:buNone/>
              <a:defRPr sz="1000"/>
            </a:lvl3pPr>
            <a:lvl4pPr indent="-228600" lvl="3" marL="1828800" algn="l">
              <a:lnSpc>
                <a:spcPct val="100000"/>
              </a:lnSpc>
              <a:spcBef>
                <a:spcPts val="1000"/>
              </a:spcBef>
              <a:spcAft>
                <a:spcPts val="0"/>
              </a:spcAft>
              <a:buSzPts val="720"/>
              <a:buNone/>
              <a:defRPr sz="900"/>
            </a:lvl4pPr>
            <a:lvl5pPr indent="-228600" lvl="4" marL="2286000" algn="l">
              <a:lnSpc>
                <a:spcPct val="100000"/>
              </a:lnSpc>
              <a:spcBef>
                <a:spcPts val="1000"/>
              </a:spcBef>
              <a:spcAft>
                <a:spcPts val="0"/>
              </a:spcAft>
              <a:buSzPts val="720"/>
              <a:buNone/>
              <a:defRPr sz="900"/>
            </a:lvl5pPr>
            <a:lvl6pPr indent="-228600" lvl="5" marL="2743200" algn="l">
              <a:lnSpc>
                <a:spcPct val="100000"/>
              </a:lnSpc>
              <a:spcBef>
                <a:spcPts val="1000"/>
              </a:spcBef>
              <a:spcAft>
                <a:spcPts val="0"/>
              </a:spcAft>
              <a:buSzPts val="720"/>
              <a:buNone/>
              <a:defRPr sz="900"/>
            </a:lvl6pPr>
            <a:lvl7pPr indent="-228600" lvl="6" marL="3200400" algn="l">
              <a:lnSpc>
                <a:spcPct val="100000"/>
              </a:lnSpc>
              <a:spcBef>
                <a:spcPts val="1000"/>
              </a:spcBef>
              <a:spcAft>
                <a:spcPts val="0"/>
              </a:spcAft>
              <a:buSzPts val="720"/>
              <a:buNone/>
              <a:defRPr sz="900"/>
            </a:lvl7pPr>
            <a:lvl8pPr indent="-228600" lvl="7" marL="3657600" algn="l">
              <a:lnSpc>
                <a:spcPct val="100000"/>
              </a:lnSpc>
              <a:spcBef>
                <a:spcPts val="1000"/>
              </a:spcBef>
              <a:spcAft>
                <a:spcPts val="0"/>
              </a:spcAft>
              <a:buSzPts val="720"/>
              <a:buNone/>
              <a:defRPr sz="900"/>
            </a:lvl8pPr>
            <a:lvl9pPr indent="-228600" lvl="8" marL="4114800" algn="l">
              <a:lnSpc>
                <a:spcPct val="100000"/>
              </a:lnSpc>
              <a:spcBef>
                <a:spcPts val="1000"/>
              </a:spcBef>
              <a:spcAft>
                <a:spcPts val="0"/>
              </a:spcAft>
              <a:buSzPts val="720"/>
              <a:buNone/>
              <a:defRPr sz="900"/>
            </a:lvl9pPr>
          </a:lstStyle>
          <a:p/>
        </p:txBody>
      </p:sp>
      <p:sp>
        <p:nvSpPr>
          <p:cNvPr id="31" name="Google Shape;31;p105"/>
          <p:cNvSpPr txBox="1"/>
          <p:nvPr>
            <p:ph idx="7" type="body"/>
          </p:nvPr>
        </p:nvSpPr>
        <p:spPr>
          <a:xfrm>
            <a:off x="7124700" y="4250949"/>
            <a:ext cx="2932113" cy="5762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1000"/>
              </a:spcBef>
              <a:spcAft>
                <a:spcPts val="0"/>
              </a:spcAft>
              <a:buSzPts val="1920"/>
              <a:buNone/>
              <a:defRPr b="0" sz="2400">
                <a:solidFill>
                  <a:srgbClr val="86D1D8"/>
                </a:solidFill>
              </a:defRPr>
            </a:lvl1pPr>
            <a:lvl2pPr indent="-228600" lvl="1" marL="914400" algn="l">
              <a:lnSpc>
                <a:spcPct val="100000"/>
              </a:lnSpc>
              <a:spcBef>
                <a:spcPts val="1000"/>
              </a:spcBef>
              <a:spcAft>
                <a:spcPts val="0"/>
              </a:spcAft>
              <a:buSzPts val="1600"/>
              <a:buNone/>
              <a:defRPr b="1" sz="2000"/>
            </a:lvl2pPr>
            <a:lvl3pPr indent="-228600" lvl="2" marL="1371600" algn="l">
              <a:lnSpc>
                <a:spcPct val="100000"/>
              </a:lnSpc>
              <a:spcBef>
                <a:spcPts val="1000"/>
              </a:spcBef>
              <a:spcAft>
                <a:spcPts val="0"/>
              </a:spcAft>
              <a:buSzPts val="1440"/>
              <a:buNone/>
              <a:defRPr b="1" sz="1800"/>
            </a:lvl3pPr>
            <a:lvl4pPr indent="-228600" lvl="3" marL="1828800" algn="l">
              <a:lnSpc>
                <a:spcPct val="100000"/>
              </a:lnSpc>
              <a:spcBef>
                <a:spcPts val="1000"/>
              </a:spcBef>
              <a:spcAft>
                <a:spcPts val="0"/>
              </a:spcAft>
              <a:buSzPts val="1280"/>
              <a:buNone/>
              <a:defRPr b="1" sz="1600"/>
            </a:lvl4pPr>
            <a:lvl5pPr indent="-228600" lvl="4" marL="2286000" algn="l">
              <a:lnSpc>
                <a:spcPct val="100000"/>
              </a:lnSpc>
              <a:spcBef>
                <a:spcPts val="1000"/>
              </a:spcBef>
              <a:spcAft>
                <a:spcPts val="0"/>
              </a:spcAft>
              <a:buSzPts val="1280"/>
              <a:buNone/>
              <a:defRPr b="1" sz="1600"/>
            </a:lvl5pPr>
            <a:lvl6pPr indent="-228600" lvl="5" marL="2743200" algn="l">
              <a:lnSpc>
                <a:spcPct val="100000"/>
              </a:lnSpc>
              <a:spcBef>
                <a:spcPts val="1000"/>
              </a:spcBef>
              <a:spcAft>
                <a:spcPts val="0"/>
              </a:spcAft>
              <a:buSzPts val="1280"/>
              <a:buNone/>
              <a:defRPr b="1" sz="1600"/>
            </a:lvl6pPr>
            <a:lvl7pPr indent="-228600" lvl="6" marL="3200400" algn="l">
              <a:lnSpc>
                <a:spcPct val="100000"/>
              </a:lnSpc>
              <a:spcBef>
                <a:spcPts val="1000"/>
              </a:spcBef>
              <a:spcAft>
                <a:spcPts val="0"/>
              </a:spcAft>
              <a:buSzPts val="1280"/>
              <a:buNone/>
              <a:defRPr b="1" sz="1600"/>
            </a:lvl7pPr>
            <a:lvl8pPr indent="-228600" lvl="7" marL="3657600" algn="l">
              <a:lnSpc>
                <a:spcPct val="100000"/>
              </a:lnSpc>
              <a:spcBef>
                <a:spcPts val="1000"/>
              </a:spcBef>
              <a:spcAft>
                <a:spcPts val="0"/>
              </a:spcAft>
              <a:buSzPts val="1280"/>
              <a:buNone/>
              <a:defRPr b="1" sz="1600"/>
            </a:lvl8pPr>
            <a:lvl9pPr indent="-228600" lvl="8" marL="4114800" algn="l">
              <a:lnSpc>
                <a:spcPct val="100000"/>
              </a:lnSpc>
              <a:spcBef>
                <a:spcPts val="1000"/>
              </a:spcBef>
              <a:spcAft>
                <a:spcPts val="0"/>
              </a:spcAft>
              <a:buSzPts val="1280"/>
              <a:buNone/>
              <a:defRPr b="1" sz="1600"/>
            </a:lvl9pPr>
          </a:lstStyle>
          <a:p/>
        </p:txBody>
      </p:sp>
      <p:sp>
        <p:nvSpPr>
          <p:cNvPr id="32" name="Google Shape;32;p105"/>
          <p:cNvSpPr/>
          <p:nvPr>
            <p:ph idx="8" type="pic"/>
          </p:nvPr>
        </p:nvSpPr>
        <p:spPr>
          <a:xfrm>
            <a:off x="7124699" y="2209800"/>
            <a:ext cx="2932113" cy="1524000"/>
          </a:xfrm>
          <a:prstGeom prst="roundRect">
            <a:avLst>
              <a:gd fmla="val 1858" name="adj"/>
            </a:avLst>
          </a:prstGeom>
          <a:noFill/>
          <a:ln>
            <a:noFill/>
          </a:ln>
          <a:effectLst>
            <a:outerShdw blurRad="50800" rotWithShape="0" algn="tl" dir="5400000" dist="50800">
              <a:srgbClr val="000000">
                <a:alpha val="41960"/>
              </a:srgbClr>
            </a:outerShdw>
          </a:effectLst>
        </p:spPr>
      </p:sp>
      <p:sp>
        <p:nvSpPr>
          <p:cNvPr id="33" name="Google Shape;33;p105"/>
          <p:cNvSpPr txBox="1"/>
          <p:nvPr>
            <p:ph idx="9" type="body"/>
          </p:nvPr>
        </p:nvSpPr>
        <p:spPr>
          <a:xfrm>
            <a:off x="7124575" y="4827208"/>
            <a:ext cx="2935997" cy="659189"/>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SzPts val="1120"/>
              <a:buNone/>
              <a:defRPr sz="1400"/>
            </a:lvl1pPr>
            <a:lvl2pPr indent="-228600" lvl="1" marL="914400" algn="l">
              <a:lnSpc>
                <a:spcPct val="100000"/>
              </a:lnSpc>
              <a:spcBef>
                <a:spcPts val="1000"/>
              </a:spcBef>
              <a:spcAft>
                <a:spcPts val="0"/>
              </a:spcAft>
              <a:buSzPts val="960"/>
              <a:buNone/>
              <a:defRPr sz="1200"/>
            </a:lvl2pPr>
            <a:lvl3pPr indent="-228600" lvl="2" marL="1371600" algn="l">
              <a:lnSpc>
                <a:spcPct val="100000"/>
              </a:lnSpc>
              <a:spcBef>
                <a:spcPts val="1000"/>
              </a:spcBef>
              <a:spcAft>
                <a:spcPts val="0"/>
              </a:spcAft>
              <a:buSzPts val="800"/>
              <a:buNone/>
              <a:defRPr sz="1000"/>
            </a:lvl3pPr>
            <a:lvl4pPr indent="-228600" lvl="3" marL="1828800" algn="l">
              <a:lnSpc>
                <a:spcPct val="100000"/>
              </a:lnSpc>
              <a:spcBef>
                <a:spcPts val="1000"/>
              </a:spcBef>
              <a:spcAft>
                <a:spcPts val="0"/>
              </a:spcAft>
              <a:buSzPts val="720"/>
              <a:buNone/>
              <a:defRPr sz="900"/>
            </a:lvl4pPr>
            <a:lvl5pPr indent="-228600" lvl="4" marL="2286000" algn="l">
              <a:lnSpc>
                <a:spcPct val="100000"/>
              </a:lnSpc>
              <a:spcBef>
                <a:spcPts val="1000"/>
              </a:spcBef>
              <a:spcAft>
                <a:spcPts val="0"/>
              </a:spcAft>
              <a:buSzPts val="720"/>
              <a:buNone/>
              <a:defRPr sz="900"/>
            </a:lvl5pPr>
            <a:lvl6pPr indent="-228600" lvl="5" marL="2743200" algn="l">
              <a:lnSpc>
                <a:spcPct val="100000"/>
              </a:lnSpc>
              <a:spcBef>
                <a:spcPts val="1000"/>
              </a:spcBef>
              <a:spcAft>
                <a:spcPts val="0"/>
              </a:spcAft>
              <a:buSzPts val="720"/>
              <a:buNone/>
              <a:defRPr sz="900"/>
            </a:lvl6pPr>
            <a:lvl7pPr indent="-228600" lvl="6" marL="3200400" algn="l">
              <a:lnSpc>
                <a:spcPct val="100000"/>
              </a:lnSpc>
              <a:spcBef>
                <a:spcPts val="1000"/>
              </a:spcBef>
              <a:spcAft>
                <a:spcPts val="0"/>
              </a:spcAft>
              <a:buSzPts val="720"/>
              <a:buNone/>
              <a:defRPr sz="900"/>
            </a:lvl7pPr>
            <a:lvl8pPr indent="-228600" lvl="7" marL="3657600" algn="l">
              <a:lnSpc>
                <a:spcPct val="100000"/>
              </a:lnSpc>
              <a:spcBef>
                <a:spcPts val="1000"/>
              </a:spcBef>
              <a:spcAft>
                <a:spcPts val="0"/>
              </a:spcAft>
              <a:buSzPts val="720"/>
              <a:buNone/>
              <a:defRPr sz="900"/>
            </a:lvl8pPr>
            <a:lvl9pPr indent="-228600" lvl="8" marL="4114800" algn="l">
              <a:lnSpc>
                <a:spcPct val="100000"/>
              </a:lnSpc>
              <a:spcBef>
                <a:spcPts val="1000"/>
              </a:spcBef>
              <a:spcAft>
                <a:spcPts val="0"/>
              </a:spcAft>
              <a:buSzPts val="720"/>
              <a:buNone/>
              <a:defRPr sz="900"/>
            </a:lvl9pPr>
          </a:lstStyle>
          <a:p/>
        </p:txBody>
      </p:sp>
      <p:cxnSp>
        <p:nvCxnSpPr>
          <p:cNvPr id="34" name="Google Shape;34;p105"/>
          <p:cNvCxnSpPr/>
          <p:nvPr/>
        </p:nvCxnSpPr>
        <p:spPr>
          <a:xfrm>
            <a:off x="3726142" y="2133600"/>
            <a:ext cx="0" cy="3962400"/>
          </a:xfrm>
          <a:prstGeom prst="straightConnector1">
            <a:avLst/>
          </a:prstGeom>
          <a:noFill/>
          <a:ln cap="flat" cmpd="sng" w="12700">
            <a:solidFill>
              <a:srgbClr val="86D1D8">
                <a:alpha val="40000"/>
              </a:srgbClr>
            </a:solidFill>
            <a:prstDash val="solid"/>
            <a:round/>
            <a:headEnd len="sm" w="sm" type="none"/>
            <a:tailEnd len="sm" w="sm" type="none"/>
          </a:ln>
        </p:spPr>
      </p:cxnSp>
      <p:cxnSp>
        <p:nvCxnSpPr>
          <p:cNvPr id="35" name="Google Shape;35;p105"/>
          <p:cNvCxnSpPr/>
          <p:nvPr/>
        </p:nvCxnSpPr>
        <p:spPr>
          <a:xfrm>
            <a:off x="6962227" y="2133600"/>
            <a:ext cx="0" cy="3966882"/>
          </a:xfrm>
          <a:prstGeom prst="straightConnector1">
            <a:avLst/>
          </a:prstGeom>
          <a:noFill/>
          <a:ln cap="flat" cmpd="sng" w="12700">
            <a:solidFill>
              <a:srgbClr val="86D1D8">
                <a:alpha val="40000"/>
              </a:srgbClr>
            </a:solidFill>
            <a:prstDash val="solid"/>
            <a:round/>
            <a:headEnd len="sm" w="sm" type="none"/>
            <a:tailEnd len="sm" w="sm" type="none"/>
          </a:ln>
        </p:spPr>
      </p:cxnSp>
      <p:sp>
        <p:nvSpPr>
          <p:cNvPr id="36" name="Google Shape;36;p105"/>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105"/>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105"/>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9" name="Shape 39"/>
        <p:cNvGrpSpPr/>
        <p:nvPr/>
      </p:nvGrpSpPr>
      <p:grpSpPr>
        <a:xfrm>
          <a:off x="0" y="0"/>
          <a:ext cx="0" cy="0"/>
          <a:chOff x="0" y="0"/>
          <a:chExt cx="0" cy="0"/>
        </a:xfrm>
      </p:grpSpPr>
      <p:sp>
        <p:nvSpPr>
          <p:cNvPr id="40" name="Google Shape;40;p94"/>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94"/>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94"/>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3" name="Shape 43"/>
        <p:cNvGrpSpPr/>
        <p:nvPr/>
      </p:nvGrpSpPr>
      <p:grpSpPr>
        <a:xfrm>
          <a:off x="0" y="0"/>
          <a:ext cx="0" cy="0"/>
          <a:chOff x="0" y="0"/>
          <a:chExt cx="0" cy="0"/>
        </a:xfrm>
      </p:grpSpPr>
      <p:sp>
        <p:nvSpPr>
          <p:cNvPr id="44" name="Google Shape;44;p96"/>
          <p:cNvSpPr txBox="1"/>
          <p:nvPr>
            <p:ph type="title"/>
          </p:nvPr>
        </p:nvSpPr>
        <p:spPr>
          <a:xfrm>
            <a:off x="646111" y="452718"/>
            <a:ext cx="9404723" cy="140053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Clr>
                <a:schemeClr val="lt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96"/>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96"/>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96"/>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8" name="Shape 48"/>
        <p:cNvGrpSpPr/>
        <p:nvPr/>
      </p:nvGrpSpPr>
      <p:grpSpPr>
        <a:xfrm>
          <a:off x="0" y="0"/>
          <a:ext cx="0" cy="0"/>
          <a:chOff x="0" y="0"/>
          <a:chExt cx="0" cy="0"/>
        </a:xfrm>
      </p:grpSpPr>
      <p:sp>
        <p:nvSpPr>
          <p:cNvPr id="49" name="Google Shape;49;p95"/>
          <p:cNvSpPr txBox="1"/>
          <p:nvPr>
            <p:ph type="title"/>
          </p:nvPr>
        </p:nvSpPr>
        <p:spPr>
          <a:xfrm>
            <a:off x="1154956" y="2861733"/>
            <a:ext cx="8825657" cy="191564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chemeClr val="lt2"/>
              </a:buClr>
              <a:buSzPts val="4000"/>
              <a:buFont typeface="Century Gothic"/>
              <a:buNone/>
              <a:defRPr b="0"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95"/>
          <p:cNvSpPr txBox="1"/>
          <p:nvPr>
            <p:ph idx="1" type="body"/>
          </p:nvPr>
        </p:nvSpPr>
        <p:spPr>
          <a:xfrm>
            <a:off x="1154955" y="4777381"/>
            <a:ext cx="8825658" cy="8604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SzPts val="1600"/>
              <a:buNone/>
              <a:defRPr sz="2000" cap="none">
                <a:solidFill>
                  <a:srgbClr val="86D1D8"/>
                </a:solidFill>
              </a:defRPr>
            </a:lvl1pPr>
            <a:lvl2pPr indent="-228600" lvl="1" marL="914400" algn="l">
              <a:lnSpc>
                <a:spcPct val="100000"/>
              </a:lnSpc>
              <a:spcBef>
                <a:spcPts val="1000"/>
              </a:spcBef>
              <a:spcAft>
                <a:spcPts val="0"/>
              </a:spcAft>
              <a:buSzPts val="1440"/>
              <a:buNone/>
              <a:defRPr sz="1800">
                <a:solidFill>
                  <a:schemeClr val="lt1"/>
                </a:solidFill>
              </a:defRPr>
            </a:lvl2pPr>
            <a:lvl3pPr indent="-228600" lvl="2" marL="1371600" algn="l">
              <a:lnSpc>
                <a:spcPct val="100000"/>
              </a:lnSpc>
              <a:spcBef>
                <a:spcPts val="1000"/>
              </a:spcBef>
              <a:spcAft>
                <a:spcPts val="0"/>
              </a:spcAft>
              <a:buSzPts val="1280"/>
              <a:buNone/>
              <a:defRPr sz="1600">
                <a:solidFill>
                  <a:schemeClr val="lt1"/>
                </a:solidFill>
              </a:defRPr>
            </a:lvl3pPr>
            <a:lvl4pPr indent="-228600" lvl="3" marL="1828800" algn="l">
              <a:lnSpc>
                <a:spcPct val="100000"/>
              </a:lnSpc>
              <a:spcBef>
                <a:spcPts val="1000"/>
              </a:spcBef>
              <a:spcAft>
                <a:spcPts val="0"/>
              </a:spcAft>
              <a:buSzPts val="1120"/>
              <a:buNone/>
              <a:defRPr sz="1400">
                <a:solidFill>
                  <a:schemeClr val="lt1"/>
                </a:solidFill>
              </a:defRPr>
            </a:lvl4pPr>
            <a:lvl5pPr indent="-228600" lvl="4" marL="2286000" algn="l">
              <a:lnSpc>
                <a:spcPct val="100000"/>
              </a:lnSpc>
              <a:spcBef>
                <a:spcPts val="1000"/>
              </a:spcBef>
              <a:spcAft>
                <a:spcPts val="0"/>
              </a:spcAft>
              <a:buSzPts val="1120"/>
              <a:buNone/>
              <a:defRPr sz="1400">
                <a:solidFill>
                  <a:schemeClr val="lt1"/>
                </a:solidFill>
              </a:defRPr>
            </a:lvl5pPr>
            <a:lvl6pPr indent="-228600" lvl="5" marL="2743200" algn="l">
              <a:lnSpc>
                <a:spcPct val="100000"/>
              </a:lnSpc>
              <a:spcBef>
                <a:spcPts val="1000"/>
              </a:spcBef>
              <a:spcAft>
                <a:spcPts val="0"/>
              </a:spcAft>
              <a:buSzPts val="1120"/>
              <a:buNone/>
              <a:defRPr sz="1400">
                <a:solidFill>
                  <a:schemeClr val="lt1"/>
                </a:solidFill>
              </a:defRPr>
            </a:lvl6pPr>
            <a:lvl7pPr indent="-228600" lvl="6" marL="3200400" algn="l">
              <a:lnSpc>
                <a:spcPct val="100000"/>
              </a:lnSpc>
              <a:spcBef>
                <a:spcPts val="1000"/>
              </a:spcBef>
              <a:spcAft>
                <a:spcPts val="0"/>
              </a:spcAft>
              <a:buSzPts val="1120"/>
              <a:buNone/>
              <a:defRPr sz="1400">
                <a:solidFill>
                  <a:schemeClr val="lt1"/>
                </a:solidFill>
              </a:defRPr>
            </a:lvl7pPr>
            <a:lvl8pPr indent="-228600" lvl="7" marL="3657600" algn="l">
              <a:lnSpc>
                <a:spcPct val="100000"/>
              </a:lnSpc>
              <a:spcBef>
                <a:spcPts val="1000"/>
              </a:spcBef>
              <a:spcAft>
                <a:spcPts val="0"/>
              </a:spcAft>
              <a:buSzPts val="1120"/>
              <a:buNone/>
              <a:defRPr sz="1400">
                <a:solidFill>
                  <a:schemeClr val="lt1"/>
                </a:solidFill>
              </a:defRPr>
            </a:lvl8pPr>
            <a:lvl9pPr indent="-228600" lvl="8" marL="4114800" algn="l">
              <a:lnSpc>
                <a:spcPct val="100000"/>
              </a:lnSpc>
              <a:spcBef>
                <a:spcPts val="1000"/>
              </a:spcBef>
              <a:spcAft>
                <a:spcPts val="0"/>
              </a:spcAft>
              <a:buSzPts val="1120"/>
              <a:buNone/>
              <a:defRPr sz="1400">
                <a:solidFill>
                  <a:schemeClr val="lt1"/>
                </a:solidFill>
              </a:defRPr>
            </a:lvl9pPr>
          </a:lstStyle>
          <a:p/>
        </p:txBody>
      </p:sp>
      <p:sp>
        <p:nvSpPr>
          <p:cNvPr id="51" name="Google Shape;51;p95"/>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95"/>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95"/>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4" name="Shape 54"/>
        <p:cNvGrpSpPr/>
        <p:nvPr/>
      </p:nvGrpSpPr>
      <p:grpSpPr>
        <a:xfrm>
          <a:off x="0" y="0"/>
          <a:ext cx="0" cy="0"/>
          <a:chOff x="0" y="0"/>
          <a:chExt cx="0" cy="0"/>
        </a:xfrm>
      </p:grpSpPr>
      <p:sp>
        <p:nvSpPr>
          <p:cNvPr id="55" name="Google Shape;55;p97"/>
          <p:cNvSpPr txBox="1"/>
          <p:nvPr>
            <p:ph type="title"/>
          </p:nvPr>
        </p:nvSpPr>
        <p:spPr>
          <a:xfrm>
            <a:off x="646111" y="452718"/>
            <a:ext cx="9404723" cy="140053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Clr>
                <a:schemeClr val="lt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97"/>
          <p:cNvSpPr txBox="1"/>
          <p:nvPr>
            <p:ph idx="1" type="body"/>
          </p:nvPr>
        </p:nvSpPr>
        <p:spPr>
          <a:xfrm>
            <a:off x="1103312" y="2052918"/>
            <a:ext cx="8946541" cy="4195481"/>
          </a:xfrm>
          <a:prstGeom prst="rect">
            <a:avLst/>
          </a:prstGeom>
          <a:noFill/>
          <a:ln>
            <a:noFill/>
          </a:ln>
        </p:spPr>
        <p:txBody>
          <a:bodyPr anchorCtr="0" anchor="t" bIns="45700" lIns="91425" spcFirstLastPara="1" rIns="91425" wrap="square" tIns="45700">
            <a:normAutofit/>
          </a:bodyPr>
          <a:lstStyle>
            <a:lvl1pPr indent="-320040" lvl="0" marL="457200" algn="l">
              <a:lnSpc>
                <a:spcPct val="100000"/>
              </a:lnSpc>
              <a:spcBef>
                <a:spcPts val="1000"/>
              </a:spcBef>
              <a:spcAft>
                <a:spcPts val="0"/>
              </a:spcAft>
              <a:buSzPts val="1440"/>
              <a:buChar char="►"/>
              <a:defRPr/>
            </a:lvl1pPr>
            <a:lvl2pPr indent="-320040" lvl="1" marL="914400" algn="l">
              <a:lnSpc>
                <a:spcPct val="100000"/>
              </a:lnSpc>
              <a:spcBef>
                <a:spcPts val="1000"/>
              </a:spcBef>
              <a:spcAft>
                <a:spcPts val="0"/>
              </a:spcAft>
              <a:buSzPts val="1440"/>
              <a:buChar char="►"/>
              <a:defRPr/>
            </a:lvl2pPr>
            <a:lvl3pPr indent="-320039" lvl="2" marL="1371600" algn="l">
              <a:lnSpc>
                <a:spcPct val="100000"/>
              </a:lnSpc>
              <a:spcBef>
                <a:spcPts val="1000"/>
              </a:spcBef>
              <a:spcAft>
                <a:spcPts val="0"/>
              </a:spcAft>
              <a:buSzPts val="1440"/>
              <a:buChar char="►"/>
              <a:defRPr/>
            </a:lvl3pPr>
            <a:lvl4pPr indent="-320039" lvl="3" marL="1828800" algn="l">
              <a:lnSpc>
                <a:spcPct val="100000"/>
              </a:lnSpc>
              <a:spcBef>
                <a:spcPts val="1000"/>
              </a:spcBef>
              <a:spcAft>
                <a:spcPts val="0"/>
              </a:spcAft>
              <a:buSzPts val="1440"/>
              <a:buChar char="►"/>
              <a:defRPr/>
            </a:lvl4pPr>
            <a:lvl5pPr indent="-320039" lvl="4" marL="2286000" algn="l">
              <a:lnSpc>
                <a:spcPct val="100000"/>
              </a:lnSpc>
              <a:spcBef>
                <a:spcPts val="1000"/>
              </a:spcBef>
              <a:spcAft>
                <a:spcPts val="0"/>
              </a:spcAft>
              <a:buSzPts val="1440"/>
              <a:buChar char="►"/>
              <a:defRPr/>
            </a:lvl5pPr>
            <a:lvl6pPr indent="-320039" lvl="5" marL="2743200" algn="l">
              <a:lnSpc>
                <a:spcPct val="100000"/>
              </a:lnSpc>
              <a:spcBef>
                <a:spcPts val="1000"/>
              </a:spcBef>
              <a:spcAft>
                <a:spcPts val="0"/>
              </a:spcAft>
              <a:buSzPts val="1440"/>
              <a:buChar char="►"/>
              <a:defRPr/>
            </a:lvl6pPr>
            <a:lvl7pPr indent="-320039" lvl="6" marL="3200400" algn="l">
              <a:lnSpc>
                <a:spcPct val="100000"/>
              </a:lnSpc>
              <a:spcBef>
                <a:spcPts val="1000"/>
              </a:spcBef>
              <a:spcAft>
                <a:spcPts val="0"/>
              </a:spcAft>
              <a:buSzPts val="1440"/>
              <a:buChar char="►"/>
              <a:defRPr/>
            </a:lvl7pPr>
            <a:lvl8pPr indent="-320040" lvl="7" marL="3657600" algn="l">
              <a:lnSpc>
                <a:spcPct val="100000"/>
              </a:lnSpc>
              <a:spcBef>
                <a:spcPts val="1000"/>
              </a:spcBef>
              <a:spcAft>
                <a:spcPts val="0"/>
              </a:spcAft>
              <a:buSzPts val="1440"/>
              <a:buChar char="►"/>
              <a:defRPr/>
            </a:lvl8pPr>
            <a:lvl9pPr indent="-320040" lvl="8" marL="4114800" algn="l">
              <a:lnSpc>
                <a:spcPct val="100000"/>
              </a:lnSpc>
              <a:spcBef>
                <a:spcPts val="1000"/>
              </a:spcBef>
              <a:spcAft>
                <a:spcPts val="0"/>
              </a:spcAft>
              <a:buSzPts val="1440"/>
              <a:buChar char="►"/>
              <a:defRPr/>
            </a:lvl9pPr>
          </a:lstStyle>
          <a:p/>
        </p:txBody>
      </p:sp>
      <p:sp>
        <p:nvSpPr>
          <p:cNvPr id="57" name="Google Shape;57;p97"/>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97"/>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97"/>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0" name="Shape 60"/>
        <p:cNvGrpSpPr/>
        <p:nvPr/>
      </p:nvGrpSpPr>
      <p:grpSpPr>
        <a:xfrm>
          <a:off x="0" y="0"/>
          <a:ext cx="0" cy="0"/>
          <a:chOff x="0" y="0"/>
          <a:chExt cx="0" cy="0"/>
        </a:xfrm>
      </p:grpSpPr>
      <p:sp>
        <p:nvSpPr>
          <p:cNvPr id="61" name="Google Shape;61;p93"/>
          <p:cNvSpPr txBox="1"/>
          <p:nvPr>
            <p:ph type="title"/>
          </p:nvPr>
        </p:nvSpPr>
        <p:spPr>
          <a:xfrm>
            <a:off x="646111" y="452718"/>
            <a:ext cx="9404723" cy="140053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Clr>
                <a:schemeClr val="lt2"/>
              </a:buClr>
              <a:buSzPts val="4200"/>
              <a:buFont typeface="Century Gothic"/>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93"/>
          <p:cNvSpPr txBox="1"/>
          <p:nvPr>
            <p:ph idx="1" type="body"/>
          </p:nvPr>
        </p:nvSpPr>
        <p:spPr>
          <a:xfrm>
            <a:off x="1103313" y="1905000"/>
            <a:ext cx="4396338" cy="5762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1000"/>
              </a:spcBef>
              <a:spcAft>
                <a:spcPts val="0"/>
              </a:spcAft>
              <a:buSzPts val="1920"/>
              <a:buNone/>
              <a:defRPr b="0" sz="2400">
                <a:solidFill>
                  <a:srgbClr val="86D1D8"/>
                </a:solidFill>
              </a:defRPr>
            </a:lvl1pPr>
            <a:lvl2pPr indent="-228600" lvl="1" marL="914400" algn="l">
              <a:lnSpc>
                <a:spcPct val="100000"/>
              </a:lnSpc>
              <a:spcBef>
                <a:spcPts val="1000"/>
              </a:spcBef>
              <a:spcAft>
                <a:spcPts val="0"/>
              </a:spcAft>
              <a:buSzPts val="1600"/>
              <a:buNone/>
              <a:defRPr b="1" sz="2000"/>
            </a:lvl2pPr>
            <a:lvl3pPr indent="-228600" lvl="2" marL="1371600" algn="l">
              <a:lnSpc>
                <a:spcPct val="100000"/>
              </a:lnSpc>
              <a:spcBef>
                <a:spcPts val="1000"/>
              </a:spcBef>
              <a:spcAft>
                <a:spcPts val="0"/>
              </a:spcAft>
              <a:buSzPts val="1440"/>
              <a:buNone/>
              <a:defRPr b="1" sz="1800"/>
            </a:lvl3pPr>
            <a:lvl4pPr indent="-228600" lvl="3" marL="1828800" algn="l">
              <a:lnSpc>
                <a:spcPct val="100000"/>
              </a:lnSpc>
              <a:spcBef>
                <a:spcPts val="1000"/>
              </a:spcBef>
              <a:spcAft>
                <a:spcPts val="0"/>
              </a:spcAft>
              <a:buSzPts val="1280"/>
              <a:buNone/>
              <a:defRPr b="1" sz="1600"/>
            </a:lvl4pPr>
            <a:lvl5pPr indent="-228600" lvl="4" marL="2286000" algn="l">
              <a:lnSpc>
                <a:spcPct val="100000"/>
              </a:lnSpc>
              <a:spcBef>
                <a:spcPts val="1000"/>
              </a:spcBef>
              <a:spcAft>
                <a:spcPts val="0"/>
              </a:spcAft>
              <a:buSzPts val="1280"/>
              <a:buNone/>
              <a:defRPr b="1" sz="1600"/>
            </a:lvl5pPr>
            <a:lvl6pPr indent="-228600" lvl="5" marL="2743200" algn="l">
              <a:lnSpc>
                <a:spcPct val="100000"/>
              </a:lnSpc>
              <a:spcBef>
                <a:spcPts val="1000"/>
              </a:spcBef>
              <a:spcAft>
                <a:spcPts val="0"/>
              </a:spcAft>
              <a:buSzPts val="1280"/>
              <a:buNone/>
              <a:defRPr b="1" sz="1600"/>
            </a:lvl6pPr>
            <a:lvl7pPr indent="-228600" lvl="6" marL="3200400" algn="l">
              <a:lnSpc>
                <a:spcPct val="100000"/>
              </a:lnSpc>
              <a:spcBef>
                <a:spcPts val="1000"/>
              </a:spcBef>
              <a:spcAft>
                <a:spcPts val="0"/>
              </a:spcAft>
              <a:buSzPts val="1280"/>
              <a:buNone/>
              <a:defRPr b="1" sz="1600"/>
            </a:lvl7pPr>
            <a:lvl8pPr indent="-228600" lvl="7" marL="3657600" algn="l">
              <a:lnSpc>
                <a:spcPct val="100000"/>
              </a:lnSpc>
              <a:spcBef>
                <a:spcPts val="1000"/>
              </a:spcBef>
              <a:spcAft>
                <a:spcPts val="0"/>
              </a:spcAft>
              <a:buSzPts val="1280"/>
              <a:buNone/>
              <a:defRPr b="1" sz="1600"/>
            </a:lvl8pPr>
            <a:lvl9pPr indent="-228600" lvl="8" marL="4114800" algn="l">
              <a:lnSpc>
                <a:spcPct val="100000"/>
              </a:lnSpc>
              <a:spcBef>
                <a:spcPts val="1000"/>
              </a:spcBef>
              <a:spcAft>
                <a:spcPts val="0"/>
              </a:spcAft>
              <a:buSzPts val="1280"/>
              <a:buNone/>
              <a:defRPr b="1" sz="1600"/>
            </a:lvl9pPr>
          </a:lstStyle>
          <a:p/>
        </p:txBody>
      </p:sp>
      <p:sp>
        <p:nvSpPr>
          <p:cNvPr id="63" name="Google Shape;63;p93"/>
          <p:cNvSpPr txBox="1"/>
          <p:nvPr>
            <p:ph idx="2" type="body"/>
          </p:nvPr>
        </p:nvSpPr>
        <p:spPr>
          <a:xfrm>
            <a:off x="1103312" y="2514600"/>
            <a:ext cx="4396339" cy="3741738"/>
          </a:xfrm>
          <a:prstGeom prst="rect">
            <a:avLst/>
          </a:prstGeom>
          <a:noFill/>
          <a:ln>
            <a:noFill/>
          </a:ln>
        </p:spPr>
        <p:txBody>
          <a:bodyPr anchorCtr="0" anchor="t" bIns="45700" lIns="91425" spcFirstLastPara="1" rIns="91425" wrap="square" tIns="45700">
            <a:normAutofit/>
          </a:bodyPr>
          <a:lstStyle>
            <a:lvl1pPr indent="-320040" lvl="0" marL="457200" algn="l">
              <a:lnSpc>
                <a:spcPct val="100000"/>
              </a:lnSpc>
              <a:spcBef>
                <a:spcPts val="1000"/>
              </a:spcBef>
              <a:spcAft>
                <a:spcPts val="0"/>
              </a:spcAft>
              <a:buSzPts val="1440"/>
              <a:buChar char="►"/>
              <a:defRPr sz="1800"/>
            </a:lvl1pPr>
            <a:lvl2pPr indent="-309880" lvl="1" marL="914400" algn="l">
              <a:lnSpc>
                <a:spcPct val="100000"/>
              </a:lnSpc>
              <a:spcBef>
                <a:spcPts val="1000"/>
              </a:spcBef>
              <a:spcAft>
                <a:spcPts val="0"/>
              </a:spcAft>
              <a:buSzPts val="1280"/>
              <a:buChar char="►"/>
              <a:defRPr sz="1600"/>
            </a:lvl2pPr>
            <a:lvl3pPr indent="-299719" lvl="2" marL="1371600" algn="l">
              <a:lnSpc>
                <a:spcPct val="100000"/>
              </a:lnSpc>
              <a:spcBef>
                <a:spcPts val="1000"/>
              </a:spcBef>
              <a:spcAft>
                <a:spcPts val="0"/>
              </a:spcAft>
              <a:buSzPts val="1120"/>
              <a:buChar char="►"/>
              <a:defRPr sz="1400"/>
            </a:lvl3pPr>
            <a:lvl4pPr indent="-289560" lvl="3" marL="1828800" algn="l">
              <a:lnSpc>
                <a:spcPct val="100000"/>
              </a:lnSpc>
              <a:spcBef>
                <a:spcPts val="1000"/>
              </a:spcBef>
              <a:spcAft>
                <a:spcPts val="0"/>
              </a:spcAft>
              <a:buSzPts val="960"/>
              <a:buChar char="►"/>
              <a:defRPr sz="1200"/>
            </a:lvl4pPr>
            <a:lvl5pPr indent="-289560" lvl="4" marL="2286000" algn="l">
              <a:lnSpc>
                <a:spcPct val="100000"/>
              </a:lnSpc>
              <a:spcBef>
                <a:spcPts val="1000"/>
              </a:spcBef>
              <a:spcAft>
                <a:spcPts val="0"/>
              </a:spcAft>
              <a:buSzPts val="960"/>
              <a:buChar char="►"/>
              <a:defRPr sz="1200"/>
            </a:lvl5pPr>
            <a:lvl6pPr indent="-289560" lvl="5" marL="2743200" algn="l">
              <a:lnSpc>
                <a:spcPct val="100000"/>
              </a:lnSpc>
              <a:spcBef>
                <a:spcPts val="1000"/>
              </a:spcBef>
              <a:spcAft>
                <a:spcPts val="0"/>
              </a:spcAft>
              <a:buSzPts val="960"/>
              <a:buChar char="►"/>
              <a:defRPr sz="1200"/>
            </a:lvl6pPr>
            <a:lvl7pPr indent="-289560" lvl="6" marL="3200400" algn="l">
              <a:lnSpc>
                <a:spcPct val="100000"/>
              </a:lnSpc>
              <a:spcBef>
                <a:spcPts val="1000"/>
              </a:spcBef>
              <a:spcAft>
                <a:spcPts val="0"/>
              </a:spcAft>
              <a:buSzPts val="960"/>
              <a:buChar char="►"/>
              <a:defRPr sz="1200"/>
            </a:lvl7pPr>
            <a:lvl8pPr indent="-289559" lvl="7" marL="3657600" algn="l">
              <a:lnSpc>
                <a:spcPct val="100000"/>
              </a:lnSpc>
              <a:spcBef>
                <a:spcPts val="1000"/>
              </a:spcBef>
              <a:spcAft>
                <a:spcPts val="0"/>
              </a:spcAft>
              <a:buSzPts val="960"/>
              <a:buChar char="►"/>
              <a:defRPr sz="1200"/>
            </a:lvl8pPr>
            <a:lvl9pPr indent="-289559" lvl="8" marL="4114800" algn="l">
              <a:lnSpc>
                <a:spcPct val="100000"/>
              </a:lnSpc>
              <a:spcBef>
                <a:spcPts val="1000"/>
              </a:spcBef>
              <a:spcAft>
                <a:spcPts val="0"/>
              </a:spcAft>
              <a:buSzPts val="960"/>
              <a:buChar char="►"/>
              <a:defRPr sz="1200"/>
            </a:lvl9pPr>
          </a:lstStyle>
          <a:p/>
        </p:txBody>
      </p:sp>
      <p:sp>
        <p:nvSpPr>
          <p:cNvPr id="64" name="Google Shape;64;p93"/>
          <p:cNvSpPr txBox="1"/>
          <p:nvPr>
            <p:ph idx="3" type="body"/>
          </p:nvPr>
        </p:nvSpPr>
        <p:spPr>
          <a:xfrm>
            <a:off x="5654495" y="1905000"/>
            <a:ext cx="4396339" cy="5762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1000"/>
              </a:spcBef>
              <a:spcAft>
                <a:spcPts val="0"/>
              </a:spcAft>
              <a:buSzPts val="1920"/>
              <a:buNone/>
              <a:defRPr b="0" sz="2400">
                <a:solidFill>
                  <a:srgbClr val="86D1D8"/>
                </a:solidFill>
              </a:defRPr>
            </a:lvl1pPr>
            <a:lvl2pPr indent="-228600" lvl="1" marL="914400" algn="l">
              <a:lnSpc>
                <a:spcPct val="100000"/>
              </a:lnSpc>
              <a:spcBef>
                <a:spcPts val="1000"/>
              </a:spcBef>
              <a:spcAft>
                <a:spcPts val="0"/>
              </a:spcAft>
              <a:buSzPts val="1600"/>
              <a:buNone/>
              <a:defRPr b="1" sz="2000"/>
            </a:lvl2pPr>
            <a:lvl3pPr indent="-228600" lvl="2" marL="1371600" algn="l">
              <a:lnSpc>
                <a:spcPct val="100000"/>
              </a:lnSpc>
              <a:spcBef>
                <a:spcPts val="1000"/>
              </a:spcBef>
              <a:spcAft>
                <a:spcPts val="0"/>
              </a:spcAft>
              <a:buSzPts val="1440"/>
              <a:buNone/>
              <a:defRPr b="1" sz="1800"/>
            </a:lvl3pPr>
            <a:lvl4pPr indent="-228600" lvl="3" marL="1828800" algn="l">
              <a:lnSpc>
                <a:spcPct val="100000"/>
              </a:lnSpc>
              <a:spcBef>
                <a:spcPts val="1000"/>
              </a:spcBef>
              <a:spcAft>
                <a:spcPts val="0"/>
              </a:spcAft>
              <a:buSzPts val="1280"/>
              <a:buNone/>
              <a:defRPr b="1" sz="1600"/>
            </a:lvl4pPr>
            <a:lvl5pPr indent="-228600" lvl="4" marL="2286000" algn="l">
              <a:lnSpc>
                <a:spcPct val="100000"/>
              </a:lnSpc>
              <a:spcBef>
                <a:spcPts val="1000"/>
              </a:spcBef>
              <a:spcAft>
                <a:spcPts val="0"/>
              </a:spcAft>
              <a:buSzPts val="1280"/>
              <a:buNone/>
              <a:defRPr b="1" sz="1600"/>
            </a:lvl5pPr>
            <a:lvl6pPr indent="-228600" lvl="5" marL="2743200" algn="l">
              <a:lnSpc>
                <a:spcPct val="100000"/>
              </a:lnSpc>
              <a:spcBef>
                <a:spcPts val="1000"/>
              </a:spcBef>
              <a:spcAft>
                <a:spcPts val="0"/>
              </a:spcAft>
              <a:buSzPts val="1280"/>
              <a:buNone/>
              <a:defRPr b="1" sz="1600"/>
            </a:lvl6pPr>
            <a:lvl7pPr indent="-228600" lvl="6" marL="3200400" algn="l">
              <a:lnSpc>
                <a:spcPct val="100000"/>
              </a:lnSpc>
              <a:spcBef>
                <a:spcPts val="1000"/>
              </a:spcBef>
              <a:spcAft>
                <a:spcPts val="0"/>
              </a:spcAft>
              <a:buSzPts val="1280"/>
              <a:buNone/>
              <a:defRPr b="1" sz="1600"/>
            </a:lvl7pPr>
            <a:lvl8pPr indent="-228600" lvl="7" marL="3657600" algn="l">
              <a:lnSpc>
                <a:spcPct val="100000"/>
              </a:lnSpc>
              <a:spcBef>
                <a:spcPts val="1000"/>
              </a:spcBef>
              <a:spcAft>
                <a:spcPts val="0"/>
              </a:spcAft>
              <a:buSzPts val="1280"/>
              <a:buNone/>
              <a:defRPr b="1" sz="1600"/>
            </a:lvl8pPr>
            <a:lvl9pPr indent="-228600" lvl="8" marL="4114800" algn="l">
              <a:lnSpc>
                <a:spcPct val="100000"/>
              </a:lnSpc>
              <a:spcBef>
                <a:spcPts val="1000"/>
              </a:spcBef>
              <a:spcAft>
                <a:spcPts val="0"/>
              </a:spcAft>
              <a:buSzPts val="1280"/>
              <a:buNone/>
              <a:defRPr b="1" sz="1600"/>
            </a:lvl9pPr>
          </a:lstStyle>
          <a:p/>
        </p:txBody>
      </p:sp>
      <p:sp>
        <p:nvSpPr>
          <p:cNvPr id="65" name="Google Shape;65;p93"/>
          <p:cNvSpPr txBox="1"/>
          <p:nvPr>
            <p:ph idx="4" type="body"/>
          </p:nvPr>
        </p:nvSpPr>
        <p:spPr>
          <a:xfrm>
            <a:off x="5654495" y="2514600"/>
            <a:ext cx="4396339" cy="3741738"/>
          </a:xfrm>
          <a:prstGeom prst="rect">
            <a:avLst/>
          </a:prstGeom>
          <a:noFill/>
          <a:ln>
            <a:noFill/>
          </a:ln>
        </p:spPr>
        <p:txBody>
          <a:bodyPr anchorCtr="0" anchor="t" bIns="45700" lIns="91425" spcFirstLastPara="1" rIns="91425" wrap="square" tIns="45700">
            <a:normAutofit/>
          </a:bodyPr>
          <a:lstStyle>
            <a:lvl1pPr indent="-320040" lvl="0" marL="457200" algn="l">
              <a:lnSpc>
                <a:spcPct val="100000"/>
              </a:lnSpc>
              <a:spcBef>
                <a:spcPts val="1000"/>
              </a:spcBef>
              <a:spcAft>
                <a:spcPts val="0"/>
              </a:spcAft>
              <a:buSzPts val="1440"/>
              <a:buChar char="►"/>
              <a:defRPr sz="1800"/>
            </a:lvl1pPr>
            <a:lvl2pPr indent="-309880" lvl="1" marL="914400" algn="l">
              <a:lnSpc>
                <a:spcPct val="100000"/>
              </a:lnSpc>
              <a:spcBef>
                <a:spcPts val="1000"/>
              </a:spcBef>
              <a:spcAft>
                <a:spcPts val="0"/>
              </a:spcAft>
              <a:buSzPts val="1280"/>
              <a:buChar char="►"/>
              <a:defRPr sz="1600"/>
            </a:lvl2pPr>
            <a:lvl3pPr indent="-299719" lvl="2" marL="1371600" algn="l">
              <a:lnSpc>
                <a:spcPct val="100000"/>
              </a:lnSpc>
              <a:spcBef>
                <a:spcPts val="1000"/>
              </a:spcBef>
              <a:spcAft>
                <a:spcPts val="0"/>
              </a:spcAft>
              <a:buSzPts val="1120"/>
              <a:buChar char="►"/>
              <a:defRPr sz="1400"/>
            </a:lvl3pPr>
            <a:lvl4pPr indent="-289560" lvl="3" marL="1828800" algn="l">
              <a:lnSpc>
                <a:spcPct val="100000"/>
              </a:lnSpc>
              <a:spcBef>
                <a:spcPts val="1000"/>
              </a:spcBef>
              <a:spcAft>
                <a:spcPts val="0"/>
              </a:spcAft>
              <a:buSzPts val="960"/>
              <a:buChar char="►"/>
              <a:defRPr sz="1200"/>
            </a:lvl4pPr>
            <a:lvl5pPr indent="-289560" lvl="4" marL="2286000" algn="l">
              <a:lnSpc>
                <a:spcPct val="100000"/>
              </a:lnSpc>
              <a:spcBef>
                <a:spcPts val="1000"/>
              </a:spcBef>
              <a:spcAft>
                <a:spcPts val="0"/>
              </a:spcAft>
              <a:buSzPts val="960"/>
              <a:buChar char="►"/>
              <a:defRPr sz="1200"/>
            </a:lvl5pPr>
            <a:lvl6pPr indent="-289560" lvl="5" marL="2743200" algn="l">
              <a:lnSpc>
                <a:spcPct val="100000"/>
              </a:lnSpc>
              <a:spcBef>
                <a:spcPts val="1000"/>
              </a:spcBef>
              <a:spcAft>
                <a:spcPts val="0"/>
              </a:spcAft>
              <a:buSzPts val="960"/>
              <a:buChar char="►"/>
              <a:defRPr sz="1200"/>
            </a:lvl6pPr>
            <a:lvl7pPr indent="-289560" lvl="6" marL="3200400" algn="l">
              <a:lnSpc>
                <a:spcPct val="100000"/>
              </a:lnSpc>
              <a:spcBef>
                <a:spcPts val="1000"/>
              </a:spcBef>
              <a:spcAft>
                <a:spcPts val="0"/>
              </a:spcAft>
              <a:buSzPts val="960"/>
              <a:buChar char="►"/>
              <a:defRPr sz="1200"/>
            </a:lvl7pPr>
            <a:lvl8pPr indent="-289559" lvl="7" marL="3657600" algn="l">
              <a:lnSpc>
                <a:spcPct val="100000"/>
              </a:lnSpc>
              <a:spcBef>
                <a:spcPts val="1000"/>
              </a:spcBef>
              <a:spcAft>
                <a:spcPts val="0"/>
              </a:spcAft>
              <a:buSzPts val="960"/>
              <a:buChar char="►"/>
              <a:defRPr sz="1200"/>
            </a:lvl8pPr>
            <a:lvl9pPr indent="-289559" lvl="8" marL="4114800" algn="l">
              <a:lnSpc>
                <a:spcPct val="100000"/>
              </a:lnSpc>
              <a:spcBef>
                <a:spcPts val="1000"/>
              </a:spcBef>
              <a:spcAft>
                <a:spcPts val="0"/>
              </a:spcAft>
              <a:buSzPts val="960"/>
              <a:buChar char="►"/>
              <a:defRPr sz="1200"/>
            </a:lvl9pPr>
          </a:lstStyle>
          <a:p/>
        </p:txBody>
      </p:sp>
      <p:sp>
        <p:nvSpPr>
          <p:cNvPr id="66" name="Google Shape;66;p93"/>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93"/>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93"/>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69" name="Shape 69"/>
        <p:cNvGrpSpPr/>
        <p:nvPr/>
      </p:nvGrpSpPr>
      <p:grpSpPr>
        <a:xfrm>
          <a:off x="0" y="0"/>
          <a:ext cx="0" cy="0"/>
          <a:chOff x="0" y="0"/>
          <a:chExt cx="0" cy="0"/>
        </a:xfrm>
      </p:grpSpPr>
      <p:sp>
        <p:nvSpPr>
          <p:cNvPr id="70" name="Google Shape;70;p92"/>
          <p:cNvSpPr txBox="1"/>
          <p:nvPr>
            <p:ph type="title"/>
          </p:nvPr>
        </p:nvSpPr>
        <p:spPr>
          <a:xfrm>
            <a:off x="646111" y="452718"/>
            <a:ext cx="9404723" cy="140053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Clr>
                <a:schemeClr val="lt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92"/>
          <p:cNvSpPr txBox="1"/>
          <p:nvPr>
            <p:ph idx="1" type="body"/>
          </p:nvPr>
        </p:nvSpPr>
        <p:spPr>
          <a:xfrm>
            <a:off x="1103312" y="2060575"/>
            <a:ext cx="4396339" cy="4195763"/>
          </a:xfrm>
          <a:prstGeom prst="rect">
            <a:avLst/>
          </a:prstGeom>
          <a:noFill/>
          <a:ln>
            <a:noFill/>
          </a:ln>
        </p:spPr>
        <p:txBody>
          <a:bodyPr anchorCtr="0" anchor="t" bIns="45700" lIns="91425" spcFirstLastPara="1" rIns="91425" wrap="square" tIns="45700">
            <a:normAutofit/>
          </a:bodyPr>
          <a:lstStyle>
            <a:lvl1pPr indent="-320040" lvl="0" marL="457200" algn="l">
              <a:lnSpc>
                <a:spcPct val="100000"/>
              </a:lnSpc>
              <a:spcBef>
                <a:spcPts val="1000"/>
              </a:spcBef>
              <a:spcAft>
                <a:spcPts val="0"/>
              </a:spcAft>
              <a:buSzPts val="1440"/>
              <a:buChar char="►"/>
              <a:defRPr sz="1800"/>
            </a:lvl1pPr>
            <a:lvl2pPr indent="-309880" lvl="1" marL="914400" algn="l">
              <a:lnSpc>
                <a:spcPct val="100000"/>
              </a:lnSpc>
              <a:spcBef>
                <a:spcPts val="1000"/>
              </a:spcBef>
              <a:spcAft>
                <a:spcPts val="0"/>
              </a:spcAft>
              <a:buSzPts val="1280"/>
              <a:buChar char="►"/>
              <a:defRPr sz="1600"/>
            </a:lvl2pPr>
            <a:lvl3pPr indent="-299719" lvl="2" marL="1371600" algn="l">
              <a:lnSpc>
                <a:spcPct val="100000"/>
              </a:lnSpc>
              <a:spcBef>
                <a:spcPts val="1000"/>
              </a:spcBef>
              <a:spcAft>
                <a:spcPts val="0"/>
              </a:spcAft>
              <a:buSzPts val="1120"/>
              <a:buChar char="►"/>
              <a:defRPr sz="1400"/>
            </a:lvl3pPr>
            <a:lvl4pPr indent="-289560" lvl="3" marL="1828800" algn="l">
              <a:lnSpc>
                <a:spcPct val="100000"/>
              </a:lnSpc>
              <a:spcBef>
                <a:spcPts val="1000"/>
              </a:spcBef>
              <a:spcAft>
                <a:spcPts val="0"/>
              </a:spcAft>
              <a:buSzPts val="960"/>
              <a:buChar char="►"/>
              <a:defRPr sz="1200"/>
            </a:lvl4pPr>
            <a:lvl5pPr indent="-289560" lvl="4" marL="2286000" algn="l">
              <a:lnSpc>
                <a:spcPct val="100000"/>
              </a:lnSpc>
              <a:spcBef>
                <a:spcPts val="1000"/>
              </a:spcBef>
              <a:spcAft>
                <a:spcPts val="0"/>
              </a:spcAft>
              <a:buSzPts val="960"/>
              <a:buChar char="►"/>
              <a:defRPr sz="1200"/>
            </a:lvl5pPr>
            <a:lvl6pPr indent="-289560" lvl="5" marL="2743200" algn="l">
              <a:lnSpc>
                <a:spcPct val="100000"/>
              </a:lnSpc>
              <a:spcBef>
                <a:spcPts val="1000"/>
              </a:spcBef>
              <a:spcAft>
                <a:spcPts val="0"/>
              </a:spcAft>
              <a:buSzPts val="960"/>
              <a:buChar char="►"/>
              <a:defRPr sz="1200"/>
            </a:lvl6pPr>
            <a:lvl7pPr indent="-289560" lvl="6" marL="3200400" algn="l">
              <a:lnSpc>
                <a:spcPct val="100000"/>
              </a:lnSpc>
              <a:spcBef>
                <a:spcPts val="1000"/>
              </a:spcBef>
              <a:spcAft>
                <a:spcPts val="0"/>
              </a:spcAft>
              <a:buSzPts val="960"/>
              <a:buChar char="►"/>
              <a:defRPr sz="1200"/>
            </a:lvl7pPr>
            <a:lvl8pPr indent="-289559" lvl="7" marL="3657600" algn="l">
              <a:lnSpc>
                <a:spcPct val="100000"/>
              </a:lnSpc>
              <a:spcBef>
                <a:spcPts val="1000"/>
              </a:spcBef>
              <a:spcAft>
                <a:spcPts val="0"/>
              </a:spcAft>
              <a:buSzPts val="960"/>
              <a:buChar char="►"/>
              <a:defRPr sz="1200"/>
            </a:lvl8pPr>
            <a:lvl9pPr indent="-289559" lvl="8" marL="4114800" algn="l">
              <a:lnSpc>
                <a:spcPct val="100000"/>
              </a:lnSpc>
              <a:spcBef>
                <a:spcPts val="1000"/>
              </a:spcBef>
              <a:spcAft>
                <a:spcPts val="0"/>
              </a:spcAft>
              <a:buSzPts val="960"/>
              <a:buChar char="►"/>
              <a:defRPr sz="1200"/>
            </a:lvl9pPr>
          </a:lstStyle>
          <a:p/>
        </p:txBody>
      </p:sp>
      <p:sp>
        <p:nvSpPr>
          <p:cNvPr id="72" name="Google Shape;72;p92"/>
          <p:cNvSpPr txBox="1"/>
          <p:nvPr>
            <p:ph idx="2" type="body"/>
          </p:nvPr>
        </p:nvSpPr>
        <p:spPr>
          <a:xfrm>
            <a:off x="5654493" y="2056092"/>
            <a:ext cx="4396341" cy="4200245"/>
          </a:xfrm>
          <a:prstGeom prst="rect">
            <a:avLst/>
          </a:prstGeom>
          <a:noFill/>
          <a:ln>
            <a:noFill/>
          </a:ln>
        </p:spPr>
        <p:txBody>
          <a:bodyPr anchorCtr="0" anchor="t" bIns="45700" lIns="91425" spcFirstLastPara="1" rIns="91425" wrap="square" tIns="45700">
            <a:normAutofit/>
          </a:bodyPr>
          <a:lstStyle>
            <a:lvl1pPr indent="-320040" lvl="0" marL="457200" algn="l">
              <a:lnSpc>
                <a:spcPct val="100000"/>
              </a:lnSpc>
              <a:spcBef>
                <a:spcPts val="1000"/>
              </a:spcBef>
              <a:spcAft>
                <a:spcPts val="0"/>
              </a:spcAft>
              <a:buSzPts val="1440"/>
              <a:buChar char="►"/>
              <a:defRPr sz="1800"/>
            </a:lvl1pPr>
            <a:lvl2pPr indent="-309880" lvl="1" marL="914400" algn="l">
              <a:lnSpc>
                <a:spcPct val="100000"/>
              </a:lnSpc>
              <a:spcBef>
                <a:spcPts val="1000"/>
              </a:spcBef>
              <a:spcAft>
                <a:spcPts val="0"/>
              </a:spcAft>
              <a:buSzPts val="1280"/>
              <a:buChar char="►"/>
              <a:defRPr sz="1600"/>
            </a:lvl2pPr>
            <a:lvl3pPr indent="-299719" lvl="2" marL="1371600" algn="l">
              <a:lnSpc>
                <a:spcPct val="100000"/>
              </a:lnSpc>
              <a:spcBef>
                <a:spcPts val="1000"/>
              </a:spcBef>
              <a:spcAft>
                <a:spcPts val="0"/>
              </a:spcAft>
              <a:buSzPts val="1120"/>
              <a:buChar char="►"/>
              <a:defRPr sz="1400"/>
            </a:lvl3pPr>
            <a:lvl4pPr indent="-289560" lvl="3" marL="1828800" algn="l">
              <a:lnSpc>
                <a:spcPct val="100000"/>
              </a:lnSpc>
              <a:spcBef>
                <a:spcPts val="1000"/>
              </a:spcBef>
              <a:spcAft>
                <a:spcPts val="0"/>
              </a:spcAft>
              <a:buSzPts val="960"/>
              <a:buChar char="►"/>
              <a:defRPr sz="1200"/>
            </a:lvl4pPr>
            <a:lvl5pPr indent="-289560" lvl="4" marL="2286000" algn="l">
              <a:lnSpc>
                <a:spcPct val="100000"/>
              </a:lnSpc>
              <a:spcBef>
                <a:spcPts val="1000"/>
              </a:spcBef>
              <a:spcAft>
                <a:spcPts val="0"/>
              </a:spcAft>
              <a:buSzPts val="960"/>
              <a:buChar char="►"/>
              <a:defRPr sz="1200"/>
            </a:lvl5pPr>
            <a:lvl6pPr indent="-289560" lvl="5" marL="2743200" algn="l">
              <a:lnSpc>
                <a:spcPct val="100000"/>
              </a:lnSpc>
              <a:spcBef>
                <a:spcPts val="1000"/>
              </a:spcBef>
              <a:spcAft>
                <a:spcPts val="0"/>
              </a:spcAft>
              <a:buSzPts val="960"/>
              <a:buChar char="►"/>
              <a:defRPr sz="1200"/>
            </a:lvl6pPr>
            <a:lvl7pPr indent="-289560" lvl="6" marL="3200400" algn="l">
              <a:lnSpc>
                <a:spcPct val="100000"/>
              </a:lnSpc>
              <a:spcBef>
                <a:spcPts val="1000"/>
              </a:spcBef>
              <a:spcAft>
                <a:spcPts val="0"/>
              </a:spcAft>
              <a:buSzPts val="960"/>
              <a:buChar char="►"/>
              <a:defRPr sz="1200"/>
            </a:lvl7pPr>
            <a:lvl8pPr indent="-289559" lvl="7" marL="3657600" algn="l">
              <a:lnSpc>
                <a:spcPct val="100000"/>
              </a:lnSpc>
              <a:spcBef>
                <a:spcPts val="1000"/>
              </a:spcBef>
              <a:spcAft>
                <a:spcPts val="0"/>
              </a:spcAft>
              <a:buSzPts val="960"/>
              <a:buChar char="►"/>
              <a:defRPr sz="1200"/>
            </a:lvl8pPr>
            <a:lvl9pPr indent="-289559" lvl="8" marL="4114800" algn="l">
              <a:lnSpc>
                <a:spcPct val="100000"/>
              </a:lnSpc>
              <a:spcBef>
                <a:spcPts val="1000"/>
              </a:spcBef>
              <a:spcAft>
                <a:spcPts val="0"/>
              </a:spcAft>
              <a:buSzPts val="960"/>
              <a:buChar char="►"/>
              <a:defRPr sz="1200"/>
            </a:lvl9pPr>
          </a:lstStyle>
          <a:p/>
        </p:txBody>
      </p:sp>
      <p:sp>
        <p:nvSpPr>
          <p:cNvPr id="73" name="Google Shape;73;p92"/>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92"/>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92"/>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76" name="Shape 76"/>
        <p:cNvGrpSpPr/>
        <p:nvPr/>
      </p:nvGrpSpPr>
      <p:grpSpPr>
        <a:xfrm>
          <a:off x="0" y="0"/>
          <a:ext cx="0" cy="0"/>
          <a:chOff x="0" y="0"/>
          <a:chExt cx="0" cy="0"/>
        </a:xfrm>
      </p:grpSpPr>
      <p:sp>
        <p:nvSpPr>
          <p:cNvPr id="77" name="Google Shape;77;p98"/>
          <p:cNvSpPr txBox="1"/>
          <p:nvPr>
            <p:ph type="title"/>
          </p:nvPr>
        </p:nvSpPr>
        <p:spPr>
          <a:xfrm>
            <a:off x="1154953" y="1447800"/>
            <a:ext cx="3401064" cy="14478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chemeClr val="lt2"/>
              </a:buClr>
              <a:buSzPts val="2400"/>
              <a:buFont typeface="Century Gothic"/>
              <a:buNone/>
              <a:defRPr b="0"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98"/>
          <p:cNvSpPr txBox="1"/>
          <p:nvPr>
            <p:ph idx="1" type="body"/>
          </p:nvPr>
        </p:nvSpPr>
        <p:spPr>
          <a:xfrm>
            <a:off x="4784616" y="1447800"/>
            <a:ext cx="5195997" cy="4572000"/>
          </a:xfrm>
          <a:prstGeom prst="rect">
            <a:avLst/>
          </a:prstGeom>
          <a:noFill/>
          <a:ln>
            <a:noFill/>
          </a:ln>
        </p:spPr>
        <p:txBody>
          <a:bodyPr anchorCtr="0" anchor="ctr" bIns="45700" lIns="91425" spcFirstLastPara="1" rIns="91425" wrap="square" tIns="45700">
            <a:normAutofit/>
          </a:bodyPr>
          <a:lstStyle>
            <a:lvl1pPr indent="-330200" lvl="0" marL="457200" algn="l">
              <a:lnSpc>
                <a:spcPct val="100000"/>
              </a:lnSpc>
              <a:spcBef>
                <a:spcPts val="1000"/>
              </a:spcBef>
              <a:spcAft>
                <a:spcPts val="0"/>
              </a:spcAft>
              <a:buSzPts val="1600"/>
              <a:buChar char="►"/>
              <a:defRPr sz="2000"/>
            </a:lvl1pPr>
            <a:lvl2pPr indent="-320040" lvl="1" marL="914400" algn="l">
              <a:lnSpc>
                <a:spcPct val="100000"/>
              </a:lnSpc>
              <a:spcBef>
                <a:spcPts val="1000"/>
              </a:spcBef>
              <a:spcAft>
                <a:spcPts val="0"/>
              </a:spcAft>
              <a:buSzPts val="1440"/>
              <a:buChar char="►"/>
              <a:defRPr sz="1800"/>
            </a:lvl2pPr>
            <a:lvl3pPr indent="-309880" lvl="2" marL="1371600" algn="l">
              <a:lnSpc>
                <a:spcPct val="100000"/>
              </a:lnSpc>
              <a:spcBef>
                <a:spcPts val="1000"/>
              </a:spcBef>
              <a:spcAft>
                <a:spcPts val="0"/>
              </a:spcAft>
              <a:buSzPts val="1280"/>
              <a:buChar char="►"/>
              <a:defRPr sz="1600"/>
            </a:lvl3pPr>
            <a:lvl4pPr indent="-299719" lvl="3" marL="1828800" algn="l">
              <a:lnSpc>
                <a:spcPct val="100000"/>
              </a:lnSpc>
              <a:spcBef>
                <a:spcPts val="1000"/>
              </a:spcBef>
              <a:spcAft>
                <a:spcPts val="0"/>
              </a:spcAft>
              <a:buSzPts val="1120"/>
              <a:buChar char="►"/>
              <a:defRPr sz="1400"/>
            </a:lvl4pPr>
            <a:lvl5pPr indent="-299720" lvl="4" marL="2286000" algn="l">
              <a:lnSpc>
                <a:spcPct val="100000"/>
              </a:lnSpc>
              <a:spcBef>
                <a:spcPts val="1000"/>
              </a:spcBef>
              <a:spcAft>
                <a:spcPts val="0"/>
              </a:spcAft>
              <a:buSzPts val="1120"/>
              <a:buChar char="►"/>
              <a:defRPr sz="1400"/>
            </a:lvl5pPr>
            <a:lvl6pPr indent="-299720" lvl="5" marL="2743200" algn="l">
              <a:lnSpc>
                <a:spcPct val="100000"/>
              </a:lnSpc>
              <a:spcBef>
                <a:spcPts val="1000"/>
              </a:spcBef>
              <a:spcAft>
                <a:spcPts val="0"/>
              </a:spcAft>
              <a:buSzPts val="1120"/>
              <a:buChar char="►"/>
              <a:defRPr sz="1400"/>
            </a:lvl6pPr>
            <a:lvl7pPr indent="-299720" lvl="6" marL="3200400" algn="l">
              <a:lnSpc>
                <a:spcPct val="100000"/>
              </a:lnSpc>
              <a:spcBef>
                <a:spcPts val="1000"/>
              </a:spcBef>
              <a:spcAft>
                <a:spcPts val="0"/>
              </a:spcAft>
              <a:buSzPts val="1120"/>
              <a:buChar char="►"/>
              <a:defRPr sz="1400"/>
            </a:lvl7pPr>
            <a:lvl8pPr indent="-299720" lvl="7" marL="3657600" algn="l">
              <a:lnSpc>
                <a:spcPct val="100000"/>
              </a:lnSpc>
              <a:spcBef>
                <a:spcPts val="1000"/>
              </a:spcBef>
              <a:spcAft>
                <a:spcPts val="0"/>
              </a:spcAft>
              <a:buSzPts val="1120"/>
              <a:buChar char="►"/>
              <a:defRPr sz="1400"/>
            </a:lvl8pPr>
            <a:lvl9pPr indent="-299720" lvl="8" marL="4114800" algn="l">
              <a:lnSpc>
                <a:spcPct val="100000"/>
              </a:lnSpc>
              <a:spcBef>
                <a:spcPts val="1000"/>
              </a:spcBef>
              <a:spcAft>
                <a:spcPts val="0"/>
              </a:spcAft>
              <a:buSzPts val="1120"/>
              <a:buChar char="►"/>
              <a:defRPr sz="1400"/>
            </a:lvl9pPr>
          </a:lstStyle>
          <a:p/>
        </p:txBody>
      </p:sp>
      <p:sp>
        <p:nvSpPr>
          <p:cNvPr id="79" name="Google Shape;79;p98"/>
          <p:cNvSpPr txBox="1"/>
          <p:nvPr>
            <p:ph idx="2" type="body"/>
          </p:nvPr>
        </p:nvSpPr>
        <p:spPr>
          <a:xfrm>
            <a:off x="1154953" y="3129280"/>
            <a:ext cx="3401063" cy="2895599"/>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SzPts val="1120"/>
              <a:buNone/>
              <a:defRPr sz="1400"/>
            </a:lvl1pPr>
            <a:lvl2pPr indent="-228600" lvl="1" marL="914400" algn="l">
              <a:lnSpc>
                <a:spcPct val="100000"/>
              </a:lnSpc>
              <a:spcBef>
                <a:spcPts val="1000"/>
              </a:spcBef>
              <a:spcAft>
                <a:spcPts val="0"/>
              </a:spcAft>
              <a:buSzPts val="960"/>
              <a:buNone/>
              <a:defRPr sz="1200"/>
            </a:lvl2pPr>
            <a:lvl3pPr indent="-228600" lvl="2" marL="1371600" algn="l">
              <a:lnSpc>
                <a:spcPct val="100000"/>
              </a:lnSpc>
              <a:spcBef>
                <a:spcPts val="1000"/>
              </a:spcBef>
              <a:spcAft>
                <a:spcPts val="0"/>
              </a:spcAft>
              <a:buSzPts val="800"/>
              <a:buNone/>
              <a:defRPr sz="1000"/>
            </a:lvl3pPr>
            <a:lvl4pPr indent="-228600" lvl="3" marL="1828800" algn="l">
              <a:lnSpc>
                <a:spcPct val="100000"/>
              </a:lnSpc>
              <a:spcBef>
                <a:spcPts val="1000"/>
              </a:spcBef>
              <a:spcAft>
                <a:spcPts val="0"/>
              </a:spcAft>
              <a:buSzPts val="720"/>
              <a:buNone/>
              <a:defRPr sz="900"/>
            </a:lvl4pPr>
            <a:lvl5pPr indent="-228600" lvl="4" marL="2286000" algn="l">
              <a:lnSpc>
                <a:spcPct val="100000"/>
              </a:lnSpc>
              <a:spcBef>
                <a:spcPts val="1000"/>
              </a:spcBef>
              <a:spcAft>
                <a:spcPts val="0"/>
              </a:spcAft>
              <a:buSzPts val="720"/>
              <a:buNone/>
              <a:defRPr sz="900"/>
            </a:lvl5pPr>
            <a:lvl6pPr indent="-228600" lvl="5" marL="2743200" algn="l">
              <a:lnSpc>
                <a:spcPct val="100000"/>
              </a:lnSpc>
              <a:spcBef>
                <a:spcPts val="1000"/>
              </a:spcBef>
              <a:spcAft>
                <a:spcPts val="0"/>
              </a:spcAft>
              <a:buSzPts val="720"/>
              <a:buNone/>
              <a:defRPr sz="900"/>
            </a:lvl6pPr>
            <a:lvl7pPr indent="-228600" lvl="6" marL="3200400" algn="l">
              <a:lnSpc>
                <a:spcPct val="100000"/>
              </a:lnSpc>
              <a:spcBef>
                <a:spcPts val="1000"/>
              </a:spcBef>
              <a:spcAft>
                <a:spcPts val="0"/>
              </a:spcAft>
              <a:buSzPts val="720"/>
              <a:buNone/>
              <a:defRPr sz="900"/>
            </a:lvl7pPr>
            <a:lvl8pPr indent="-228600" lvl="7" marL="3657600" algn="l">
              <a:lnSpc>
                <a:spcPct val="100000"/>
              </a:lnSpc>
              <a:spcBef>
                <a:spcPts val="1000"/>
              </a:spcBef>
              <a:spcAft>
                <a:spcPts val="0"/>
              </a:spcAft>
              <a:buSzPts val="720"/>
              <a:buNone/>
              <a:defRPr sz="900"/>
            </a:lvl8pPr>
            <a:lvl9pPr indent="-228600" lvl="8" marL="4114800" algn="l">
              <a:lnSpc>
                <a:spcPct val="100000"/>
              </a:lnSpc>
              <a:spcBef>
                <a:spcPts val="1000"/>
              </a:spcBef>
              <a:spcAft>
                <a:spcPts val="0"/>
              </a:spcAft>
              <a:buSzPts val="720"/>
              <a:buNone/>
              <a:defRPr sz="900"/>
            </a:lvl9pPr>
          </a:lstStyle>
          <a:p/>
        </p:txBody>
      </p:sp>
      <p:sp>
        <p:nvSpPr>
          <p:cNvPr id="80" name="Google Shape;80;p98"/>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98"/>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98"/>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83" name="Shape 83"/>
        <p:cNvGrpSpPr/>
        <p:nvPr/>
      </p:nvGrpSpPr>
      <p:grpSpPr>
        <a:xfrm>
          <a:off x="0" y="0"/>
          <a:ext cx="0" cy="0"/>
          <a:chOff x="0" y="0"/>
          <a:chExt cx="0" cy="0"/>
        </a:xfrm>
      </p:grpSpPr>
      <p:sp>
        <p:nvSpPr>
          <p:cNvPr id="84" name="Google Shape;84;p99"/>
          <p:cNvSpPr txBox="1"/>
          <p:nvPr>
            <p:ph type="title"/>
          </p:nvPr>
        </p:nvSpPr>
        <p:spPr>
          <a:xfrm>
            <a:off x="1153907" y="1854192"/>
            <a:ext cx="5092906" cy="157480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2"/>
              </a:buClr>
              <a:buSzPts val="3600"/>
              <a:buFont typeface="Century Gothic"/>
              <a:buNone/>
              <a:defRPr b="0" sz="36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5" name="Google Shape;85;p99"/>
          <p:cNvSpPr/>
          <p:nvPr>
            <p:ph idx="2" type="pic"/>
          </p:nvPr>
        </p:nvSpPr>
        <p:spPr>
          <a:xfrm>
            <a:off x="6949546" y="1143000"/>
            <a:ext cx="3200400" cy="4572000"/>
          </a:xfrm>
          <a:prstGeom prst="roundRect">
            <a:avLst>
              <a:gd fmla="val 1858" name="adj"/>
            </a:avLst>
          </a:prstGeom>
          <a:noFill/>
          <a:ln>
            <a:noFill/>
          </a:ln>
          <a:effectLst>
            <a:outerShdw blurRad="50800" rotWithShape="0" algn="tl" dir="5400000" dist="50800">
              <a:srgbClr val="000000">
                <a:alpha val="41960"/>
              </a:srgbClr>
            </a:outerShdw>
          </a:effectLst>
        </p:spPr>
      </p:sp>
      <p:sp>
        <p:nvSpPr>
          <p:cNvPr id="86" name="Google Shape;86;p99"/>
          <p:cNvSpPr txBox="1"/>
          <p:nvPr>
            <p:ph idx="1" type="body"/>
          </p:nvPr>
        </p:nvSpPr>
        <p:spPr>
          <a:xfrm>
            <a:off x="1154954" y="3657600"/>
            <a:ext cx="5084979" cy="13716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SzPts val="1120"/>
              <a:buNone/>
              <a:defRPr sz="1400"/>
            </a:lvl1pPr>
            <a:lvl2pPr indent="-228600" lvl="1" marL="914400" algn="l">
              <a:lnSpc>
                <a:spcPct val="100000"/>
              </a:lnSpc>
              <a:spcBef>
                <a:spcPts val="1000"/>
              </a:spcBef>
              <a:spcAft>
                <a:spcPts val="0"/>
              </a:spcAft>
              <a:buSzPts val="960"/>
              <a:buNone/>
              <a:defRPr sz="1200"/>
            </a:lvl2pPr>
            <a:lvl3pPr indent="-228600" lvl="2" marL="1371600" algn="l">
              <a:lnSpc>
                <a:spcPct val="100000"/>
              </a:lnSpc>
              <a:spcBef>
                <a:spcPts val="1000"/>
              </a:spcBef>
              <a:spcAft>
                <a:spcPts val="0"/>
              </a:spcAft>
              <a:buSzPts val="800"/>
              <a:buNone/>
              <a:defRPr sz="1000"/>
            </a:lvl3pPr>
            <a:lvl4pPr indent="-228600" lvl="3" marL="1828800" algn="l">
              <a:lnSpc>
                <a:spcPct val="100000"/>
              </a:lnSpc>
              <a:spcBef>
                <a:spcPts val="1000"/>
              </a:spcBef>
              <a:spcAft>
                <a:spcPts val="0"/>
              </a:spcAft>
              <a:buSzPts val="720"/>
              <a:buNone/>
              <a:defRPr sz="900"/>
            </a:lvl4pPr>
            <a:lvl5pPr indent="-228600" lvl="4" marL="2286000" algn="l">
              <a:lnSpc>
                <a:spcPct val="100000"/>
              </a:lnSpc>
              <a:spcBef>
                <a:spcPts val="1000"/>
              </a:spcBef>
              <a:spcAft>
                <a:spcPts val="0"/>
              </a:spcAft>
              <a:buSzPts val="720"/>
              <a:buNone/>
              <a:defRPr sz="900"/>
            </a:lvl5pPr>
            <a:lvl6pPr indent="-228600" lvl="5" marL="2743200" algn="l">
              <a:lnSpc>
                <a:spcPct val="100000"/>
              </a:lnSpc>
              <a:spcBef>
                <a:spcPts val="1000"/>
              </a:spcBef>
              <a:spcAft>
                <a:spcPts val="0"/>
              </a:spcAft>
              <a:buSzPts val="720"/>
              <a:buNone/>
              <a:defRPr sz="900"/>
            </a:lvl6pPr>
            <a:lvl7pPr indent="-228600" lvl="6" marL="3200400" algn="l">
              <a:lnSpc>
                <a:spcPct val="100000"/>
              </a:lnSpc>
              <a:spcBef>
                <a:spcPts val="1000"/>
              </a:spcBef>
              <a:spcAft>
                <a:spcPts val="0"/>
              </a:spcAft>
              <a:buSzPts val="720"/>
              <a:buNone/>
              <a:defRPr sz="900"/>
            </a:lvl7pPr>
            <a:lvl8pPr indent="-228600" lvl="7" marL="3657600" algn="l">
              <a:lnSpc>
                <a:spcPct val="100000"/>
              </a:lnSpc>
              <a:spcBef>
                <a:spcPts val="1000"/>
              </a:spcBef>
              <a:spcAft>
                <a:spcPts val="0"/>
              </a:spcAft>
              <a:buSzPts val="720"/>
              <a:buNone/>
              <a:defRPr sz="900"/>
            </a:lvl8pPr>
            <a:lvl9pPr indent="-228600" lvl="8" marL="4114800" algn="l">
              <a:lnSpc>
                <a:spcPct val="100000"/>
              </a:lnSpc>
              <a:spcBef>
                <a:spcPts val="1000"/>
              </a:spcBef>
              <a:spcAft>
                <a:spcPts val="0"/>
              </a:spcAft>
              <a:buSzPts val="720"/>
              <a:buNone/>
              <a:defRPr sz="900"/>
            </a:lvl9pPr>
          </a:lstStyle>
          <a:p/>
        </p:txBody>
      </p:sp>
      <p:sp>
        <p:nvSpPr>
          <p:cNvPr id="87" name="Google Shape;87;p99"/>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p99"/>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9" name="Google Shape;89;p99"/>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noramic Picture with Caption">
  <p:cSld name="Panoramic Picture with Caption">
    <p:spTree>
      <p:nvGrpSpPr>
        <p:cNvPr id="90" name="Shape 90"/>
        <p:cNvGrpSpPr/>
        <p:nvPr/>
      </p:nvGrpSpPr>
      <p:grpSpPr>
        <a:xfrm>
          <a:off x="0" y="0"/>
          <a:ext cx="0" cy="0"/>
          <a:chOff x="0" y="0"/>
          <a:chExt cx="0" cy="0"/>
        </a:xfrm>
      </p:grpSpPr>
      <p:sp>
        <p:nvSpPr>
          <p:cNvPr id="91" name="Google Shape;91;p100"/>
          <p:cNvSpPr txBox="1"/>
          <p:nvPr>
            <p:ph type="title"/>
          </p:nvPr>
        </p:nvSpPr>
        <p:spPr>
          <a:xfrm>
            <a:off x="1154956" y="4800587"/>
            <a:ext cx="8825657"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2"/>
              </a:buClr>
              <a:buSzPts val="2400"/>
              <a:buFont typeface="Century Gothic"/>
              <a:buNone/>
              <a:defRPr b="0"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2" name="Google Shape;92;p100"/>
          <p:cNvSpPr/>
          <p:nvPr>
            <p:ph idx="2" type="pic"/>
          </p:nvPr>
        </p:nvSpPr>
        <p:spPr>
          <a:xfrm>
            <a:off x="1154955" y="685800"/>
            <a:ext cx="8825658" cy="3640666"/>
          </a:xfrm>
          <a:prstGeom prst="roundRect">
            <a:avLst>
              <a:gd fmla="val 1858" name="adj"/>
            </a:avLst>
          </a:prstGeom>
          <a:noFill/>
          <a:ln>
            <a:noFill/>
          </a:ln>
          <a:effectLst>
            <a:outerShdw blurRad="50800" rotWithShape="0" algn="tl" dir="5400000" dist="50800">
              <a:srgbClr val="000000">
                <a:alpha val="41960"/>
              </a:srgbClr>
            </a:outerShdw>
          </a:effectLst>
        </p:spPr>
      </p:sp>
      <p:sp>
        <p:nvSpPr>
          <p:cNvPr id="93" name="Google Shape;93;p100"/>
          <p:cNvSpPr txBox="1"/>
          <p:nvPr>
            <p:ph idx="1" type="body"/>
          </p:nvPr>
        </p:nvSpPr>
        <p:spPr>
          <a:xfrm>
            <a:off x="1154956" y="5367325"/>
            <a:ext cx="8825656" cy="49371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SzPts val="960"/>
              <a:buNone/>
              <a:defRPr sz="1200"/>
            </a:lvl1pPr>
            <a:lvl2pPr indent="-228600" lvl="1" marL="914400" algn="l">
              <a:lnSpc>
                <a:spcPct val="100000"/>
              </a:lnSpc>
              <a:spcBef>
                <a:spcPts val="1000"/>
              </a:spcBef>
              <a:spcAft>
                <a:spcPts val="0"/>
              </a:spcAft>
              <a:buSzPts val="960"/>
              <a:buNone/>
              <a:defRPr sz="1200"/>
            </a:lvl2pPr>
            <a:lvl3pPr indent="-228600" lvl="2" marL="1371600" algn="l">
              <a:lnSpc>
                <a:spcPct val="100000"/>
              </a:lnSpc>
              <a:spcBef>
                <a:spcPts val="1000"/>
              </a:spcBef>
              <a:spcAft>
                <a:spcPts val="0"/>
              </a:spcAft>
              <a:buSzPts val="800"/>
              <a:buNone/>
              <a:defRPr sz="1000"/>
            </a:lvl3pPr>
            <a:lvl4pPr indent="-228600" lvl="3" marL="1828800" algn="l">
              <a:lnSpc>
                <a:spcPct val="100000"/>
              </a:lnSpc>
              <a:spcBef>
                <a:spcPts val="1000"/>
              </a:spcBef>
              <a:spcAft>
                <a:spcPts val="0"/>
              </a:spcAft>
              <a:buSzPts val="720"/>
              <a:buNone/>
              <a:defRPr sz="900"/>
            </a:lvl4pPr>
            <a:lvl5pPr indent="-228600" lvl="4" marL="2286000" algn="l">
              <a:lnSpc>
                <a:spcPct val="100000"/>
              </a:lnSpc>
              <a:spcBef>
                <a:spcPts val="1000"/>
              </a:spcBef>
              <a:spcAft>
                <a:spcPts val="0"/>
              </a:spcAft>
              <a:buSzPts val="720"/>
              <a:buNone/>
              <a:defRPr sz="900"/>
            </a:lvl5pPr>
            <a:lvl6pPr indent="-228600" lvl="5" marL="2743200" algn="l">
              <a:lnSpc>
                <a:spcPct val="100000"/>
              </a:lnSpc>
              <a:spcBef>
                <a:spcPts val="1000"/>
              </a:spcBef>
              <a:spcAft>
                <a:spcPts val="0"/>
              </a:spcAft>
              <a:buSzPts val="720"/>
              <a:buNone/>
              <a:defRPr sz="900"/>
            </a:lvl6pPr>
            <a:lvl7pPr indent="-228600" lvl="6" marL="3200400" algn="l">
              <a:lnSpc>
                <a:spcPct val="100000"/>
              </a:lnSpc>
              <a:spcBef>
                <a:spcPts val="1000"/>
              </a:spcBef>
              <a:spcAft>
                <a:spcPts val="0"/>
              </a:spcAft>
              <a:buSzPts val="720"/>
              <a:buNone/>
              <a:defRPr sz="900"/>
            </a:lvl7pPr>
            <a:lvl8pPr indent="-228600" lvl="7" marL="3657600" algn="l">
              <a:lnSpc>
                <a:spcPct val="100000"/>
              </a:lnSpc>
              <a:spcBef>
                <a:spcPts val="1000"/>
              </a:spcBef>
              <a:spcAft>
                <a:spcPts val="0"/>
              </a:spcAft>
              <a:buSzPts val="720"/>
              <a:buNone/>
              <a:defRPr sz="900"/>
            </a:lvl8pPr>
            <a:lvl9pPr indent="-228600" lvl="8" marL="4114800" algn="l">
              <a:lnSpc>
                <a:spcPct val="100000"/>
              </a:lnSpc>
              <a:spcBef>
                <a:spcPts val="1000"/>
              </a:spcBef>
              <a:spcAft>
                <a:spcPts val="0"/>
              </a:spcAft>
              <a:buSzPts val="720"/>
              <a:buNone/>
              <a:defRPr sz="900"/>
            </a:lvl9pPr>
          </a:lstStyle>
          <a:p/>
        </p:txBody>
      </p:sp>
      <p:sp>
        <p:nvSpPr>
          <p:cNvPr id="94" name="Google Shape;94;p100"/>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5" name="Google Shape;95;p100"/>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6" name="Google Shape;96;p100"/>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aption">
  <p:cSld name="Title and Caption">
    <p:spTree>
      <p:nvGrpSpPr>
        <p:cNvPr id="97" name="Shape 97"/>
        <p:cNvGrpSpPr/>
        <p:nvPr/>
      </p:nvGrpSpPr>
      <p:grpSpPr>
        <a:xfrm>
          <a:off x="0" y="0"/>
          <a:ext cx="0" cy="0"/>
          <a:chOff x="0" y="0"/>
          <a:chExt cx="0" cy="0"/>
        </a:xfrm>
      </p:grpSpPr>
      <p:sp>
        <p:nvSpPr>
          <p:cNvPr id="98" name="Google Shape;98;p101"/>
          <p:cNvSpPr txBox="1"/>
          <p:nvPr>
            <p:ph type="title"/>
          </p:nvPr>
        </p:nvSpPr>
        <p:spPr>
          <a:xfrm>
            <a:off x="1154954" y="1447800"/>
            <a:ext cx="8825659" cy="1981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Clr>
                <a:schemeClr val="lt2"/>
              </a:buClr>
              <a:buSzPts val="4800"/>
              <a:buFont typeface="Century Gothic"/>
              <a:buNone/>
              <a:defRPr sz="4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9" name="Google Shape;99;p101"/>
          <p:cNvSpPr txBox="1"/>
          <p:nvPr>
            <p:ph idx="1" type="body"/>
          </p:nvPr>
        </p:nvSpPr>
        <p:spPr>
          <a:xfrm>
            <a:off x="1154954" y="3657600"/>
            <a:ext cx="8825659" cy="23622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1000"/>
              </a:spcBef>
              <a:spcAft>
                <a:spcPts val="0"/>
              </a:spcAft>
              <a:buSzPts val="1440"/>
              <a:buNone/>
              <a:defRPr sz="1800"/>
            </a:lvl1pPr>
            <a:lvl2pPr indent="-228600" lvl="1" marL="914400" algn="l">
              <a:lnSpc>
                <a:spcPct val="100000"/>
              </a:lnSpc>
              <a:spcBef>
                <a:spcPts val="1000"/>
              </a:spcBef>
              <a:spcAft>
                <a:spcPts val="0"/>
              </a:spcAft>
              <a:buSzPts val="960"/>
              <a:buNone/>
              <a:defRPr sz="1200"/>
            </a:lvl2pPr>
            <a:lvl3pPr indent="-228600" lvl="2" marL="1371600" algn="l">
              <a:lnSpc>
                <a:spcPct val="100000"/>
              </a:lnSpc>
              <a:spcBef>
                <a:spcPts val="1000"/>
              </a:spcBef>
              <a:spcAft>
                <a:spcPts val="0"/>
              </a:spcAft>
              <a:buSzPts val="800"/>
              <a:buNone/>
              <a:defRPr sz="1000"/>
            </a:lvl3pPr>
            <a:lvl4pPr indent="-228600" lvl="3" marL="1828800" algn="l">
              <a:lnSpc>
                <a:spcPct val="100000"/>
              </a:lnSpc>
              <a:spcBef>
                <a:spcPts val="1000"/>
              </a:spcBef>
              <a:spcAft>
                <a:spcPts val="0"/>
              </a:spcAft>
              <a:buSzPts val="720"/>
              <a:buNone/>
              <a:defRPr sz="900"/>
            </a:lvl4pPr>
            <a:lvl5pPr indent="-228600" lvl="4" marL="2286000" algn="l">
              <a:lnSpc>
                <a:spcPct val="100000"/>
              </a:lnSpc>
              <a:spcBef>
                <a:spcPts val="1000"/>
              </a:spcBef>
              <a:spcAft>
                <a:spcPts val="0"/>
              </a:spcAft>
              <a:buSzPts val="720"/>
              <a:buNone/>
              <a:defRPr sz="900"/>
            </a:lvl5pPr>
            <a:lvl6pPr indent="-228600" lvl="5" marL="2743200" algn="l">
              <a:lnSpc>
                <a:spcPct val="100000"/>
              </a:lnSpc>
              <a:spcBef>
                <a:spcPts val="1000"/>
              </a:spcBef>
              <a:spcAft>
                <a:spcPts val="0"/>
              </a:spcAft>
              <a:buSzPts val="720"/>
              <a:buNone/>
              <a:defRPr sz="900"/>
            </a:lvl6pPr>
            <a:lvl7pPr indent="-228600" lvl="6" marL="3200400" algn="l">
              <a:lnSpc>
                <a:spcPct val="100000"/>
              </a:lnSpc>
              <a:spcBef>
                <a:spcPts val="1000"/>
              </a:spcBef>
              <a:spcAft>
                <a:spcPts val="0"/>
              </a:spcAft>
              <a:buSzPts val="720"/>
              <a:buNone/>
              <a:defRPr sz="900"/>
            </a:lvl7pPr>
            <a:lvl8pPr indent="-228600" lvl="7" marL="3657600" algn="l">
              <a:lnSpc>
                <a:spcPct val="100000"/>
              </a:lnSpc>
              <a:spcBef>
                <a:spcPts val="1000"/>
              </a:spcBef>
              <a:spcAft>
                <a:spcPts val="0"/>
              </a:spcAft>
              <a:buSzPts val="720"/>
              <a:buNone/>
              <a:defRPr sz="900"/>
            </a:lvl8pPr>
            <a:lvl9pPr indent="-228600" lvl="8" marL="4114800" algn="l">
              <a:lnSpc>
                <a:spcPct val="100000"/>
              </a:lnSpc>
              <a:spcBef>
                <a:spcPts val="1000"/>
              </a:spcBef>
              <a:spcAft>
                <a:spcPts val="0"/>
              </a:spcAft>
              <a:buSzPts val="720"/>
              <a:buNone/>
              <a:defRPr sz="900"/>
            </a:lvl9pPr>
          </a:lstStyle>
          <a:p/>
        </p:txBody>
      </p:sp>
      <p:sp>
        <p:nvSpPr>
          <p:cNvPr id="100" name="Google Shape;100;p101"/>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1" name="Google Shape;101;p101"/>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2" name="Google Shape;102;p101"/>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Caption">
  <p:cSld name="Quote with Caption">
    <p:spTree>
      <p:nvGrpSpPr>
        <p:cNvPr id="103" name="Shape 103"/>
        <p:cNvGrpSpPr/>
        <p:nvPr/>
      </p:nvGrpSpPr>
      <p:grpSpPr>
        <a:xfrm>
          <a:off x="0" y="0"/>
          <a:ext cx="0" cy="0"/>
          <a:chOff x="0" y="0"/>
          <a:chExt cx="0" cy="0"/>
        </a:xfrm>
      </p:grpSpPr>
      <p:sp>
        <p:nvSpPr>
          <p:cNvPr id="104" name="Google Shape;104;p102"/>
          <p:cNvSpPr txBox="1"/>
          <p:nvPr>
            <p:ph type="title"/>
          </p:nvPr>
        </p:nvSpPr>
        <p:spPr>
          <a:xfrm>
            <a:off x="1574801" y="1447800"/>
            <a:ext cx="7999315" cy="2323374"/>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Clr>
                <a:schemeClr val="lt2"/>
              </a:buClr>
              <a:buSzPts val="4800"/>
              <a:buFont typeface="Century Gothic"/>
              <a:buNone/>
              <a:defRPr sz="4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5" name="Google Shape;105;p102"/>
          <p:cNvSpPr txBox="1"/>
          <p:nvPr>
            <p:ph idx="1" type="body"/>
          </p:nvPr>
        </p:nvSpPr>
        <p:spPr>
          <a:xfrm>
            <a:off x="1930400" y="3771174"/>
            <a:ext cx="7279649" cy="342174"/>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SzPts val="1120"/>
              <a:buNone/>
              <a:defRPr b="0" i="0" sz="1400" cap="small">
                <a:solidFill>
                  <a:srgbClr val="86D1D8"/>
                </a:solidFill>
                <a:latin typeface="Century Gothic"/>
                <a:ea typeface="Century Gothic"/>
                <a:cs typeface="Century Gothic"/>
                <a:sym typeface="Century Gothic"/>
              </a:defRPr>
            </a:lvl1pPr>
            <a:lvl2pPr indent="-228600" lvl="1" marL="914400" algn="l">
              <a:lnSpc>
                <a:spcPct val="100000"/>
              </a:lnSpc>
              <a:spcBef>
                <a:spcPts val="1000"/>
              </a:spcBef>
              <a:spcAft>
                <a:spcPts val="0"/>
              </a:spcAft>
              <a:buSzPts val="960"/>
              <a:buNone/>
              <a:defRPr sz="1200"/>
            </a:lvl2pPr>
            <a:lvl3pPr indent="-228600" lvl="2" marL="1371600" algn="l">
              <a:lnSpc>
                <a:spcPct val="100000"/>
              </a:lnSpc>
              <a:spcBef>
                <a:spcPts val="1000"/>
              </a:spcBef>
              <a:spcAft>
                <a:spcPts val="0"/>
              </a:spcAft>
              <a:buSzPts val="800"/>
              <a:buNone/>
              <a:defRPr sz="1000"/>
            </a:lvl3pPr>
            <a:lvl4pPr indent="-228600" lvl="3" marL="1828800" algn="l">
              <a:lnSpc>
                <a:spcPct val="100000"/>
              </a:lnSpc>
              <a:spcBef>
                <a:spcPts val="1000"/>
              </a:spcBef>
              <a:spcAft>
                <a:spcPts val="0"/>
              </a:spcAft>
              <a:buSzPts val="720"/>
              <a:buNone/>
              <a:defRPr sz="900"/>
            </a:lvl4pPr>
            <a:lvl5pPr indent="-228600" lvl="4" marL="2286000" algn="l">
              <a:lnSpc>
                <a:spcPct val="100000"/>
              </a:lnSpc>
              <a:spcBef>
                <a:spcPts val="1000"/>
              </a:spcBef>
              <a:spcAft>
                <a:spcPts val="0"/>
              </a:spcAft>
              <a:buSzPts val="720"/>
              <a:buNone/>
              <a:defRPr sz="900"/>
            </a:lvl5pPr>
            <a:lvl6pPr indent="-228600" lvl="5" marL="2743200" algn="l">
              <a:lnSpc>
                <a:spcPct val="100000"/>
              </a:lnSpc>
              <a:spcBef>
                <a:spcPts val="1000"/>
              </a:spcBef>
              <a:spcAft>
                <a:spcPts val="0"/>
              </a:spcAft>
              <a:buSzPts val="720"/>
              <a:buNone/>
              <a:defRPr sz="900"/>
            </a:lvl6pPr>
            <a:lvl7pPr indent="-228600" lvl="6" marL="3200400" algn="l">
              <a:lnSpc>
                <a:spcPct val="100000"/>
              </a:lnSpc>
              <a:spcBef>
                <a:spcPts val="1000"/>
              </a:spcBef>
              <a:spcAft>
                <a:spcPts val="0"/>
              </a:spcAft>
              <a:buSzPts val="720"/>
              <a:buNone/>
              <a:defRPr sz="900"/>
            </a:lvl7pPr>
            <a:lvl8pPr indent="-228600" lvl="7" marL="3657600" algn="l">
              <a:lnSpc>
                <a:spcPct val="100000"/>
              </a:lnSpc>
              <a:spcBef>
                <a:spcPts val="1000"/>
              </a:spcBef>
              <a:spcAft>
                <a:spcPts val="0"/>
              </a:spcAft>
              <a:buSzPts val="720"/>
              <a:buNone/>
              <a:defRPr sz="900"/>
            </a:lvl8pPr>
            <a:lvl9pPr indent="-228600" lvl="8" marL="4114800" algn="l">
              <a:lnSpc>
                <a:spcPct val="100000"/>
              </a:lnSpc>
              <a:spcBef>
                <a:spcPts val="1000"/>
              </a:spcBef>
              <a:spcAft>
                <a:spcPts val="0"/>
              </a:spcAft>
              <a:buSzPts val="720"/>
              <a:buNone/>
              <a:defRPr sz="900"/>
            </a:lvl9pPr>
          </a:lstStyle>
          <a:p/>
        </p:txBody>
      </p:sp>
      <p:sp>
        <p:nvSpPr>
          <p:cNvPr id="106" name="Google Shape;106;p102"/>
          <p:cNvSpPr txBox="1"/>
          <p:nvPr>
            <p:ph idx="2" type="body"/>
          </p:nvPr>
        </p:nvSpPr>
        <p:spPr>
          <a:xfrm>
            <a:off x="1154954" y="4350657"/>
            <a:ext cx="8825659" cy="16764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1000"/>
              </a:spcBef>
              <a:spcAft>
                <a:spcPts val="0"/>
              </a:spcAft>
              <a:buSzPts val="1440"/>
              <a:buNone/>
              <a:defRPr sz="1800"/>
            </a:lvl1pPr>
            <a:lvl2pPr indent="-228600" lvl="1" marL="914400" algn="l">
              <a:lnSpc>
                <a:spcPct val="100000"/>
              </a:lnSpc>
              <a:spcBef>
                <a:spcPts val="1000"/>
              </a:spcBef>
              <a:spcAft>
                <a:spcPts val="0"/>
              </a:spcAft>
              <a:buSzPts val="960"/>
              <a:buNone/>
              <a:defRPr sz="1200"/>
            </a:lvl2pPr>
            <a:lvl3pPr indent="-228600" lvl="2" marL="1371600" algn="l">
              <a:lnSpc>
                <a:spcPct val="100000"/>
              </a:lnSpc>
              <a:spcBef>
                <a:spcPts val="1000"/>
              </a:spcBef>
              <a:spcAft>
                <a:spcPts val="0"/>
              </a:spcAft>
              <a:buSzPts val="800"/>
              <a:buNone/>
              <a:defRPr sz="1000"/>
            </a:lvl3pPr>
            <a:lvl4pPr indent="-228600" lvl="3" marL="1828800" algn="l">
              <a:lnSpc>
                <a:spcPct val="100000"/>
              </a:lnSpc>
              <a:spcBef>
                <a:spcPts val="1000"/>
              </a:spcBef>
              <a:spcAft>
                <a:spcPts val="0"/>
              </a:spcAft>
              <a:buSzPts val="720"/>
              <a:buNone/>
              <a:defRPr sz="900"/>
            </a:lvl4pPr>
            <a:lvl5pPr indent="-228600" lvl="4" marL="2286000" algn="l">
              <a:lnSpc>
                <a:spcPct val="100000"/>
              </a:lnSpc>
              <a:spcBef>
                <a:spcPts val="1000"/>
              </a:spcBef>
              <a:spcAft>
                <a:spcPts val="0"/>
              </a:spcAft>
              <a:buSzPts val="720"/>
              <a:buNone/>
              <a:defRPr sz="900"/>
            </a:lvl5pPr>
            <a:lvl6pPr indent="-228600" lvl="5" marL="2743200" algn="l">
              <a:lnSpc>
                <a:spcPct val="100000"/>
              </a:lnSpc>
              <a:spcBef>
                <a:spcPts val="1000"/>
              </a:spcBef>
              <a:spcAft>
                <a:spcPts val="0"/>
              </a:spcAft>
              <a:buSzPts val="720"/>
              <a:buNone/>
              <a:defRPr sz="900"/>
            </a:lvl6pPr>
            <a:lvl7pPr indent="-228600" lvl="6" marL="3200400" algn="l">
              <a:lnSpc>
                <a:spcPct val="100000"/>
              </a:lnSpc>
              <a:spcBef>
                <a:spcPts val="1000"/>
              </a:spcBef>
              <a:spcAft>
                <a:spcPts val="0"/>
              </a:spcAft>
              <a:buSzPts val="720"/>
              <a:buNone/>
              <a:defRPr sz="900"/>
            </a:lvl7pPr>
            <a:lvl8pPr indent="-228600" lvl="7" marL="3657600" algn="l">
              <a:lnSpc>
                <a:spcPct val="100000"/>
              </a:lnSpc>
              <a:spcBef>
                <a:spcPts val="1000"/>
              </a:spcBef>
              <a:spcAft>
                <a:spcPts val="0"/>
              </a:spcAft>
              <a:buSzPts val="720"/>
              <a:buNone/>
              <a:defRPr sz="900"/>
            </a:lvl8pPr>
            <a:lvl9pPr indent="-228600" lvl="8" marL="4114800" algn="l">
              <a:lnSpc>
                <a:spcPct val="100000"/>
              </a:lnSpc>
              <a:spcBef>
                <a:spcPts val="1000"/>
              </a:spcBef>
              <a:spcAft>
                <a:spcPts val="0"/>
              </a:spcAft>
              <a:buSzPts val="720"/>
              <a:buNone/>
              <a:defRPr sz="900"/>
            </a:lvl9pPr>
          </a:lstStyle>
          <a:p/>
        </p:txBody>
      </p:sp>
      <p:sp>
        <p:nvSpPr>
          <p:cNvPr id="107" name="Google Shape;107;p102"/>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8" name="Google Shape;108;p102"/>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9" name="Google Shape;109;p102"/>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
        <p:nvSpPr>
          <p:cNvPr id="110" name="Google Shape;110;p102"/>
          <p:cNvSpPr txBox="1"/>
          <p:nvPr/>
        </p:nvSpPr>
        <p:spPr>
          <a:xfrm>
            <a:off x="898295" y="971253"/>
            <a:ext cx="801912" cy="196977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2200"/>
              <a:buFont typeface="Arial"/>
              <a:buNone/>
            </a:pPr>
            <a:r>
              <a:rPr b="0" i="0" lang="en-US" sz="12200" u="none" cap="none" strike="noStrike">
                <a:solidFill>
                  <a:srgbClr val="86D1D8"/>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111" name="Google Shape;111;p102"/>
          <p:cNvSpPr txBox="1"/>
          <p:nvPr/>
        </p:nvSpPr>
        <p:spPr>
          <a:xfrm>
            <a:off x="9330490" y="2613787"/>
            <a:ext cx="801912" cy="196977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2200"/>
              <a:buFont typeface="Arial"/>
              <a:buNone/>
            </a:pPr>
            <a:r>
              <a:rPr b="0" i="0" lang="en-US" sz="12200" u="none" cap="none" strike="noStrike">
                <a:solidFill>
                  <a:srgbClr val="86D1D8"/>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me Card">
  <p:cSld name="Name Card">
    <p:spTree>
      <p:nvGrpSpPr>
        <p:cNvPr id="112" name="Shape 112"/>
        <p:cNvGrpSpPr/>
        <p:nvPr/>
      </p:nvGrpSpPr>
      <p:grpSpPr>
        <a:xfrm>
          <a:off x="0" y="0"/>
          <a:ext cx="0" cy="0"/>
          <a:chOff x="0" y="0"/>
          <a:chExt cx="0" cy="0"/>
        </a:xfrm>
      </p:grpSpPr>
      <p:sp>
        <p:nvSpPr>
          <p:cNvPr id="113" name="Google Shape;113;p103"/>
          <p:cNvSpPr txBox="1"/>
          <p:nvPr>
            <p:ph type="title"/>
          </p:nvPr>
        </p:nvSpPr>
        <p:spPr>
          <a:xfrm>
            <a:off x="1154954" y="3124201"/>
            <a:ext cx="8825660" cy="165318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chemeClr val="lt2"/>
              </a:buClr>
              <a:buSzPts val="4000"/>
              <a:buFont typeface="Century Gothic"/>
              <a:buNone/>
              <a:defRPr b="0"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4" name="Google Shape;114;p103"/>
          <p:cNvSpPr txBox="1"/>
          <p:nvPr>
            <p:ph idx="1" type="body"/>
          </p:nvPr>
        </p:nvSpPr>
        <p:spPr>
          <a:xfrm>
            <a:off x="1154954" y="4777381"/>
            <a:ext cx="8825659" cy="8604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SzPts val="1600"/>
              <a:buNone/>
              <a:defRPr sz="2000" cap="none">
                <a:solidFill>
                  <a:srgbClr val="86D1D8"/>
                </a:solidFill>
              </a:defRPr>
            </a:lvl1pPr>
            <a:lvl2pPr indent="-228600" lvl="1" marL="914400" algn="l">
              <a:lnSpc>
                <a:spcPct val="100000"/>
              </a:lnSpc>
              <a:spcBef>
                <a:spcPts val="1000"/>
              </a:spcBef>
              <a:spcAft>
                <a:spcPts val="0"/>
              </a:spcAft>
              <a:buSzPts val="1440"/>
              <a:buNone/>
              <a:defRPr sz="1800">
                <a:solidFill>
                  <a:schemeClr val="lt1"/>
                </a:solidFill>
              </a:defRPr>
            </a:lvl2pPr>
            <a:lvl3pPr indent="-228600" lvl="2" marL="1371600" algn="l">
              <a:lnSpc>
                <a:spcPct val="100000"/>
              </a:lnSpc>
              <a:spcBef>
                <a:spcPts val="1000"/>
              </a:spcBef>
              <a:spcAft>
                <a:spcPts val="0"/>
              </a:spcAft>
              <a:buSzPts val="1280"/>
              <a:buNone/>
              <a:defRPr sz="1600">
                <a:solidFill>
                  <a:schemeClr val="lt1"/>
                </a:solidFill>
              </a:defRPr>
            </a:lvl3pPr>
            <a:lvl4pPr indent="-228600" lvl="3" marL="1828800" algn="l">
              <a:lnSpc>
                <a:spcPct val="100000"/>
              </a:lnSpc>
              <a:spcBef>
                <a:spcPts val="1000"/>
              </a:spcBef>
              <a:spcAft>
                <a:spcPts val="0"/>
              </a:spcAft>
              <a:buSzPts val="1120"/>
              <a:buNone/>
              <a:defRPr sz="1400">
                <a:solidFill>
                  <a:schemeClr val="lt1"/>
                </a:solidFill>
              </a:defRPr>
            </a:lvl4pPr>
            <a:lvl5pPr indent="-228600" lvl="4" marL="2286000" algn="l">
              <a:lnSpc>
                <a:spcPct val="100000"/>
              </a:lnSpc>
              <a:spcBef>
                <a:spcPts val="1000"/>
              </a:spcBef>
              <a:spcAft>
                <a:spcPts val="0"/>
              </a:spcAft>
              <a:buSzPts val="1120"/>
              <a:buNone/>
              <a:defRPr sz="1400">
                <a:solidFill>
                  <a:schemeClr val="lt1"/>
                </a:solidFill>
              </a:defRPr>
            </a:lvl5pPr>
            <a:lvl6pPr indent="-228600" lvl="5" marL="2743200" algn="l">
              <a:lnSpc>
                <a:spcPct val="100000"/>
              </a:lnSpc>
              <a:spcBef>
                <a:spcPts val="1000"/>
              </a:spcBef>
              <a:spcAft>
                <a:spcPts val="0"/>
              </a:spcAft>
              <a:buSzPts val="1120"/>
              <a:buNone/>
              <a:defRPr sz="1400">
                <a:solidFill>
                  <a:schemeClr val="lt1"/>
                </a:solidFill>
              </a:defRPr>
            </a:lvl6pPr>
            <a:lvl7pPr indent="-228600" lvl="6" marL="3200400" algn="l">
              <a:lnSpc>
                <a:spcPct val="100000"/>
              </a:lnSpc>
              <a:spcBef>
                <a:spcPts val="1000"/>
              </a:spcBef>
              <a:spcAft>
                <a:spcPts val="0"/>
              </a:spcAft>
              <a:buSzPts val="1120"/>
              <a:buNone/>
              <a:defRPr sz="1400">
                <a:solidFill>
                  <a:schemeClr val="lt1"/>
                </a:solidFill>
              </a:defRPr>
            </a:lvl7pPr>
            <a:lvl8pPr indent="-228600" lvl="7" marL="3657600" algn="l">
              <a:lnSpc>
                <a:spcPct val="100000"/>
              </a:lnSpc>
              <a:spcBef>
                <a:spcPts val="1000"/>
              </a:spcBef>
              <a:spcAft>
                <a:spcPts val="0"/>
              </a:spcAft>
              <a:buSzPts val="1120"/>
              <a:buNone/>
              <a:defRPr sz="1400">
                <a:solidFill>
                  <a:schemeClr val="lt1"/>
                </a:solidFill>
              </a:defRPr>
            </a:lvl8pPr>
            <a:lvl9pPr indent="-228600" lvl="8" marL="4114800" algn="l">
              <a:lnSpc>
                <a:spcPct val="100000"/>
              </a:lnSpc>
              <a:spcBef>
                <a:spcPts val="1000"/>
              </a:spcBef>
              <a:spcAft>
                <a:spcPts val="0"/>
              </a:spcAft>
              <a:buSzPts val="1120"/>
              <a:buNone/>
              <a:defRPr sz="1400">
                <a:solidFill>
                  <a:schemeClr val="lt1"/>
                </a:solidFill>
              </a:defRPr>
            </a:lvl9pPr>
          </a:lstStyle>
          <a:p/>
        </p:txBody>
      </p:sp>
      <p:sp>
        <p:nvSpPr>
          <p:cNvPr id="115" name="Google Shape;115;p103"/>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6" name="Google Shape;116;p103"/>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7" name="Google Shape;117;p103"/>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Column">
  <p:cSld name="3 Column">
    <p:spTree>
      <p:nvGrpSpPr>
        <p:cNvPr id="118" name="Shape 118"/>
        <p:cNvGrpSpPr/>
        <p:nvPr/>
      </p:nvGrpSpPr>
      <p:grpSpPr>
        <a:xfrm>
          <a:off x="0" y="0"/>
          <a:ext cx="0" cy="0"/>
          <a:chOff x="0" y="0"/>
          <a:chExt cx="0" cy="0"/>
        </a:xfrm>
      </p:grpSpPr>
      <p:sp>
        <p:nvSpPr>
          <p:cNvPr id="119" name="Google Shape;119;p104"/>
          <p:cNvSpPr txBox="1"/>
          <p:nvPr>
            <p:ph type="title"/>
          </p:nvPr>
        </p:nvSpPr>
        <p:spPr>
          <a:xfrm>
            <a:off x="646111" y="452718"/>
            <a:ext cx="9404723" cy="140053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Clr>
                <a:schemeClr val="lt2"/>
              </a:buClr>
              <a:buSzPts val="4200"/>
              <a:buFont typeface="Century Gothic"/>
              <a:buNone/>
              <a:defRPr sz="4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0" name="Google Shape;120;p104"/>
          <p:cNvSpPr txBox="1"/>
          <p:nvPr>
            <p:ph idx="1" type="body"/>
          </p:nvPr>
        </p:nvSpPr>
        <p:spPr>
          <a:xfrm>
            <a:off x="632947" y="1981200"/>
            <a:ext cx="2946866" cy="5762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1000"/>
              </a:spcBef>
              <a:spcAft>
                <a:spcPts val="0"/>
              </a:spcAft>
              <a:buSzPts val="1920"/>
              <a:buNone/>
              <a:defRPr b="0" sz="2400">
                <a:solidFill>
                  <a:srgbClr val="86D1D8"/>
                </a:solidFill>
              </a:defRPr>
            </a:lvl1pPr>
            <a:lvl2pPr indent="-228600" lvl="1" marL="914400" algn="l">
              <a:lnSpc>
                <a:spcPct val="100000"/>
              </a:lnSpc>
              <a:spcBef>
                <a:spcPts val="1000"/>
              </a:spcBef>
              <a:spcAft>
                <a:spcPts val="0"/>
              </a:spcAft>
              <a:buSzPts val="1600"/>
              <a:buNone/>
              <a:defRPr b="1" sz="2000"/>
            </a:lvl2pPr>
            <a:lvl3pPr indent="-228600" lvl="2" marL="1371600" algn="l">
              <a:lnSpc>
                <a:spcPct val="100000"/>
              </a:lnSpc>
              <a:spcBef>
                <a:spcPts val="1000"/>
              </a:spcBef>
              <a:spcAft>
                <a:spcPts val="0"/>
              </a:spcAft>
              <a:buSzPts val="1440"/>
              <a:buNone/>
              <a:defRPr b="1" sz="1800"/>
            </a:lvl3pPr>
            <a:lvl4pPr indent="-228600" lvl="3" marL="1828800" algn="l">
              <a:lnSpc>
                <a:spcPct val="100000"/>
              </a:lnSpc>
              <a:spcBef>
                <a:spcPts val="1000"/>
              </a:spcBef>
              <a:spcAft>
                <a:spcPts val="0"/>
              </a:spcAft>
              <a:buSzPts val="1280"/>
              <a:buNone/>
              <a:defRPr b="1" sz="1600"/>
            </a:lvl4pPr>
            <a:lvl5pPr indent="-228600" lvl="4" marL="2286000" algn="l">
              <a:lnSpc>
                <a:spcPct val="100000"/>
              </a:lnSpc>
              <a:spcBef>
                <a:spcPts val="1000"/>
              </a:spcBef>
              <a:spcAft>
                <a:spcPts val="0"/>
              </a:spcAft>
              <a:buSzPts val="1280"/>
              <a:buNone/>
              <a:defRPr b="1" sz="1600"/>
            </a:lvl5pPr>
            <a:lvl6pPr indent="-228600" lvl="5" marL="2743200" algn="l">
              <a:lnSpc>
                <a:spcPct val="100000"/>
              </a:lnSpc>
              <a:spcBef>
                <a:spcPts val="1000"/>
              </a:spcBef>
              <a:spcAft>
                <a:spcPts val="0"/>
              </a:spcAft>
              <a:buSzPts val="1280"/>
              <a:buNone/>
              <a:defRPr b="1" sz="1600"/>
            </a:lvl6pPr>
            <a:lvl7pPr indent="-228600" lvl="6" marL="3200400" algn="l">
              <a:lnSpc>
                <a:spcPct val="100000"/>
              </a:lnSpc>
              <a:spcBef>
                <a:spcPts val="1000"/>
              </a:spcBef>
              <a:spcAft>
                <a:spcPts val="0"/>
              </a:spcAft>
              <a:buSzPts val="1280"/>
              <a:buNone/>
              <a:defRPr b="1" sz="1600"/>
            </a:lvl7pPr>
            <a:lvl8pPr indent="-228600" lvl="7" marL="3657600" algn="l">
              <a:lnSpc>
                <a:spcPct val="100000"/>
              </a:lnSpc>
              <a:spcBef>
                <a:spcPts val="1000"/>
              </a:spcBef>
              <a:spcAft>
                <a:spcPts val="0"/>
              </a:spcAft>
              <a:buSzPts val="1280"/>
              <a:buNone/>
              <a:defRPr b="1" sz="1600"/>
            </a:lvl8pPr>
            <a:lvl9pPr indent="-228600" lvl="8" marL="4114800" algn="l">
              <a:lnSpc>
                <a:spcPct val="100000"/>
              </a:lnSpc>
              <a:spcBef>
                <a:spcPts val="1000"/>
              </a:spcBef>
              <a:spcAft>
                <a:spcPts val="0"/>
              </a:spcAft>
              <a:buSzPts val="1280"/>
              <a:buNone/>
              <a:defRPr b="1" sz="1600"/>
            </a:lvl9pPr>
          </a:lstStyle>
          <a:p/>
        </p:txBody>
      </p:sp>
      <p:sp>
        <p:nvSpPr>
          <p:cNvPr id="121" name="Google Shape;121;p104"/>
          <p:cNvSpPr txBox="1"/>
          <p:nvPr>
            <p:ph idx="2" type="body"/>
          </p:nvPr>
        </p:nvSpPr>
        <p:spPr>
          <a:xfrm>
            <a:off x="652463" y="2667000"/>
            <a:ext cx="2927350" cy="3589338"/>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SzPts val="1120"/>
              <a:buNone/>
              <a:defRPr sz="1400"/>
            </a:lvl1pPr>
            <a:lvl2pPr indent="-228600" lvl="1" marL="914400" algn="l">
              <a:lnSpc>
                <a:spcPct val="100000"/>
              </a:lnSpc>
              <a:spcBef>
                <a:spcPts val="1000"/>
              </a:spcBef>
              <a:spcAft>
                <a:spcPts val="0"/>
              </a:spcAft>
              <a:buSzPts val="960"/>
              <a:buNone/>
              <a:defRPr sz="1200"/>
            </a:lvl2pPr>
            <a:lvl3pPr indent="-228600" lvl="2" marL="1371600" algn="l">
              <a:lnSpc>
                <a:spcPct val="100000"/>
              </a:lnSpc>
              <a:spcBef>
                <a:spcPts val="1000"/>
              </a:spcBef>
              <a:spcAft>
                <a:spcPts val="0"/>
              </a:spcAft>
              <a:buSzPts val="800"/>
              <a:buNone/>
              <a:defRPr sz="1000"/>
            </a:lvl3pPr>
            <a:lvl4pPr indent="-228600" lvl="3" marL="1828800" algn="l">
              <a:lnSpc>
                <a:spcPct val="100000"/>
              </a:lnSpc>
              <a:spcBef>
                <a:spcPts val="1000"/>
              </a:spcBef>
              <a:spcAft>
                <a:spcPts val="0"/>
              </a:spcAft>
              <a:buSzPts val="720"/>
              <a:buNone/>
              <a:defRPr sz="900"/>
            </a:lvl4pPr>
            <a:lvl5pPr indent="-228600" lvl="4" marL="2286000" algn="l">
              <a:lnSpc>
                <a:spcPct val="100000"/>
              </a:lnSpc>
              <a:spcBef>
                <a:spcPts val="1000"/>
              </a:spcBef>
              <a:spcAft>
                <a:spcPts val="0"/>
              </a:spcAft>
              <a:buSzPts val="720"/>
              <a:buNone/>
              <a:defRPr sz="900"/>
            </a:lvl5pPr>
            <a:lvl6pPr indent="-228600" lvl="5" marL="2743200" algn="l">
              <a:lnSpc>
                <a:spcPct val="100000"/>
              </a:lnSpc>
              <a:spcBef>
                <a:spcPts val="1000"/>
              </a:spcBef>
              <a:spcAft>
                <a:spcPts val="0"/>
              </a:spcAft>
              <a:buSzPts val="720"/>
              <a:buNone/>
              <a:defRPr sz="900"/>
            </a:lvl6pPr>
            <a:lvl7pPr indent="-228600" lvl="6" marL="3200400" algn="l">
              <a:lnSpc>
                <a:spcPct val="100000"/>
              </a:lnSpc>
              <a:spcBef>
                <a:spcPts val="1000"/>
              </a:spcBef>
              <a:spcAft>
                <a:spcPts val="0"/>
              </a:spcAft>
              <a:buSzPts val="720"/>
              <a:buNone/>
              <a:defRPr sz="900"/>
            </a:lvl7pPr>
            <a:lvl8pPr indent="-228600" lvl="7" marL="3657600" algn="l">
              <a:lnSpc>
                <a:spcPct val="100000"/>
              </a:lnSpc>
              <a:spcBef>
                <a:spcPts val="1000"/>
              </a:spcBef>
              <a:spcAft>
                <a:spcPts val="0"/>
              </a:spcAft>
              <a:buSzPts val="720"/>
              <a:buNone/>
              <a:defRPr sz="900"/>
            </a:lvl8pPr>
            <a:lvl9pPr indent="-228600" lvl="8" marL="4114800" algn="l">
              <a:lnSpc>
                <a:spcPct val="100000"/>
              </a:lnSpc>
              <a:spcBef>
                <a:spcPts val="1000"/>
              </a:spcBef>
              <a:spcAft>
                <a:spcPts val="0"/>
              </a:spcAft>
              <a:buSzPts val="720"/>
              <a:buNone/>
              <a:defRPr sz="900"/>
            </a:lvl9pPr>
          </a:lstStyle>
          <a:p/>
        </p:txBody>
      </p:sp>
      <p:sp>
        <p:nvSpPr>
          <p:cNvPr id="122" name="Google Shape;122;p104"/>
          <p:cNvSpPr txBox="1"/>
          <p:nvPr>
            <p:ph idx="3" type="body"/>
          </p:nvPr>
        </p:nvSpPr>
        <p:spPr>
          <a:xfrm>
            <a:off x="3883659" y="1981200"/>
            <a:ext cx="2936241" cy="5762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1000"/>
              </a:spcBef>
              <a:spcAft>
                <a:spcPts val="0"/>
              </a:spcAft>
              <a:buSzPts val="1920"/>
              <a:buNone/>
              <a:defRPr b="0" sz="2400">
                <a:solidFill>
                  <a:srgbClr val="86D1D8"/>
                </a:solidFill>
              </a:defRPr>
            </a:lvl1pPr>
            <a:lvl2pPr indent="-228600" lvl="1" marL="914400" algn="l">
              <a:lnSpc>
                <a:spcPct val="100000"/>
              </a:lnSpc>
              <a:spcBef>
                <a:spcPts val="1000"/>
              </a:spcBef>
              <a:spcAft>
                <a:spcPts val="0"/>
              </a:spcAft>
              <a:buSzPts val="1600"/>
              <a:buNone/>
              <a:defRPr b="1" sz="2000"/>
            </a:lvl2pPr>
            <a:lvl3pPr indent="-228600" lvl="2" marL="1371600" algn="l">
              <a:lnSpc>
                <a:spcPct val="100000"/>
              </a:lnSpc>
              <a:spcBef>
                <a:spcPts val="1000"/>
              </a:spcBef>
              <a:spcAft>
                <a:spcPts val="0"/>
              </a:spcAft>
              <a:buSzPts val="1440"/>
              <a:buNone/>
              <a:defRPr b="1" sz="1800"/>
            </a:lvl3pPr>
            <a:lvl4pPr indent="-228600" lvl="3" marL="1828800" algn="l">
              <a:lnSpc>
                <a:spcPct val="100000"/>
              </a:lnSpc>
              <a:spcBef>
                <a:spcPts val="1000"/>
              </a:spcBef>
              <a:spcAft>
                <a:spcPts val="0"/>
              </a:spcAft>
              <a:buSzPts val="1280"/>
              <a:buNone/>
              <a:defRPr b="1" sz="1600"/>
            </a:lvl4pPr>
            <a:lvl5pPr indent="-228600" lvl="4" marL="2286000" algn="l">
              <a:lnSpc>
                <a:spcPct val="100000"/>
              </a:lnSpc>
              <a:spcBef>
                <a:spcPts val="1000"/>
              </a:spcBef>
              <a:spcAft>
                <a:spcPts val="0"/>
              </a:spcAft>
              <a:buSzPts val="1280"/>
              <a:buNone/>
              <a:defRPr b="1" sz="1600"/>
            </a:lvl5pPr>
            <a:lvl6pPr indent="-228600" lvl="5" marL="2743200" algn="l">
              <a:lnSpc>
                <a:spcPct val="100000"/>
              </a:lnSpc>
              <a:spcBef>
                <a:spcPts val="1000"/>
              </a:spcBef>
              <a:spcAft>
                <a:spcPts val="0"/>
              </a:spcAft>
              <a:buSzPts val="1280"/>
              <a:buNone/>
              <a:defRPr b="1" sz="1600"/>
            </a:lvl6pPr>
            <a:lvl7pPr indent="-228600" lvl="6" marL="3200400" algn="l">
              <a:lnSpc>
                <a:spcPct val="100000"/>
              </a:lnSpc>
              <a:spcBef>
                <a:spcPts val="1000"/>
              </a:spcBef>
              <a:spcAft>
                <a:spcPts val="0"/>
              </a:spcAft>
              <a:buSzPts val="1280"/>
              <a:buNone/>
              <a:defRPr b="1" sz="1600"/>
            </a:lvl7pPr>
            <a:lvl8pPr indent="-228600" lvl="7" marL="3657600" algn="l">
              <a:lnSpc>
                <a:spcPct val="100000"/>
              </a:lnSpc>
              <a:spcBef>
                <a:spcPts val="1000"/>
              </a:spcBef>
              <a:spcAft>
                <a:spcPts val="0"/>
              </a:spcAft>
              <a:buSzPts val="1280"/>
              <a:buNone/>
              <a:defRPr b="1" sz="1600"/>
            </a:lvl8pPr>
            <a:lvl9pPr indent="-228600" lvl="8" marL="4114800" algn="l">
              <a:lnSpc>
                <a:spcPct val="100000"/>
              </a:lnSpc>
              <a:spcBef>
                <a:spcPts val="1000"/>
              </a:spcBef>
              <a:spcAft>
                <a:spcPts val="0"/>
              </a:spcAft>
              <a:buSzPts val="1280"/>
              <a:buNone/>
              <a:defRPr b="1" sz="1600"/>
            </a:lvl9pPr>
          </a:lstStyle>
          <a:p/>
        </p:txBody>
      </p:sp>
      <p:sp>
        <p:nvSpPr>
          <p:cNvPr id="123" name="Google Shape;123;p104"/>
          <p:cNvSpPr txBox="1"/>
          <p:nvPr>
            <p:ph idx="4" type="body"/>
          </p:nvPr>
        </p:nvSpPr>
        <p:spPr>
          <a:xfrm>
            <a:off x="3873106" y="2667000"/>
            <a:ext cx="2946794" cy="3589338"/>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SzPts val="1120"/>
              <a:buNone/>
              <a:defRPr sz="1400"/>
            </a:lvl1pPr>
            <a:lvl2pPr indent="-228600" lvl="1" marL="914400" algn="l">
              <a:lnSpc>
                <a:spcPct val="100000"/>
              </a:lnSpc>
              <a:spcBef>
                <a:spcPts val="1000"/>
              </a:spcBef>
              <a:spcAft>
                <a:spcPts val="0"/>
              </a:spcAft>
              <a:buSzPts val="960"/>
              <a:buNone/>
              <a:defRPr sz="1200"/>
            </a:lvl2pPr>
            <a:lvl3pPr indent="-228600" lvl="2" marL="1371600" algn="l">
              <a:lnSpc>
                <a:spcPct val="100000"/>
              </a:lnSpc>
              <a:spcBef>
                <a:spcPts val="1000"/>
              </a:spcBef>
              <a:spcAft>
                <a:spcPts val="0"/>
              </a:spcAft>
              <a:buSzPts val="800"/>
              <a:buNone/>
              <a:defRPr sz="1000"/>
            </a:lvl3pPr>
            <a:lvl4pPr indent="-228600" lvl="3" marL="1828800" algn="l">
              <a:lnSpc>
                <a:spcPct val="100000"/>
              </a:lnSpc>
              <a:spcBef>
                <a:spcPts val="1000"/>
              </a:spcBef>
              <a:spcAft>
                <a:spcPts val="0"/>
              </a:spcAft>
              <a:buSzPts val="720"/>
              <a:buNone/>
              <a:defRPr sz="900"/>
            </a:lvl4pPr>
            <a:lvl5pPr indent="-228600" lvl="4" marL="2286000" algn="l">
              <a:lnSpc>
                <a:spcPct val="100000"/>
              </a:lnSpc>
              <a:spcBef>
                <a:spcPts val="1000"/>
              </a:spcBef>
              <a:spcAft>
                <a:spcPts val="0"/>
              </a:spcAft>
              <a:buSzPts val="720"/>
              <a:buNone/>
              <a:defRPr sz="900"/>
            </a:lvl5pPr>
            <a:lvl6pPr indent="-228600" lvl="5" marL="2743200" algn="l">
              <a:lnSpc>
                <a:spcPct val="100000"/>
              </a:lnSpc>
              <a:spcBef>
                <a:spcPts val="1000"/>
              </a:spcBef>
              <a:spcAft>
                <a:spcPts val="0"/>
              </a:spcAft>
              <a:buSzPts val="720"/>
              <a:buNone/>
              <a:defRPr sz="900"/>
            </a:lvl6pPr>
            <a:lvl7pPr indent="-228600" lvl="6" marL="3200400" algn="l">
              <a:lnSpc>
                <a:spcPct val="100000"/>
              </a:lnSpc>
              <a:spcBef>
                <a:spcPts val="1000"/>
              </a:spcBef>
              <a:spcAft>
                <a:spcPts val="0"/>
              </a:spcAft>
              <a:buSzPts val="720"/>
              <a:buNone/>
              <a:defRPr sz="900"/>
            </a:lvl7pPr>
            <a:lvl8pPr indent="-228600" lvl="7" marL="3657600" algn="l">
              <a:lnSpc>
                <a:spcPct val="100000"/>
              </a:lnSpc>
              <a:spcBef>
                <a:spcPts val="1000"/>
              </a:spcBef>
              <a:spcAft>
                <a:spcPts val="0"/>
              </a:spcAft>
              <a:buSzPts val="720"/>
              <a:buNone/>
              <a:defRPr sz="900"/>
            </a:lvl8pPr>
            <a:lvl9pPr indent="-228600" lvl="8" marL="4114800" algn="l">
              <a:lnSpc>
                <a:spcPct val="100000"/>
              </a:lnSpc>
              <a:spcBef>
                <a:spcPts val="1000"/>
              </a:spcBef>
              <a:spcAft>
                <a:spcPts val="0"/>
              </a:spcAft>
              <a:buSzPts val="720"/>
              <a:buNone/>
              <a:defRPr sz="900"/>
            </a:lvl9pPr>
          </a:lstStyle>
          <a:p/>
        </p:txBody>
      </p:sp>
      <p:sp>
        <p:nvSpPr>
          <p:cNvPr id="124" name="Google Shape;124;p104"/>
          <p:cNvSpPr txBox="1"/>
          <p:nvPr>
            <p:ph idx="5" type="body"/>
          </p:nvPr>
        </p:nvSpPr>
        <p:spPr>
          <a:xfrm>
            <a:off x="7124700" y="1981200"/>
            <a:ext cx="2932113" cy="5762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1000"/>
              </a:spcBef>
              <a:spcAft>
                <a:spcPts val="0"/>
              </a:spcAft>
              <a:buSzPts val="1920"/>
              <a:buNone/>
              <a:defRPr b="0" sz="2400">
                <a:solidFill>
                  <a:srgbClr val="86D1D8"/>
                </a:solidFill>
              </a:defRPr>
            </a:lvl1pPr>
            <a:lvl2pPr indent="-228600" lvl="1" marL="914400" algn="l">
              <a:lnSpc>
                <a:spcPct val="100000"/>
              </a:lnSpc>
              <a:spcBef>
                <a:spcPts val="1000"/>
              </a:spcBef>
              <a:spcAft>
                <a:spcPts val="0"/>
              </a:spcAft>
              <a:buSzPts val="1600"/>
              <a:buNone/>
              <a:defRPr b="1" sz="2000"/>
            </a:lvl2pPr>
            <a:lvl3pPr indent="-228600" lvl="2" marL="1371600" algn="l">
              <a:lnSpc>
                <a:spcPct val="100000"/>
              </a:lnSpc>
              <a:spcBef>
                <a:spcPts val="1000"/>
              </a:spcBef>
              <a:spcAft>
                <a:spcPts val="0"/>
              </a:spcAft>
              <a:buSzPts val="1440"/>
              <a:buNone/>
              <a:defRPr b="1" sz="1800"/>
            </a:lvl3pPr>
            <a:lvl4pPr indent="-228600" lvl="3" marL="1828800" algn="l">
              <a:lnSpc>
                <a:spcPct val="100000"/>
              </a:lnSpc>
              <a:spcBef>
                <a:spcPts val="1000"/>
              </a:spcBef>
              <a:spcAft>
                <a:spcPts val="0"/>
              </a:spcAft>
              <a:buSzPts val="1280"/>
              <a:buNone/>
              <a:defRPr b="1" sz="1600"/>
            </a:lvl4pPr>
            <a:lvl5pPr indent="-228600" lvl="4" marL="2286000" algn="l">
              <a:lnSpc>
                <a:spcPct val="100000"/>
              </a:lnSpc>
              <a:spcBef>
                <a:spcPts val="1000"/>
              </a:spcBef>
              <a:spcAft>
                <a:spcPts val="0"/>
              </a:spcAft>
              <a:buSzPts val="1280"/>
              <a:buNone/>
              <a:defRPr b="1" sz="1600"/>
            </a:lvl5pPr>
            <a:lvl6pPr indent="-228600" lvl="5" marL="2743200" algn="l">
              <a:lnSpc>
                <a:spcPct val="100000"/>
              </a:lnSpc>
              <a:spcBef>
                <a:spcPts val="1000"/>
              </a:spcBef>
              <a:spcAft>
                <a:spcPts val="0"/>
              </a:spcAft>
              <a:buSzPts val="1280"/>
              <a:buNone/>
              <a:defRPr b="1" sz="1600"/>
            </a:lvl6pPr>
            <a:lvl7pPr indent="-228600" lvl="6" marL="3200400" algn="l">
              <a:lnSpc>
                <a:spcPct val="100000"/>
              </a:lnSpc>
              <a:spcBef>
                <a:spcPts val="1000"/>
              </a:spcBef>
              <a:spcAft>
                <a:spcPts val="0"/>
              </a:spcAft>
              <a:buSzPts val="1280"/>
              <a:buNone/>
              <a:defRPr b="1" sz="1600"/>
            </a:lvl7pPr>
            <a:lvl8pPr indent="-228600" lvl="7" marL="3657600" algn="l">
              <a:lnSpc>
                <a:spcPct val="100000"/>
              </a:lnSpc>
              <a:spcBef>
                <a:spcPts val="1000"/>
              </a:spcBef>
              <a:spcAft>
                <a:spcPts val="0"/>
              </a:spcAft>
              <a:buSzPts val="1280"/>
              <a:buNone/>
              <a:defRPr b="1" sz="1600"/>
            </a:lvl8pPr>
            <a:lvl9pPr indent="-228600" lvl="8" marL="4114800" algn="l">
              <a:lnSpc>
                <a:spcPct val="100000"/>
              </a:lnSpc>
              <a:spcBef>
                <a:spcPts val="1000"/>
              </a:spcBef>
              <a:spcAft>
                <a:spcPts val="0"/>
              </a:spcAft>
              <a:buSzPts val="1280"/>
              <a:buNone/>
              <a:defRPr b="1" sz="1600"/>
            </a:lvl9pPr>
          </a:lstStyle>
          <a:p/>
        </p:txBody>
      </p:sp>
      <p:sp>
        <p:nvSpPr>
          <p:cNvPr id="125" name="Google Shape;125;p104"/>
          <p:cNvSpPr txBox="1"/>
          <p:nvPr>
            <p:ph idx="6" type="body"/>
          </p:nvPr>
        </p:nvSpPr>
        <p:spPr>
          <a:xfrm>
            <a:off x="7124700" y="2667000"/>
            <a:ext cx="2932113" cy="3589338"/>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SzPts val="1120"/>
              <a:buNone/>
              <a:defRPr sz="1400"/>
            </a:lvl1pPr>
            <a:lvl2pPr indent="-228600" lvl="1" marL="914400" algn="l">
              <a:lnSpc>
                <a:spcPct val="100000"/>
              </a:lnSpc>
              <a:spcBef>
                <a:spcPts val="1000"/>
              </a:spcBef>
              <a:spcAft>
                <a:spcPts val="0"/>
              </a:spcAft>
              <a:buSzPts val="960"/>
              <a:buNone/>
              <a:defRPr sz="1200"/>
            </a:lvl2pPr>
            <a:lvl3pPr indent="-228600" lvl="2" marL="1371600" algn="l">
              <a:lnSpc>
                <a:spcPct val="100000"/>
              </a:lnSpc>
              <a:spcBef>
                <a:spcPts val="1000"/>
              </a:spcBef>
              <a:spcAft>
                <a:spcPts val="0"/>
              </a:spcAft>
              <a:buSzPts val="800"/>
              <a:buNone/>
              <a:defRPr sz="1000"/>
            </a:lvl3pPr>
            <a:lvl4pPr indent="-228600" lvl="3" marL="1828800" algn="l">
              <a:lnSpc>
                <a:spcPct val="100000"/>
              </a:lnSpc>
              <a:spcBef>
                <a:spcPts val="1000"/>
              </a:spcBef>
              <a:spcAft>
                <a:spcPts val="0"/>
              </a:spcAft>
              <a:buSzPts val="720"/>
              <a:buNone/>
              <a:defRPr sz="900"/>
            </a:lvl4pPr>
            <a:lvl5pPr indent="-228600" lvl="4" marL="2286000" algn="l">
              <a:lnSpc>
                <a:spcPct val="100000"/>
              </a:lnSpc>
              <a:spcBef>
                <a:spcPts val="1000"/>
              </a:spcBef>
              <a:spcAft>
                <a:spcPts val="0"/>
              </a:spcAft>
              <a:buSzPts val="720"/>
              <a:buNone/>
              <a:defRPr sz="900"/>
            </a:lvl5pPr>
            <a:lvl6pPr indent="-228600" lvl="5" marL="2743200" algn="l">
              <a:lnSpc>
                <a:spcPct val="100000"/>
              </a:lnSpc>
              <a:spcBef>
                <a:spcPts val="1000"/>
              </a:spcBef>
              <a:spcAft>
                <a:spcPts val="0"/>
              </a:spcAft>
              <a:buSzPts val="720"/>
              <a:buNone/>
              <a:defRPr sz="900"/>
            </a:lvl6pPr>
            <a:lvl7pPr indent="-228600" lvl="6" marL="3200400" algn="l">
              <a:lnSpc>
                <a:spcPct val="100000"/>
              </a:lnSpc>
              <a:spcBef>
                <a:spcPts val="1000"/>
              </a:spcBef>
              <a:spcAft>
                <a:spcPts val="0"/>
              </a:spcAft>
              <a:buSzPts val="720"/>
              <a:buNone/>
              <a:defRPr sz="900"/>
            </a:lvl7pPr>
            <a:lvl8pPr indent="-228600" lvl="7" marL="3657600" algn="l">
              <a:lnSpc>
                <a:spcPct val="100000"/>
              </a:lnSpc>
              <a:spcBef>
                <a:spcPts val="1000"/>
              </a:spcBef>
              <a:spcAft>
                <a:spcPts val="0"/>
              </a:spcAft>
              <a:buSzPts val="720"/>
              <a:buNone/>
              <a:defRPr sz="900"/>
            </a:lvl8pPr>
            <a:lvl9pPr indent="-228600" lvl="8" marL="4114800" algn="l">
              <a:lnSpc>
                <a:spcPct val="100000"/>
              </a:lnSpc>
              <a:spcBef>
                <a:spcPts val="1000"/>
              </a:spcBef>
              <a:spcAft>
                <a:spcPts val="0"/>
              </a:spcAft>
              <a:buSzPts val="720"/>
              <a:buNone/>
              <a:defRPr sz="900"/>
            </a:lvl9pPr>
          </a:lstStyle>
          <a:p/>
        </p:txBody>
      </p:sp>
      <p:cxnSp>
        <p:nvCxnSpPr>
          <p:cNvPr id="126" name="Google Shape;126;p104"/>
          <p:cNvCxnSpPr/>
          <p:nvPr/>
        </p:nvCxnSpPr>
        <p:spPr>
          <a:xfrm>
            <a:off x="3726142" y="2133600"/>
            <a:ext cx="0" cy="3962400"/>
          </a:xfrm>
          <a:prstGeom prst="straightConnector1">
            <a:avLst/>
          </a:prstGeom>
          <a:noFill/>
          <a:ln cap="flat" cmpd="sng" w="12700">
            <a:solidFill>
              <a:srgbClr val="86D1D8">
                <a:alpha val="40000"/>
              </a:srgbClr>
            </a:solidFill>
            <a:prstDash val="solid"/>
            <a:round/>
            <a:headEnd len="sm" w="sm" type="none"/>
            <a:tailEnd len="sm" w="sm" type="none"/>
          </a:ln>
        </p:spPr>
      </p:cxnSp>
      <p:cxnSp>
        <p:nvCxnSpPr>
          <p:cNvPr id="127" name="Google Shape;127;p104"/>
          <p:cNvCxnSpPr/>
          <p:nvPr/>
        </p:nvCxnSpPr>
        <p:spPr>
          <a:xfrm>
            <a:off x="6962227" y="2133600"/>
            <a:ext cx="0" cy="3966882"/>
          </a:xfrm>
          <a:prstGeom prst="straightConnector1">
            <a:avLst/>
          </a:prstGeom>
          <a:noFill/>
          <a:ln cap="flat" cmpd="sng" w="12700">
            <a:solidFill>
              <a:srgbClr val="86D1D8">
                <a:alpha val="40000"/>
              </a:srgbClr>
            </a:solidFill>
            <a:prstDash val="solid"/>
            <a:round/>
            <a:headEnd len="sm" w="sm" type="none"/>
            <a:tailEnd len="sm" w="sm" type="none"/>
          </a:ln>
        </p:spPr>
      </p:cxnSp>
      <p:sp>
        <p:nvSpPr>
          <p:cNvPr id="128" name="Google Shape;128;p104"/>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9" name="Google Shape;129;p104"/>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0" name="Google Shape;130;p104"/>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31" name="Shape 131"/>
        <p:cNvGrpSpPr/>
        <p:nvPr/>
      </p:nvGrpSpPr>
      <p:grpSpPr>
        <a:xfrm>
          <a:off x="0" y="0"/>
          <a:ext cx="0" cy="0"/>
          <a:chOff x="0" y="0"/>
          <a:chExt cx="0" cy="0"/>
        </a:xfrm>
      </p:grpSpPr>
      <p:sp>
        <p:nvSpPr>
          <p:cNvPr id="132" name="Google Shape;132;p106"/>
          <p:cNvSpPr txBox="1"/>
          <p:nvPr>
            <p:ph type="title"/>
          </p:nvPr>
        </p:nvSpPr>
        <p:spPr>
          <a:xfrm>
            <a:off x="646111" y="452718"/>
            <a:ext cx="9404723" cy="140053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Clr>
                <a:schemeClr val="lt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3" name="Google Shape;133;p106"/>
          <p:cNvSpPr txBox="1"/>
          <p:nvPr>
            <p:ph idx="1" type="body"/>
          </p:nvPr>
        </p:nvSpPr>
        <p:spPr>
          <a:xfrm rot="5400000">
            <a:off x="3478842" y="-322612"/>
            <a:ext cx="4195481" cy="8946541"/>
          </a:xfrm>
          <a:prstGeom prst="rect">
            <a:avLst/>
          </a:prstGeom>
          <a:noFill/>
          <a:ln>
            <a:noFill/>
          </a:ln>
        </p:spPr>
        <p:txBody>
          <a:bodyPr anchorCtr="0" anchor="t" bIns="45700" lIns="91425" spcFirstLastPara="1" rIns="91425" wrap="square" tIns="45700">
            <a:normAutofit/>
          </a:bodyPr>
          <a:lstStyle>
            <a:lvl1pPr indent="-320040" lvl="0" marL="457200" algn="l">
              <a:lnSpc>
                <a:spcPct val="100000"/>
              </a:lnSpc>
              <a:spcBef>
                <a:spcPts val="1000"/>
              </a:spcBef>
              <a:spcAft>
                <a:spcPts val="0"/>
              </a:spcAft>
              <a:buSzPts val="1440"/>
              <a:buChar char="►"/>
              <a:defRPr/>
            </a:lvl1pPr>
            <a:lvl2pPr indent="-320040" lvl="1" marL="914400" algn="l">
              <a:lnSpc>
                <a:spcPct val="100000"/>
              </a:lnSpc>
              <a:spcBef>
                <a:spcPts val="1000"/>
              </a:spcBef>
              <a:spcAft>
                <a:spcPts val="0"/>
              </a:spcAft>
              <a:buSzPts val="1440"/>
              <a:buChar char="►"/>
              <a:defRPr/>
            </a:lvl2pPr>
            <a:lvl3pPr indent="-320039" lvl="2" marL="1371600" algn="l">
              <a:lnSpc>
                <a:spcPct val="100000"/>
              </a:lnSpc>
              <a:spcBef>
                <a:spcPts val="1000"/>
              </a:spcBef>
              <a:spcAft>
                <a:spcPts val="0"/>
              </a:spcAft>
              <a:buSzPts val="1440"/>
              <a:buChar char="►"/>
              <a:defRPr/>
            </a:lvl3pPr>
            <a:lvl4pPr indent="-320039" lvl="3" marL="1828800" algn="l">
              <a:lnSpc>
                <a:spcPct val="100000"/>
              </a:lnSpc>
              <a:spcBef>
                <a:spcPts val="1000"/>
              </a:spcBef>
              <a:spcAft>
                <a:spcPts val="0"/>
              </a:spcAft>
              <a:buSzPts val="1440"/>
              <a:buChar char="►"/>
              <a:defRPr/>
            </a:lvl4pPr>
            <a:lvl5pPr indent="-320039" lvl="4" marL="2286000" algn="l">
              <a:lnSpc>
                <a:spcPct val="100000"/>
              </a:lnSpc>
              <a:spcBef>
                <a:spcPts val="1000"/>
              </a:spcBef>
              <a:spcAft>
                <a:spcPts val="0"/>
              </a:spcAft>
              <a:buSzPts val="1440"/>
              <a:buChar char="►"/>
              <a:defRPr/>
            </a:lvl5pPr>
            <a:lvl6pPr indent="-320039" lvl="5" marL="2743200" algn="l">
              <a:lnSpc>
                <a:spcPct val="100000"/>
              </a:lnSpc>
              <a:spcBef>
                <a:spcPts val="1000"/>
              </a:spcBef>
              <a:spcAft>
                <a:spcPts val="0"/>
              </a:spcAft>
              <a:buSzPts val="1440"/>
              <a:buChar char="►"/>
              <a:defRPr/>
            </a:lvl6pPr>
            <a:lvl7pPr indent="-320039" lvl="6" marL="3200400" algn="l">
              <a:lnSpc>
                <a:spcPct val="100000"/>
              </a:lnSpc>
              <a:spcBef>
                <a:spcPts val="1000"/>
              </a:spcBef>
              <a:spcAft>
                <a:spcPts val="0"/>
              </a:spcAft>
              <a:buSzPts val="1440"/>
              <a:buChar char="►"/>
              <a:defRPr/>
            </a:lvl7pPr>
            <a:lvl8pPr indent="-320040" lvl="7" marL="3657600" algn="l">
              <a:lnSpc>
                <a:spcPct val="100000"/>
              </a:lnSpc>
              <a:spcBef>
                <a:spcPts val="1000"/>
              </a:spcBef>
              <a:spcAft>
                <a:spcPts val="0"/>
              </a:spcAft>
              <a:buSzPts val="1440"/>
              <a:buChar char="►"/>
              <a:defRPr/>
            </a:lvl8pPr>
            <a:lvl9pPr indent="-320040" lvl="8" marL="4114800" algn="l">
              <a:lnSpc>
                <a:spcPct val="100000"/>
              </a:lnSpc>
              <a:spcBef>
                <a:spcPts val="1000"/>
              </a:spcBef>
              <a:spcAft>
                <a:spcPts val="0"/>
              </a:spcAft>
              <a:buSzPts val="1440"/>
              <a:buChar char="►"/>
              <a:defRPr/>
            </a:lvl9pPr>
          </a:lstStyle>
          <a:p/>
        </p:txBody>
      </p:sp>
      <p:sp>
        <p:nvSpPr>
          <p:cNvPr id="134" name="Google Shape;134;p106"/>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5" name="Google Shape;135;p106"/>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6" name="Google Shape;136;p106"/>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37" name="Shape 137"/>
        <p:cNvGrpSpPr/>
        <p:nvPr/>
      </p:nvGrpSpPr>
      <p:grpSpPr>
        <a:xfrm>
          <a:off x="0" y="0"/>
          <a:ext cx="0" cy="0"/>
          <a:chOff x="0" y="0"/>
          <a:chExt cx="0" cy="0"/>
        </a:xfrm>
      </p:grpSpPr>
      <p:sp>
        <p:nvSpPr>
          <p:cNvPr id="138" name="Google Shape;138;p107"/>
          <p:cNvSpPr txBox="1"/>
          <p:nvPr>
            <p:ph type="title"/>
          </p:nvPr>
        </p:nvSpPr>
        <p:spPr>
          <a:xfrm rot="5400000">
            <a:off x="6267450" y="2466975"/>
            <a:ext cx="5826125" cy="1752601"/>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chemeClr val="lt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9" name="Google Shape;139;p107"/>
          <p:cNvSpPr txBox="1"/>
          <p:nvPr>
            <p:ph idx="1" type="body"/>
          </p:nvPr>
        </p:nvSpPr>
        <p:spPr>
          <a:xfrm rot="5400000">
            <a:off x="1679576" y="-139699"/>
            <a:ext cx="5368924" cy="7423149"/>
          </a:xfrm>
          <a:prstGeom prst="rect">
            <a:avLst/>
          </a:prstGeom>
          <a:noFill/>
          <a:ln>
            <a:noFill/>
          </a:ln>
        </p:spPr>
        <p:txBody>
          <a:bodyPr anchorCtr="0" anchor="t" bIns="45700" lIns="91425" spcFirstLastPara="1" rIns="91425" wrap="square" tIns="45700">
            <a:normAutofit/>
          </a:bodyPr>
          <a:lstStyle>
            <a:lvl1pPr indent="-320040" lvl="0" marL="457200" algn="l">
              <a:lnSpc>
                <a:spcPct val="100000"/>
              </a:lnSpc>
              <a:spcBef>
                <a:spcPts val="1000"/>
              </a:spcBef>
              <a:spcAft>
                <a:spcPts val="0"/>
              </a:spcAft>
              <a:buSzPts val="1440"/>
              <a:buChar char="►"/>
              <a:defRPr/>
            </a:lvl1pPr>
            <a:lvl2pPr indent="-320040" lvl="1" marL="914400" algn="l">
              <a:lnSpc>
                <a:spcPct val="100000"/>
              </a:lnSpc>
              <a:spcBef>
                <a:spcPts val="1000"/>
              </a:spcBef>
              <a:spcAft>
                <a:spcPts val="0"/>
              </a:spcAft>
              <a:buSzPts val="1440"/>
              <a:buChar char="►"/>
              <a:defRPr/>
            </a:lvl2pPr>
            <a:lvl3pPr indent="-320039" lvl="2" marL="1371600" algn="l">
              <a:lnSpc>
                <a:spcPct val="100000"/>
              </a:lnSpc>
              <a:spcBef>
                <a:spcPts val="1000"/>
              </a:spcBef>
              <a:spcAft>
                <a:spcPts val="0"/>
              </a:spcAft>
              <a:buSzPts val="1440"/>
              <a:buChar char="►"/>
              <a:defRPr/>
            </a:lvl3pPr>
            <a:lvl4pPr indent="-320039" lvl="3" marL="1828800" algn="l">
              <a:lnSpc>
                <a:spcPct val="100000"/>
              </a:lnSpc>
              <a:spcBef>
                <a:spcPts val="1000"/>
              </a:spcBef>
              <a:spcAft>
                <a:spcPts val="0"/>
              </a:spcAft>
              <a:buSzPts val="1440"/>
              <a:buChar char="►"/>
              <a:defRPr/>
            </a:lvl4pPr>
            <a:lvl5pPr indent="-320039" lvl="4" marL="2286000" algn="l">
              <a:lnSpc>
                <a:spcPct val="100000"/>
              </a:lnSpc>
              <a:spcBef>
                <a:spcPts val="1000"/>
              </a:spcBef>
              <a:spcAft>
                <a:spcPts val="0"/>
              </a:spcAft>
              <a:buSzPts val="1440"/>
              <a:buChar char="►"/>
              <a:defRPr/>
            </a:lvl5pPr>
            <a:lvl6pPr indent="-320039" lvl="5" marL="2743200" algn="l">
              <a:lnSpc>
                <a:spcPct val="100000"/>
              </a:lnSpc>
              <a:spcBef>
                <a:spcPts val="1000"/>
              </a:spcBef>
              <a:spcAft>
                <a:spcPts val="0"/>
              </a:spcAft>
              <a:buSzPts val="1440"/>
              <a:buChar char="►"/>
              <a:defRPr/>
            </a:lvl6pPr>
            <a:lvl7pPr indent="-320039" lvl="6" marL="3200400" algn="l">
              <a:lnSpc>
                <a:spcPct val="100000"/>
              </a:lnSpc>
              <a:spcBef>
                <a:spcPts val="1000"/>
              </a:spcBef>
              <a:spcAft>
                <a:spcPts val="0"/>
              </a:spcAft>
              <a:buSzPts val="1440"/>
              <a:buChar char="►"/>
              <a:defRPr/>
            </a:lvl7pPr>
            <a:lvl8pPr indent="-320040" lvl="7" marL="3657600" algn="l">
              <a:lnSpc>
                <a:spcPct val="100000"/>
              </a:lnSpc>
              <a:spcBef>
                <a:spcPts val="1000"/>
              </a:spcBef>
              <a:spcAft>
                <a:spcPts val="0"/>
              </a:spcAft>
              <a:buSzPts val="1440"/>
              <a:buChar char="►"/>
              <a:defRPr/>
            </a:lvl8pPr>
            <a:lvl9pPr indent="-320040" lvl="8" marL="4114800" algn="l">
              <a:lnSpc>
                <a:spcPct val="100000"/>
              </a:lnSpc>
              <a:spcBef>
                <a:spcPts val="1000"/>
              </a:spcBef>
              <a:spcAft>
                <a:spcPts val="0"/>
              </a:spcAft>
              <a:buSzPts val="1440"/>
              <a:buChar char="►"/>
              <a:defRPr/>
            </a:lvl9pPr>
          </a:lstStyle>
          <a:p/>
        </p:txBody>
      </p:sp>
      <p:sp>
        <p:nvSpPr>
          <p:cNvPr id="140" name="Google Shape;140;p107"/>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1" name="Google Shape;141;p107"/>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2" name="Google Shape;142;p107"/>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15.xml"/><Relationship Id="rId11" Type="http://schemas.openxmlformats.org/officeDocument/2006/relationships/slideLayout" Target="../slideLayouts/slideLayout6.xml"/><Relationship Id="rId22" Type="http://schemas.openxmlformats.org/officeDocument/2006/relationships/slideLayout" Target="../slideLayouts/slideLayout17.xml"/><Relationship Id="rId10" Type="http://schemas.openxmlformats.org/officeDocument/2006/relationships/slideLayout" Target="../slideLayouts/slideLayout5.xml"/><Relationship Id="rId21" Type="http://schemas.openxmlformats.org/officeDocument/2006/relationships/slideLayout" Target="../slideLayouts/slideLayout16.xml"/><Relationship Id="rId13" Type="http://schemas.openxmlformats.org/officeDocument/2006/relationships/slideLayout" Target="../slideLayouts/slideLayout8.xml"/><Relationship Id="rId12" Type="http://schemas.openxmlformats.org/officeDocument/2006/relationships/slideLayout" Target="../slideLayouts/slideLayout7.xml"/><Relationship Id="rId23" Type="http://schemas.openxmlformats.org/officeDocument/2006/relationships/theme" Target="../theme/theme2.xml"/><Relationship Id="rId1" Type="http://schemas.openxmlformats.org/officeDocument/2006/relationships/image" Target="../media/image9.png"/><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4.png"/><Relationship Id="rId9" Type="http://schemas.openxmlformats.org/officeDocument/2006/relationships/slideLayout" Target="../slideLayouts/slideLayout4.xml"/><Relationship Id="rId15" Type="http://schemas.openxmlformats.org/officeDocument/2006/relationships/slideLayout" Target="../slideLayouts/slideLayout10.xml"/><Relationship Id="rId14" Type="http://schemas.openxmlformats.org/officeDocument/2006/relationships/slideLayout" Target="../slideLayouts/slideLayout9.xml"/><Relationship Id="rId17" Type="http://schemas.openxmlformats.org/officeDocument/2006/relationships/slideLayout" Target="../slideLayouts/slideLayout12.xml"/><Relationship Id="rId16" Type="http://schemas.openxmlformats.org/officeDocument/2006/relationships/slideLayout" Target="../slideLayouts/slideLayout11.xml"/><Relationship Id="rId5" Type="http://schemas.openxmlformats.org/officeDocument/2006/relationships/image" Target="../media/image2.png"/><Relationship Id="rId19" Type="http://schemas.openxmlformats.org/officeDocument/2006/relationships/slideLayout" Target="../slideLayouts/slideLayout14.xml"/><Relationship Id="rId6" Type="http://schemas.openxmlformats.org/officeDocument/2006/relationships/slideLayout" Target="../slideLayouts/slideLayout1.xml"/><Relationship Id="rId18" Type="http://schemas.openxmlformats.org/officeDocument/2006/relationships/slideLayout" Target="../slideLayouts/slideLayout13.xml"/><Relationship Id="rId7" Type="http://schemas.openxmlformats.org/officeDocument/2006/relationships/slideLayout" Target="../slideLayouts/slideLayout2.xml"/><Relationship Id="rId8"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5" name="Shape 5"/>
        <p:cNvGrpSpPr/>
        <p:nvPr/>
      </p:nvGrpSpPr>
      <p:grpSpPr>
        <a:xfrm>
          <a:off x="0" y="0"/>
          <a:ext cx="0" cy="0"/>
          <a:chOff x="0" y="0"/>
          <a:chExt cx="0" cy="0"/>
        </a:xfrm>
      </p:grpSpPr>
      <p:pic>
        <p:nvPicPr>
          <p:cNvPr id="6" name="Google Shape;6;p90"/>
          <p:cNvPicPr preferRelativeResize="0"/>
          <p:nvPr/>
        </p:nvPicPr>
        <p:blipFill rotWithShape="1">
          <a:blip r:embed="rId2">
            <a:alphaModFix/>
          </a:blip>
          <a:srcRect b="0" l="3613" r="0" t="0"/>
          <a:stretch/>
        </p:blipFill>
        <p:spPr>
          <a:xfrm>
            <a:off x="0" y="2669685"/>
            <a:ext cx="4037012" cy="4188315"/>
          </a:xfrm>
          <a:prstGeom prst="rect">
            <a:avLst/>
          </a:prstGeom>
          <a:noFill/>
          <a:ln>
            <a:noFill/>
          </a:ln>
        </p:spPr>
      </p:pic>
      <p:pic>
        <p:nvPicPr>
          <p:cNvPr id="7" name="Google Shape;7;p90"/>
          <p:cNvPicPr preferRelativeResize="0"/>
          <p:nvPr/>
        </p:nvPicPr>
        <p:blipFill rotWithShape="1">
          <a:blip r:embed="rId3">
            <a:alphaModFix/>
          </a:blip>
          <a:srcRect b="0" l="35640" r="0" t="0"/>
          <a:stretch/>
        </p:blipFill>
        <p:spPr>
          <a:xfrm>
            <a:off x="0" y="2892347"/>
            <a:ext cx="1522412" cy="2365453"/>
          </a:xfrm>
          <a:prstGeom prst="rect">
            <a:avLst/>
          </a:prstGeom>
          <a:noFill/>
          <a:ln>
            <a:noFill/>
          </a:ln>
        </p:spPr>
      </p:pic>
      <p:sp>
        <p:nvSpPr>
          <p:cNvPr id="8" name="Google Shape;8;p90"/>
          <p:cNvSpPr/>
          <p:nvPr/>
        </p:nvSpPr>
        <p:spPr>
          <a:xfrm>
            <a:off x="8609012" y="1676400"/>
            <a:ext cx="2819400" cy="2819400"/>
          </a:xfrm>
          <a:prstGeom prst="ellipse">
            <a:avLst/>
          </a:prstGeom>
          <a:gradFill>
            <a:gsLst>
              <a:gs pos="0">
                <a:srgbClr val="4CB9C3">
                  <a:alpha val="5882"/>
                </a:srgbClr>
              </a:gs>
              <a:gs pos="36000">
                <a:srgbClr val="4CB9C3">
                  <a:alpha val="5098"/>
                </a:srgbClr>
              </a:gs>
              <a:gs pos="69000">
                <a:srgbClr val="4CB9C3">
                  <a:alpha val="0"/>
                </a:srgbClr>
              </a:gs>
              <a:gs pos="100000">
                <a:srgbClr val="4CB9C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9" name="Google Shape;9;p90"/>
          <p:cNvPicPr preferRelativeResize="0"/>
          <p:nvPr/>
        </p:nvPicPr>
        <p:blipFill rotWithShape="1">
          <a:blip r:embed="rId4">
            <a:alphaModFix/>
          </a:blip>
          <a:srcRect b="0" l="0" r="0" t="28812"/>
          <a:stretch/>
        </p:blipFill>
        <p:spPr>
          <a:xfrm>
            <a:off x="7999412" y="0"/>
            <a:ext cx="1603387" cy="1141407"/>
          </a:xfrm>
          <a:prstGeom prst="rect">
            <a:avLst/>
          </a:prstGeom>
          <a:noFill/>
          <a:ln>
            <a:noFill/>
          </a:ln>
        </p:spPr>
      </p:pic>
      <p:pic>
        <p:nvPicPr>
          <p:cNvPr id="10" name="Google Shape;10;p90"/>
          <p:cNvPicPr preferRelativeResize="0"/>
          <p:nvPr/>
        </p:nvPicPr>
        <p:blipFill rotWithShape="1">
          <a:blip r:embed="rId5">
            <a:alphaModFix/>
          </a:blip>
          <a:srcRect b="23320" l="0" r="0" t="0"/>
          <a:stretch/>
        </p:blipFill>
        <p:spPr>
          <a:xfrm>
            <a:off x="8605878" y="6096000"/>
            <a:ext cx="993734" cy="762000"/>
          </a:xfrm>
          <a:prstGeom prst="rect">
            <a:avLst/>
          </a:prstGeom>
          <a:noFill/>
          <a:ln>
            <a:noFill/>
          </a:ln>
        </p:spPr>
      </p:pic>
      <p:sp>
        <p:nvSpPr>
          <p:cNvPr id="11" name="Google Shape;11;p90"/>
          <p:cNvSpPr/>
          <p:nvPr/>
        </p:nvSpPr>
        <p:spPr>
          <a:xfrm>
            <a:off x="10437812" y="0"/>
            <a:ext cx="685800" cy="1143000"/>
          </a:xfrm>
          <a:prstGeom prst="rect">
            <a:avLst/>
          </a:prstGeom>
          <a:solidFill>
            <a:schemeClr val="accent1"/>
          </a:solidFill>
          <a:ln>
            <a:noFill/>
          </a:ln>
          <a:effectLst>
            <a:outerShdw blurRad="38100" rotWithShape="0" dir="5400000" dist="25400">
              <a:srgbClr val="000000">
                <a:alpha val="43921"/>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 name="Google Shape;12;p90"/>
          <p:cNvSpPr txBox="1"/>
          <p:nvPr>
            <p:ph type="title"/>
          </p:nvPr>
        </p:nvSpPr>
        <p:spPr>
          <a:xfrm>
            <a:off x="646111" y="452718"/>
            <a:ext cx="9404723" cy="140053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chemeClr val="lt2"/>
              </a:buClr>
              <a:buSzPts val="4200"/>
              <a:buFont typeface="Century Gothic"/>
              <a:buNone/>
              <a:defRPr b="0" i="0" sz="4200" u="none" cap="none" strike="noStrike">
                <a:solidFill>
                  <a:schemeClr val="lt2"/>
                </a:solidFill>
                <a:latin typeface="Century Gothic"/>
                <a:ea typeface="Century Gothic"/>
                <a:cs typeface="Century Gothic"/>
                <a:sym typeface="Century Gothic"/>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lt2"/>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lt2"/>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lt2"/>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lt2"/>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lt2"/>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lt2"/>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lt2"/>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lt2"/>
                </a:solidFill>
                <a:latin typeface="Arial"/>
                <a:ea typeface="Arial"/>
                <a:cs typeface="Arial"/>
                <a:sym typeface="Arial"/>
              </a:defRPr>
            </a:lvl9pPr>
          </a:lstStyle>
          <a:p/>
        </p:txBody>
      </p:sp>
      <p:sp>
        <p:nvSpPr>
          <p:cNvPr id="13" name="Google Shape;13;p90"/>
          <p:cNvSpPr txBox="1"/>
          <p:nvPr>
            <p:ph idx="1" type="body"/>
          </p:nvPr>
        </p:nvSpPr>
        <p:spPr>
          <a:xfrm>
            <a:off x="1103312" y="2052918"/>
            <a:ext cx="8946541" cy="4195481"/>
          </a:xfrm>
          <a:prstGeom prst="rect">
            <a:avLst/>
          </a:prstGeom>
          <a:noFill/>
          <a:ln>
            <a:noFill/>
          </a:ln>
        </p:spPr>
        <p:txBody>
          <a:bodyPr anchorCtr="0" anchor="t" bIns="45700" lIns="91425" spcFirstLastPara="1" rIns="91425" wrap="square" tIns="45700">
            <a:normAutofit/>
          </a:bodyPr>
          <a:lstStyle>
            <a:lvl1pPr indent="-330200" lvl="0" marL="457200" marR="0" rtl="0" algn="l">
              <a:lnSpc>
                <a:spcPct val="100000"/>
              </a:lnSpc>
              <a:spcBef>
                <a:spcPts val="1000"/>
              </a:spcBef>
              <a:spcAft>
                <a:spcPts val="0"/>
              </a:spcAft>
              <a:buClr>
                <a:srgbClr val="86D1D8"/>
              </a:buClr>
              <a:buSzPts val="1600"/>
              <a:buFont typeface="Noto Sans Symbols"/>
              <a:buChar char="►"/>
              <a:defRPr b="0" i="0" sz="2000" u="none" cap="none" strike="noStrike">
                <a:solidFill>
                  <a:schemeClr val="lt1"/>
                </a:solidFill>
                <a:latin typeface="Century Gothic"/>
                <a:ea typeface="Century Gothic"/>
                <a:cs typeface="Century Gothic"/>
                <a:sym typeface="Century Gothic"/>
              </a:defRPr>
            </a:lvl1pPr>
            <a:lvl2pPr indent="-320040" lvl="1" marL="914400" marR="0" rtl="0" algn="l">
              <a:lnSpc>
                <a:spcPct val="100000"/>
              </a:lnSpc>
              <a:spcBef>
                <a:spcPts val="1000"/>
              </a:spcBef>
              <a:spcAft>
                <a:spcPts val="0"/>
              </a:spcAft>
              <a:buClr>
                <a:srgbClr val="86D1D8"/>
              </a:buClr>
              <a:buSzPts val="1440"/>
              <a:buFont typeface="Noto Sans Symbols"/>
              <a:buChar char="►"/>
              <a:defRPr b="0" i="0" sz="1800" u="none" cap="none" strike="noStrike">
                <a:solidFill>
                  <a:schemeClr val="lt1"/>
                </a:solidFill>
                <a:latin typeface="Century Gothic"/>
                <a:ea typeface="Century Gothic"/>
                <a:cs typeface="Century Gothic"/>
                <a:sym typeface="Century Gothic"/>
              </a:defRPr>
            </a:lvl2pPr>
            <a:lvl3pPr indent="-309880" lvl="2" marL="1371600" marR="0" rtl="0" algn="l">
              <a:lnSpc>
                <a:spcPct val="100000"/>
              </a:lnSpc>
              <a:spcBef>
                <a:spcPts val="1000"/>
              </a:spcBef>
              <a:spcAft>
                <a:spcPts val="0"/>
              </a:spcAft>
              <a:buClr>
                <a:srgbClr val="86D1D8"/>
              </a:buClr>
              <a:buSzPts val="1280"/>
              <a:buFont typeface="Noto Sans Symbols"/>
              <a:buChar char="►"/>
              <a:defRPr b="0" i="0" sz="1600" u="none" cap="none" strike="noStrike">
                <a:solidFill>
                  <a:schemeClr val="lt1"/>
                </a:solidFill>
                <a:latin typeface="Century Gothic"/>
                <a:ea typeface="Century Gothic"/>
                <a:cs typeface="Century Gothic"/>
                <a:sym typeface="Century Gothic"/>
              </a:defRPr>
            </a:lvl3pPr>
            <a:lvl4pPr indent="-299719" lvl="3" marL="1828800" marR="0" rtl="0" algn="l">
              <a:lnSpc>
                <a:spcPct val="100000"/>
              </a:lnSpc>
              <a:spcBef>
                <a:spcPts val="1000"/>
              </a:spcBef>
              <a:spcAft>
                <a:spcPts val="0"/>
              </a:spcAft>
              <a:buClr>
                <a:srgbClr val="86D1D8"/>
              </a:buClr>
              <a:buSzPts val="1120"/>
              <a:buFont typeface="Noto Sans Symbols"/>
              <a:buChar char="►"/>
              <a:defRPr b="0" i="0" sz="1400" u="none" cap="none" strike="noStrike">
                <a:solidFill>
                  <a:schemeClr val="lt1"/>
                </a:solidFill>
                <a:latin typeface="Century Gothic"/>
                <a:ea typeface="Century Gothic"/>
                <a:cs typeface="Century Gothic"/>
                <a:sym typeface="Century Gothic"/>
              </a:defRPr>
            </a:lvl4pPr>
            <a:lvl5pPr indent="-299720" lvl="4" marL="2286000" marR="0" rtl="0" algn="l">
              <a:lnSpc>
                <a:spcPct val="100000"/>
              </a:lnSpc>
              <a:spcBef>
                <a:spcPts val="1000"/>
              </a:spcBef>
              <a:spcAft>
                <a:spcPts val="0"/>
              </a:spcAft>
              <a:buClr>
                <a:srgbClr val="86D1D8"/>
              </a:buClr>
              <a:buSzPts val="1120"/>
              <a:buFont typeface="Noto Sans Symbols"/>
              <a:buChar char="►"/>
              <a:defRPr b="0" i="0" sz="1400" u="none" cap="none" strike="noStrike">
                <a:solidFill>
                  <a:schemeClr val="lt1"/>
                </a:solidFill>
                <a:latin typeface="Century Gothic"/>
                <a:ea typeface="Century Gothic"/>
                <a:cs typeface="Century Gothic"/>
                <a:sym typeface="Century Gothic"/>
              </a:defRPr>
            </a:lvl5pPr>
            <a:lvl6pPr indent="-299720" lvl="5" marL="2743200" marR="0" rtl="0" algn="l">
              <a:lnSpc>
                <a:spcPct val="100000"/>
              </a:lnSpc>
              <a:spcBef>
                <a:spcPts val="1000"/>
              </a:spcBef>
              <a:spcAft>
                <a:spcPts val="0"/>
              </a:spcAft>
              <a:buClr>
                <a:srgbClr val="86D1D8"/>
              </a:buClr>
              <a:buSzPts val="1120"/>
              <a:buFont typeface="Noto Sans Symbols"/>
              <a:buChar char="►"/>
              <a:defRPr b="0" i="0" sz="1400" u="none" cap="none" strike="noStrike">
                <a:solidFill>
                  <a:schemeClr val="lt1"/>
                </a:solidFill>
                <a:latin typeface="Century Gothic"/>
                <a:ea typeface="Century Gothic"/>
                <a:cs typeface="Century Gothic"/>
                <a:sym typeface="Century Gothic"/>
              </a:defRPr>
            </a:lvl6pPr>
            <a:lvl7pPr indent="-299720" lvl="6" marL="3200400" marR="0" rtl="0" algn="l">
              <a:lnSpc>
                <a:spcPct val="100000"/>
              </a:lnSpc>
              <a:spcBef>
                <a:spcPts val="1000"/>
              </a:spcBef>
              <a:spcAft>
                <a:spcPts val="0"/>
              </a:spcAft>
              <a:buClr>
                <a:srgbClr val="86D1D8"/>
              </a:buClr>
              <a:buSzPts val="1120"/>
              <a:buFont typeface="Noto Sans Symbols"/>
              <a:buChar char="►"/>
              <a:defRPr b="0" i="0" sz="1400" u="none" cap="none" strike="noStrike">
                <a:solidFill>
                  <a:schemeClr val="lt1"/>
                </a:solidFill>
                <a:latin typeface="Century Gothic"/>
                <a:ea typeface="Century Gothic"/>
                <a:cs typeface="Century Gothic"/>
                <a:sym typeface="Century Gothic"/>
              </a:defRPr>
            </a:lvl7pPr>
            <a:lvl8pPr indent="-299720" lvl="7" marL="3657600" marR="0" rtl="0" algn="l">
              <a:lnSpc>
                <a:spcPct val="100000"/>
              </a:lnSpc>
              <a:spcBef>
                <a:spcPts val="1000"/>
              </a:spcBef>
              <a:spcAft>
                <a:spcPts val="0"/>
              </a:spcAft>
              <a:buClr>
                <a:srgbClr val="86D1D8"/>
              </a:buClr>
              <a:buSzPts val="1120"/>
              <a:buFont typeface="Noto Sans Symbols"/>
              <a:buChar char="►"/>
              <a:defRPr b="0" i="0" sz="1400" u="none" cap="none" strike="noStrike">
                <a:solidFill>
                  <a:schemeClr val="lt1"/>
                </a:solidFill>
                <a:latin typeface="Century Gothic"/>
                <a:ea typeface="Century Gothic"/>
                <a:cs typeface="Century Gothic"/>
                <a:sym typeface="Century Gothic"/>
              </a:defRPr>
            </a:lvl8pPr>
            <a:lvl9pPr indent="-299720" lvl="8" marL="4114800" marR="0" rtl="0" algn="l">
              <a:lnSpc>
                <a:spcPct val="100000"/>
              </a:lnSpc>
              <a:spcBef>
                <a:spcPts val="1000"/>
              </a:spcBef>
              <a:spcAft>
                <a:spcPts val="0"/>
              </a:spcAft>
              <a:buClr>
                <a:srgbClr val="86D1D8"/>
              </a:buClr>
              <a:buSzPts val="1120"/>
              <a:buFont typeface="Noto Sans Symbols"/>
              <a:buChar char="►"/>
              <a:defRPr b="0" i="0" sz="1400" u="none" cap="none" strike="noStrike">
                <a:solidFill>
                  <a:schemeClr val="lt1"/>
                </a:solidFill>
                <a:latin typeface="Century Gothic"/>
                <a:ea typeface="Century Gothic"/>
                <a:cs typeface="Century Gothic"/>
                <a:sym typeface="Century Gothic"/>
              </a:defRPr>
            </a:lvl9pPr>
          </a:lstStyle>
          <a:p/>
        </p:txBody>
      </p:sp>
      <p:sp>
        <p:nvSpPr>
          <p:cNvPr id="14" name="Google Shape;14;p90"/>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100" u="none" cap="none" strike="noStrike">
                <a:solidFill>
                  <a:schemeClr val="lt1"/>
                </a:solidFill>
                <a:latin typeface="Century Gothic"/>
                <a:ea typeface="Century Gothic"/>
                <a:cs typeface="Century Gothic"/>
                <a:sym typeface="Century Gothic"/>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9pPr>
          </a:lstStyle>
          <a:p/>
        </p:txBody>
      </p:sp>
      <p:sp>
        <p:nvSpPr>
          <p:cNvPr id="15" name="Google Shape;15;p90"/>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100" u="none" cap="none" strike="noStrike">
                <a:solidFill>
                  <a:schemeClr val="lt1"/>
                </a:solidFill>
                <a:latin typeface="Century Gothic"/>
                <a:ea typeface="Century Gothic"/>
                <a:cs typeface="Century Gothic"/>
                <a:sym typeface="Century Gothic"/>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9pPr>
          </a:lstStyle>
          <a:p/>
        </p:txBody>
      </p:sp>
      <p:sp>
        <p:nvSpPr>
          <p:cNvPr id="16" name="Google Shape;16;p90"/>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marR="0" rtl="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1pPr>
            <a:lvl2pPr indent="0" lvl="1" marL="0" marR="0" rtl="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2pPr>
            <a:lvl3pPr indent="0" lvl="2" marL="0" marR="0" rtl="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3pPr>
            <a:lvl4pPr indent="0" lvl="3" marL="0" marR="0" rtl="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4pPr>
            <a:lvl5pPr indent="0" lvl="4" marL="0" marR="0" rtl="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5pPr>
            <a:lvl6pPr indent="0" lvl="5" marL="0" marR="0" rtl="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6pPr>
            <a:lvl7pPr indent="0" lvl="6" marL="0" marR="0" rtl="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7pPr>
            <a:lvl8pPr indent="0" lvl="7" marL="0" marR="0" rtl="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8pPr>
            <a:lvl9pPr indent="0" lvl="8" marL="0" marR="0" rtl="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6"/>
    <p:sldLayoutId id="2147483650" r:id="rId7"/>
    <p:sldLayoutId id="2147483651" r:id="rId8"/>
    <p:sldLayoutId id="2147483652" r:id="rId9"/>
    <p:sldLayoutId id="2147483653" r:id="rId10"/>
    <p:sldLayoutId id="2147483654" r:id="rId11"/>
    <p:sldLayoutId id="2147483655" r:id="rId12"/>
    <p:sldLayoutId id="2147483656" r:id="rId13"/>
    <p:sldLayoutId id="2147483657" r:id="rId14"/>
    <p:sldLayoutId id="2147483658" r:id="rId15"/>
    <p:sldLayoutId id="2147483659" r:id="rId16"/>
    <p:sldLayoutId id="2147483660" r:id="rId17"/>
    <p:sldLayoutId id="2147483661" r:id="rId18"/>
    <p:sldLayoutId id="2147483662" r:id="rId19"/>
    <p:sldLayoutId id="2147483663" r:id="rId20"/>
    <p:sldLayoutId id="2147483664" r:id="rId21"/>
    <p:sldLayoutId id="2147483665" r:id="rId2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9.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9.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9.pn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hyperlink" Target="https://docs.google.com/spreadsheets/d/1NFdgFnrengsjZz2vXhzGSgGO1KUdIVpjdHUO5r1Iepw/edit?ts=60dc07fb#gid=1387659889"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 Id="rId3" Type="http://schemas.openxmlformats.org/officeDocument/2006/relationships/hyperlink" Target="https://docs.google.com/document/d/10Nk9M6Ig2hz7n1CDgjmorCHCpTO916Clzi7JI2sa1D4/edit?usp=sharing" TargetMode="External"/><Relationship Id="rId4" Type="http://schemas.openxmlformats.org/officeDocument/2006/relationships/hyperlink" Target="https://drive.google.com/file/d/1PR3Ij4iB3NAyOfwr0pFLJhx7XMthFGGD/view?ts=60dc07fb" TargetMode="External"/><Relationship Id="rId5" Type="http://schemas.openxmlformats.org/officeDocument/2006/relationships/hyperlink" Target="https://docs.google.com/forms/d/1IsHdgKfWgmIcleFf0eN3_20BVpXVonYEtUvDO0_f1tY/edit" TargetMode="External"/><Relationship Id="rId6" Type="http://schemas.openxmlformats.org/officeDocument/2006/relationships/hyperlink" Target="https://docs.google.com/forms/d/1c0OUl7wVec5kk0fvuuSPo1i7lnXDcOELgHcoyd0a8gs/edit"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 Id="rId3" Type="http://schemas.openxmlformats.org/officeDocument/2006/relationships/hyperlink" Target="https://docs.google.com/forms/d/1Yk780eCRll5THpVJY3EdZsAVngBkaDAy50Gp64Nu6OA/edit"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 Id="rId3" Type="http://schemas.openxmlformats.org/officeDocument/2006/relationships/hyperlink" Target="https://savivisionpvt-my.sharepoint.com/:x:/g/personal/sunil_savivision_com/EX7HSlb8_hxFq8vwVz5fjGQB6XLnz7e2X2tP5RveFfDOgQ?e=pmJIqK" TargetMode="External"/><Relationship Id="rId4" Type="http://schemas.openxmlformats.org/officeDocument/2006/relationships/hyperlink" Target="https://savivisionpvt-my.sharepoint.com/:x:/g/personal/sunil_savivision_com/EV4JR-_hbr9BoS4xAJ7uoI8B7AWAvty9i2YKQHk63hlmmQ?e=2s05D7" TargetMode="External"/><Relationship Id="rId5" Type="http://schemas.openxmlformats.org/officeDocument/2006/relationships/hyperlink" Target="https://savivisionpvt-my.sharepoint.com/:x:/g/personal/sunil_savivision_com/ETqfS8UCvk9MpT2rKcdYl6kBKa4VKyUdseuidUfrQPloGA?e=aS3lsg"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 Id="rId3" Type="http://schemas.openxmlformats.org/officeDocument/2006/relationships/hyperlink" Target="https://savivisionpvt-my.sharepoint.com/:x:/g/personal/sunil_savivision_com/ERuBYOdYUqBAjndueQPQDXUBREx5IgOtllg1buYJvvWWtw?e=cpNn3z"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 Id="rId3" Type="http://schemas.openxmlformats.org/officeDocument/2006/relationships/hyperlink" Target="https://savivisionpvt-my.sharepoint.com/:x:/g/personal/sunil_savivision_com/ERuBYOdYUqBAjndueQPQDXUBREx5IgOtllg1buYJvvWWtw?e=cpNn3z"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4.xml"/><Relationship Id="rId3" Type="http://schemas.openxmlformats.org/officeDocument/2006/relationships/hyperlink" Target="https://docs.google.com/spreadsheets/d/1mxc5GhrYzugvYur_IfW_KyMcMS_HSwZi/edit?rtpof=true"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7.xml"/><Relationship Id="rId3" Type="http://schemas.openxmlformats.org/officeDocument/2006/relationships/hyperlink" Target="https://docs.google.com/forms/d/1gQXDhSqKJKp5ehNLEQvmO2TFa3ZHwMFCiSrtd5wFv74/edit" TargetMode="Externa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8.xml"/><Relationship Id="rId3" Type="http://schemas.openxmlformats.org/officeDocument/2006/relationships/hyperlink" Target="https://docs.google.com/forms/d/1nFLLEDy74cRFugyt53l7GkYQ1z4Q9jv84VXfwl_hKT0/edit" TargetMode="External"/><Relationship Id="rId4" Type="http://schemas.openxmlformats.org/officeDocument/2006/relationships/hyperlink" Target="https://docs.google.com/forms/d/1gQXDhSqKJKp5ehNLEQvmO2TFa3ZHwMFCiSrtd5wFv74/edit" TargetMode="External"/><Relationship Id="rId5" Type="http://schemas.openxmlformats.org/officeDocument/2006/relationships/hyperlink" Target="https://docs.google.com/forms/d/1vC8DoYGCuZjJw-5F1cY3TkM-ocGXe7STOM3tyhfA_7A/edit" TargetMode="External"/><Relationship Id="rId6" Type="http://schemas.openxmlformats.org/officeDocument/2006/relationships/hyperlink" Target="https://docs.google.com/forms/d/1handVjhm-iHP2XZOoWpF6lDdteIq_eJkX_PwBvSrjb4/edit" TargetMode="Externa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0.xml"/><Relationship Id="rId3" Type="http://schemas.openxmlformats.org/officeDocument/2006/relationships/hyperlink" Target="about:blank" TargetMode="Externa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3.xml"/><Relationship Id="rId3" Type="http://schemas.openxmlformats.org/officeDocument/2006/relationships/hyperlink" Target="https://forms.gle/7ZFwgrhnyncmuhxA6" TargetMode="External"/><Relationship Id="rId4" Type="http://schemas.openxmlformats.org/officeDocument/2006/relationships/hyperlink" Target="https://docs.google.com/forms/d/1LJjeHnxXWLh2lOosARQqEfQvakuUduHv_C1ZwGUAAIY/edit#responses" TargetMode="Externa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5.xml"/><Relationship Id="rId3" Type="http://schemas.openxmlformats.org/officeDocument/2006/relationships/hyperlink" Target="https://docs.google.com/spreadsheets/d/18igAUMUYHoSh-TmtzKc64g9rr009Og6F/edit#gid=2133689025" TargetMode="Externa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1.xml"/><Relationship Id="rId3" Type="http://schemas.openxmlformats.org/officeDocument/2006/relationships/hyperlink" Target="https://savivisionpvt-my.sharepoint.com/:x:/r/personal/sanjeev_savivision_com1/_layouts/15/Doc.aspx?sourcedoc=%7B10701E7F-E09B-4275-92E4-1B4662B3B9C7%7D&amp;file=Price%20List%20Feb%202021.xlsx&amp;wdOrigin=OFFICECOM-WEB.START.MRU&amp;ct=1612186272991&amp;action=default&amp;mobileredirect=true&amp;cid=8cc99bff-efea-4236-9efa-d6b8aceb3d4c" TargetMode="Externa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4.xml"/><Relationship Id="rId3" Type="http://schemas.openxmlformats.org/officeDocument/2006/relationships/hyperlink" Target="https://savivisionpvt-my.sharepoint.com/:x:/r/personal/operations_savivision_com/_layouts/15/Doc.aspx?sourcedoc=%7BA1D911A0-EBB2-40DE-ABE2-28353012AD7C%7D&amp;file=Daily%20Attendance.xlsx&amp;action=default&amp;mobileredirect=true" TargetMode="Externa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5.xml"/><Relationship Id="rId3" Type="http://schemas.openxmlformats.org/officeDocument/2006/relationships/hyperlink" Target="https://savivisionpvt-my.sharepoint.com/:x:/r/personal/operations_savivision_com/_layouts/15/Doc.aspx?sourcedoc=%7BE3EC0AC6-9613-4082-B298-D5AFC05ED084%7D&amp;file=Leave%20Balance%20from%20Sep%2720%20to%20Apr%2721.xlsx&amp;action=default&amp;mobileredirect=true" TargetMode="Externa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5.xml"/><Relationship Id="rId3" Type="http://schemas.openxmlformats.org/officeDocument/2006/relationships/hyperlink" Target="https://savivisionpvt-my.sharepoint.com/:x:/g/personal/hr_savivision_com/EWAPSrQivKtDpnFzznKhpLwBj_CxYXnoGW7MpZ1mq2AecQ?e=4%3AN1qpon&amp;at=9" TargetMode="Externa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1"/>
          <p:cNvSpPr txBox="1"/>
          <p:nvPr>
            <p:ph type="ctrTitle"/>
          </p:nvPr>
        </p:nvSpPr>
        <p:spPr>
          <a:xfrm>
            <a:off x="1154955" y="1447800"/>
            <a:ext cx="8825658" cy="3329581"/>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lt2"/>
              </a:buClr>
              <a:buSzPts val="7200"/>
              <a:buFont typeface="Century Gothic"/>
              <a:buNone/>
            </a:pPr>
            <a:r>
              <a:rPr lang="en-US"/>
              <a:t>SAVI VISION </a:t>
            </a:r>
            <a:endParaRPr/>
          </a:p>
        </p:txBody>
      </p:sp>
      <p:sp>
        <p:nvSpPr>
          <p:cNvPr id="148" name="Google Shape;148;p1"/>
          <p:cNvSpPr txBox="1"/>
          <p:nvPr>
            <p:ph idx="1" type="subTitle"/>
          </p:nvPr>
        </p:nvSpPr>
        <p:spPr>
          <a:xfrm>
            <a:off x="1154955" y="4777380"/>
            <a:ext cx="8825658" cy="86142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600"/>
              <a:buNone/>
            </a:pPr>
            <a:r>
              <a:rPr lang="en-US"/>
              <a:t>EMPLOYEES STRUCTURE </a:t>
            </a:r>
            <a:endParaRPr/>
          </a:p>
        </p:txBody>
      </p:sp>
      <p:sp>
        <p:nvSpPr>
          <p:cNvPr id="149" name="Google Shape;149;p1"/>
          <p:cNvSpPr txBox="1"/>
          <p:nvPr/>
        </p:nvSpPr>
        <p:spPr>
          <a:xfrm>
            <a:off x="4724400" y="3200400"/>
            <a:ext cx="274320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150" name="Google Shape;150;p1"/>
          <p:cNvSpPr txBox="1"/>
          <p:nvPr/>
        </p:nvSpPr>
        <p:spPr>
          <a:xfrm>
            <a:off x="4724400" y="3200400"/>
            <a:ext cx="274320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Click to add text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g2a8553b6984_0_0"/>
          <p:cNvSpPr txBox="1"/>
          <p:nvPr>
            <p:ph type="title"/>
          </p:nvPr>
        </p:nvSpPr>
        <p:spPr>
          <a:xfrm>
            <a:off x="652825" y="157895"/>
            <a:ext cx="9404700" cy="472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4200"/>
              <a:buNone/>
            </a:pPr>
            <a:r>
              <a:rPr lang="en-US"/>
              <a:t>Department </a:t>
            </a:r>
            <a:endParaRPr/>
          </a:p>
        </p:txBody>
      </p:sp>
      <p:sp>
        <p:nvSpPr>
          <p:cNvPr id="156" name="Google Shape;156;g2a8553b6984_0_0"/>
          <p:cNvSpPr txBox="1"/>
          <p:nvPr>
            <p:ph idx="1" type="body"/>
          </p:nvPr>
        </p:nvSpPr>
        <p:spPr>
          <a:xfrm>
            <a:off x="652463" y="4250949"/>
            <a:ext cx="2940000" cy="5763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1000"/>
              </a:spcBef>
              <a:spcAft>
                <a:spcPts val="0"/>
              </a:spcAft>
              <a:buSzPts val="1920"/>
              <a:buNone/>
            </a:pPr>
            <a:r>
              <a:rPr lang="en-US"/>
              <a:t>HR </a:t>
            </a:r>
            <a:endParaRPr/>
          </a:p>
        </p:txBody>
      </p:sp>
      <p:sp>
        <p:nvSpPr>
          <p:cNvPr id="157" name="Google Shape;157;g2a8553b6984_0_0"/>
          <p:cNvSpPr txBox="1"/>
          <p:nvPr>
            <p:ph idx="3" type="body"/>
          </p:nvPr>
        </p:nvSpPr>
        <p:spPr>
          <a:xfrm>
            <a:off x="652463" y="4827211"/>
            <a:ext cx="2940000" cy="6591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1000"/>
              </a:spcBef>
              <a:spcAft>
                <a:spcPts val="0"/>
              </a:spcAft>
              <a:buSzPts val="1120"/>
              <a:buNone/>
            </a:pPr>
            <a:r>
              <a:rPr lang="en-US"/>
              <a:t>NO </a:t>
            </a:r>
            <a:endParaRPr/>
          </a:p>
        </p:txBody>
      </p:sp>
      <p:sp>
        <p:nvSpPr>
          <p:cNvPr id="158" name="Google Shape;158;g2a8553b6984_0_0"/>
          <p:cNvSpPr txBox="1"/>
          <p:nvPr>
            <p:ph idx="4" type="body"/>
          </p:nvPr>
        </p:nvSpPr>
        <p:spPr>
          <a:xfrm>
            <a:off x="3889375" y="4250949"/>
            <a:ext cx="2930400" cy="5763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1000"/>
              </a:spcBef>
              <a:spcAft>
                <a:spcPts val="0"/>
              </a:spcAft>
              <a:buSzPts val="1920"/>
              <a:buNone/>
            </a:pPr>
            <a:r>
              <a:rPr lang="en-US"/>
              <a:t>GEM </a:t>
            </a:r>
            <a:endParaRPr/>
          </a:p>
        </p:txBody>
      </p:sp>
      <p:sp>
        <p:nvSpPr>
          <p:cNvPr id="159" name="Google Shape;159;g2a8553b6984_0_0"/>
          <p:cNvSpPr txBox="1"/>
          <p:nvPr>
            <p:ph idx="6" type="body"/>
          </p:nvPr>
        </p:nvSpPr>
        <p:spPr>
          <a:xfrm>
            <a:off x="3888022" y="4827210"/>
            <a:ext cx="2934300" cy="6591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1000"/>
              </a:spcBef>
              <a:spcAft>
                <a:spcPts val="0"/>
              </a:spcAft>
              <a:buSzPts val="1120"/>
              <a:buNone/>
            </a:pPr>
            <a:r>
              <a:rPr lang="en-US"/>
              <a:t>Ms Soni</a:t>
            </a:r>
            <a:endParaRPr/>
          </a:p>
        </p:txBody>
      </p:sp>
      <p:sp>
        <p:nvSpPr>
          <p:cNvPr id="160" name="Google Shape;160;g2a8553b6984_0_0"/>
          <p:cNvSpPr txBox="1"/>
          <p:nvPr>
            <p:ph idx="7" type="body"/>
          </p:nvPr>
        </p:nvSpPr>
        <p:spPr>
          <a:xfrm>
            <a:off x="7124700" y="4250949"/>
            <a:ext cx="2932200" cy="5763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1000"/>
              </a:spcBef>
              <a:spcAft>
                <a:spcPts val="0"/>
              </a:spcAft>
              <a:buSzPts val="1920"/>
              <a:buNone/>
            </a:pPr>
            <a:r>
              <a:rPr lang="en-US"/>
              <a:t>Presales</a:t>
            </a:r>
            <a:endParaRPr/>
          </a:p>
        </p:txBody>
      </p:sp>
      <p:sp>
        <p:nvSpPr>
          <p:cNvPr id="161" name="Google Shape;161;g2a8553b6984_0_0"/>
          <p:cNvSpPr txBox="1"/>
          <p:nvPr>
            <p:ph idx="9" type="body"/>
          </p:nvPr>
        </p:nvSpPr>
        <p:spPr>
          <a:xfrm>
            <a:off x="7124575" y="4827208"/>
            <a:ext cx="2936100" cy="6591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1000"/>
              </a:spcBef>
              <a:spcAft>
                <a:spcPts val="0"/>
              </a:spcAft>
              <a:buSzPts val="1120"/>
              <a:buNone/>
            </a:pPr>
            <a:r>
              <a:rPr lang="en-US"/>
              <a:t>Namita + Kuldeep</a:t>
            </a:r>
            <a:endParaRPr/>
          </a:p>
        </p:txBody>
      </p:sp>
      <p:sp>
        <p:nvSpPr>
          <p:cNvPr id="162" name="Google Shape;162;g2a8553b6984_0_0"/>
          <p:cNvSpPr txBox="1"/>
          <p:nvPr>
            <p:ph idx="1" type="body"/>
          </p:nvPr>
        </p:nvSpPr>
        <p:spPr>
          <a:xfrm>
            <a:off x="649063" y="2685649"/>
            <a:ext cx="2940000" cy="5763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1000"/>
              </a:spcBef>
              <a:spcAft>
                <a:spcPts val="0"/>
              </a:spcAft>
              <a:buSzPts val="1920"/>
              <a:buNone/>
            </a:pPr>
            <a:r>
              <a:rPr lang="en-US"/>
              <a:t>Purchase</a:t>
            </a:r>
            <a:endParaRPr/>
          </a:p>
        </p:txBody>
      </p:sp>
      <p:sp>
        <p:nvSpPr>
          <p:cNvPr id="163" name="Google Shape;163;g2a8553b6984_0_0"/>
          <p:cNvSpPr txBox="1"/>
          <p:nvPr>
            <p:ph idx="3" type="body"/>
          </p:nvPr>
        </p:nvSpPr>
        <p:spPr>
          <a:xfrm>
            <a:off x="436688" y="3261911"/>
            <a:ext cx="2940000" cy="6591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1000"/>
              </a:spcBef>
              <a:spcAft>
                <a:spcPts val="0"/>
              </a:spcAft>
              <a:buSzPts val="1120"/>
              <a:buNone/>
            </a:pPr>
            <a:r>
              <a:rPr lang="en-US"/>
              <a:t>Purchase -Mayank</a:t>
            </a:r>
            <a:endParaRPr/>
          </a:p>
        </p:txBody>
      </p:sp>
      <p:sp>
        <p:nvSpPr>
          <p:cNvPr id="164" name="Google Shape;164;g2a8553b6984_0_0"/>
          <p:cNvSpPr txBox="1"/>
          <p:nvPr>
            <p:ph idx="4" type="body"/>
          </p:nvPr>
        </p:nvSpPr>
        <p:spPr>
          <a:xfrm>
            <a:off x="3885975" y="2685649"/>
            <a:ext cx="2930400" cy="5763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1000"/>
              </a:spcBef>
              <a:spcAft>
                <a:spcPts val="0"/>
              </a:spcAft>
              <a:buSzPts val="1920"/>
              <a:buNone/>
            </a:pPr>
            <a:r>
              <a:rPr lang="en-US"/>
              <a:t>Store</a:t>
            </a:r>
            <a:endParaRPr/>
          </a:p>
        </p:txBody>
      </p:sp>
      <p:sp>
        <p:nvSpPr>
          <p:cNvPr id="165" name="Google Shape;165;g2a8553b6984_0_0"/>
          <p:cNvSpPr txBox="1"/>
          <p:nvPr>
            <p:ph idx="6" type="body"/>
          </p:nvPr>
        </p:nvSpPr>
        <p:spPr>
          <a:xfrm>
            <a:off x="3884622" y="3261910"/>
            <a:ext cx="2934300" cy="6591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1000"/>
              </a:spcBef>
              <a:spcAft>
                <a:spcPts val="0"/>
              </a:spcAft>
              <a:buSzPts val="1120"/>
              <a:buNone/>
            </a:pPr>
            <a:r>
              <a:rPr lang="en-US"/>
              <a:t>stock - Neeraj`</a:t>
            </a:r>
            <a:endParaRPr/>
          </a:p>
        </p:txBody>
      </p:sp>
      <p:sp>
        <p:nvSpPr>
          <p:cNvPr id="166" name="Google Shape;166;g2a8553b6984_0_0"/>
          <p:cNvSpPr txBox="1"/>
          <p:nvPr>
            <p:ph idx="7" type="body"/>
          </p:nvPr>
        </p:nvSpPr>
        <p:spPr>
          <a:xfrm>
            <a:off x="7121300" y="2685649"/>
            <a:ext cx="2932200" cy="5763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1000"/>
              </a:spcBef>
              <a:spcAft>
                <a:spcPts val="0"/>
              </a:spcAft>
              <a:buSzPts val="1920"/>
              <a:buNone/>
            </a:pPr>
            <a:r>
              <a:rPr lang="en-US"/>
              <a:t>Digital Signage</a:t>
            </a:r>
            <a:endParaRPr/>
          </a:p>
        </p:txBody>
      </p:sp>
      <p:sp>
        <p:nvSpPr>
          <p:cNvPr id="167" name="Google Shape;167;g2a8553b6984_0_0"/>
          <p:cNvSpPr txBox="1"/>
          <p:nvPr>
            <p:ph idx="9" type="body"/>
          </p:nvPr>
        </p:nvSpPr>
        <p:spPr>
          <a:xfrm>
            <a:off x="7121175" y="3261908"/>
            <a:ext cx="2936100" cy="6591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1000"/>
              </a:spcBef>
              <a:spcAft>
                <a:spcPts val="0"/>
              </a:spcAft>
              <a:buSzPts val="1120"/>
              <a:buNone/>
            </a:pPr>
            <a:r>
              <a:rPr lang="en-US"/>
              <a:t>Dev Karan</a:t>
            </a:r>
            <a:endParaRPr/>
          </a:p>
        </p:txBody>
      </p:sp>
      <p:sp>
        <p:nvSpPr>
          <p:cNvPr id="168" name="Google Shape;168;g2a8553b6984_0_0"/>
          <p:cNvSpPr txBox="1"/>
          <p:nvPr>
            <p:ph idx="1" type="body"/>
          </p:nvPr>
        </p:nvSpPr>
        <p:spPr>
          <a:xfrm>
            <a:off x="651063" y="915249"/>
            <a:ext cx="2940000" cy="5763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1000"/>
              </a:spcBef>
              <a:spcAft>
                <a:spcPts val="0"/>
              </a:spcAft>
              <a:buSzPts val="1920"/>
              <a:buNone/>
            </a:pPr>
            <a:r>
              <a:rPr lang="en-US"/>
              <a:t>Finance</a:t>
            </a:r>
            <a:endParaRPr/>
          </a:p>
        </p:txBody>
      </p:sp>
      <p:sp>
        <p:nvSpPr>
          <p:cNvPr id="169" name="Google Shape;169;g2a8553b6984_0_0"/>
          <p:cNvSpPr txBox="1"/>
          <p:nvPr>
            <p:ph idx="3" type="body"/>
          </p:nvPr>
        </p:nvSpPr>
        <p:spPr>
          <a:xfrm>
            <a:off x="651063" y="1491511"/>
            <a:ext cx="2940000" cy="6591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1000"/>
              </a:spcBef>
              <a:spcAft>
                <a:spcPts val="0"/>
              </a:spcAft>
              <a:buSzPts val="1120"/>
              <a:buNone/>
            </a:pPr>
            <a:r>
              <a:rPr lang="en-US"/>
              <a:t>Billing + GST  + ESI + PF</a:t>
            </a:r>
            <a:endParaRPr/>
          </a:p>
          <a:p>
            <a:pPr indent="0" lvl="0" marL="0" rtl="0" algn="l">
              <a:lnSpc>
                <a:spcPct val="100000"/>
              </a:lnSpc>
              <a:spcBef>
                <a:spcPts val="1000"/>
              </a:spcBef>
              <a:spcAft>
                <a:spcPts val="0"/>
              </a:spcAft>
              <a:buSzPts val="1120"/>
              <a:buNone/>
            </a:pPr>
            <a:r>
              <a:rPr lang="en-US"/>
              <a:t>Mr. Harish + Shekhar  </a:t>
            </a:r>
            <a:endParaRPr/>
          </a:p>
        </p:txBody>
      </p:sp>
      <p:sp>
        <p:nvSpPr>
          <p:cNvPr id="170" name="Google Shape;170;g2a8553b6984_0_0"/>
          <p:cNvSpPr txBox="1"/>
          <p:nvPr>
            <p:ph idx="4" type="body"/>
          </p:nvPr>
        </p:nvSpPr>
        <p:spPr>
          <a:xfrm>
            <a:off x="3887975" y="915249"/>
            <a:ext cx="2930400" cy="5763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1000"/>
              </a:spcBef>
              <a:spcAft>
                <a:spcPts val="0"/>
              </a:spcAft>
              <a:buSzPts val="1920"/>
              <a:buNone/>
            </a:pPr>
            <a:r>
              <a:rPr lang="en-US"/>
              <a:t>Sales</a:t>
            </a:r>
            <a:endParaRPr/>
          </a:p>
        </p:txBody>
      </p:sp>
      <p:sp>
        <p:nvSpPr>
          <p:cNvPr id="171" name="Google Shape;171;g2a8553b6984_0_0"/>
          <p:cNvSpPr txBox="1"/>
          <p:nvPr>
            <p:ph idx="6" type="body"/>
          </p:nvPr>
        </p:nvSpPr>
        <p:spPr>
          <a:xfrm>
            <a:off x="3886625" y="1491490"/>
            <a:ext cx="2934300" cy="13053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1000"/>
              </a:spcBef>
              <a:spcAft>
                <a:spcPts val="0"/>
              </a:spcAft>
              <a:buSzPts val="1120"/>
              <a:buNone/>
            </a:pPr>
            <a:r>
              <a:rPr lang="en-US"/>
              <a:t>Project - CCTV + Audio Visual Equipment </a:t>
            </a:r>
            <a:endParaRPr/>
          </a:p>
          <a:p>
            <a:pPr indent="0" lvl="0" marL="0" rtl="0" algn="l">
              <a:lnSpc>
                <a:spcPct val="100000"/>
              </a:lnSpc>
              <a:spcBef>
                <a:spcPts val="1000"/>
              </a:spcBef>
              <a:spcAft>
                <a:spcPts val="0"/>
              </a:spcAft>
              <a:buSzPts val="1120"/>
              <a:buNone/>
            </a:pPr>
            <a:r>
              <a:rPr lang="en-US"/>
              <a:t>Sanjeev + Amit </a:t>
            </a:r>
            <a:endParaRPr/>
          </a:p>
          <a:p>
            <a:pPr indent="0" lvl="0" marL="0" rtl="0" algn="l">
              <a:lnSpc>
                <a:spcPct val="100000"/>
              </a:lnSpc>
              <a:spcBef>
                <a:spcPts val="1000"/>
              </a:spcBef>
              <a:spcAft>
                <a:spcPts val="0"/>
              </a:spcAft>
              <a:buSzPts val="1120"/>
              <a:buNone/>
            </a:pPr>
            <a:r>
              <a:rPr lang="en-US"/>
              <a:t>backend - Shweta 	</a:t>
            </a:r>
            <a:endParaRPr/>
          </a:p>
        </p:txBody>
      </p:sp>
      <p:sp>
        <p:nvSpPr>
          <p:cNvPr id="172" name="Google Shape;172;g2a8553b6984_0_0"/>
          <p:cNvSpPr txBox="1"/>
          <p:nvPr>
            <p:ph idx="7" type="body"/>
          </p:nvPr>
        </p:nvSpPr>
        <p:spPr>
          <a:xfrm>
            <a:off x="7123300" y="915249"/>
            <a:ext cx="2932200" cy="5763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1000"/>
              </a:spcBef>
              <a:spcAft>
                <a:spcPts val="0"/>
              </a:spcAft>
              <a:buSzPts val="1920"/>
              <a:buNone/>
            </a:pPr>
            <a:r>
              <a:rPr lang="en-US"/>
              <a:t>Service</a:t>
            </a:r>
            <a:endParaRPr/>
          </a:p>
        </p:txBody>
      </p:sp>
      <p:sp>
        <p:nvSpPr>
          <p:cNvPr id="173" name="Google Shape;173;g2a8553b6984_0_0"/>
          <p:cNvSpPr txBox="1"/>
          <p:nvPr>
            <p:ph idx="9" type="body"/>
          </p:nvPr>
        </p:nvSpPr>
        <p:spPr>
          <a:xfrm>
            <a:off x="7123175" y="1491500"/>
            <a:ext cx="4594200" cy="16515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1000"/>
              </a:spcBef>
              <a:spcAft>
                <a:spcPts val="0"/>
              </a:spcAft>
              <a:buSzPts val="1120"/>
              <a:buNone/>
            </a:pPr>
            <a:r>
              <a:rPr lang="en-US"/>
              <a:t>Repair + AMC </a:t>
            </a:r>
            <a:endParaRPr/>
          </a:p>
          <a:p>
            <a:pPr indent="0" lvl="0" marL="0" rtl="0" algn="l">
              <a:lnSpc>
                <a:spcPct val="100000"/>
              </a:lnSpc>
              <a:spcBef>
                <a:spcPts val="1000"/>
              </a:spcBef>
              <a:spcAft>
                <a:spcPts val="0"/>
              </a:spcAft>
              <a:buSzPts val="1120"/>
              <a:buNone/>
            </a:pPr>
            <a:r>
              <a:rPr lang="en-US"/>
              <a:t>Shiv - Component </a:t>
            </a:r>
            <a:br>
              <a:rPr lang="en-US"/>
            </a:br>
            <a:r>
              <a:rPr lang="en-US"/>
              <a:t>Installation team -  Govind, Manish, Kapil, Sourabh, Pankaj, </a:t>
            </a:r>
            <a:endParaRPr/>
          </a:p>
          <a:p>
            <a:pPr indent="0" lvl="0" marL="0" rtl="0" algn="l">
              <a:lnSpc>
                <a:spcPct val="100000"/>
              </a:lnSpc>
              <a:spcBef>
                <a:spcPts val="1000"/>
              </a:spcBef>
              <a:spcAft>
                <a:spcPts val="0"/>
              </a:spcAft>
              <a:buSzPts val="1120"/>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grpSp>
        <p:nvGrpSpPr>
          <p:cNvPr id="178" name="Google Shape;178;p8"/>
          <p:cNvGrpSpPr/>
          <p:nvPr/>
        </p:nvGrpSpPr>
        <p:grpSpPr>
          <a:xfrm>
            <a:off x="1030" y="3361432"/>
            <a:ext cx="12053281" cy="660453"/>
            <a:chOff x="1030" y="255762"/>
            <a:chExt cx="12053281" cy="660453"/>
          </a:xfrm>
        </p:grpSpPr>
        <p:sp>
          <p:nvSpPr>
            <p:cNvPr id="179" name="Google Shape;179;p8"/>
            <p:cNvSpPr/>
            <p:nvPr/>
          </p:nvSpPr>
          <p:spPr>
            <a:xfrm>
              <a:off x="1030" y="255762"/>
              <a:ext cx="1651134" cy="660453"/>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 name="Google Shape;180;p8"/>
            <p:cNvSpPr txBox="1"/>
            <p:nvPr/>
          </p:nvSpPr>
          <p:spPr>
            <a:xfrm>
              <a:off x="331257" y="255762"/>
              <a:ext cx="990681" cy="660453"/>
            </a:xfrm>
            <a:prstGeom prst="rect">
              <a:avLst/>
            </a:prstGeom>
            <a:noFill/>
            <a:ln>
              <a:noFill/>
            </a:ln>
          </p:spPr>
          <p:txBody>
            <a:bodyPr anchorCtr="0" anchor="ctr" bIns="16000" lIns="48000" spcFirstLastPara="1" rIns="16000" wrap="square" tIns="16000">
              <a:noAutofit/>
            </a:bodyPr>
            <a:lstStyle/>
            <a:p>
              <a:pPr indent="0" lvl="0" marL="0" marR="0" rtl="0" algn="ctr">
                <a:lnSpc>
                  <a:spcPct val="90000"/>
                </a:lnSpc>
                <a:spcBef>
                  <a:spcPts val="0"/>
                </a:spcBef>
                <a:spcAft>
                  <a:spcPts val="0"/>
                </a:spcAft>
                <a:buClr>
                  <a:schemeClr val="lt1"/>
                </a:buClr>
                <a:buSzPts val="1200"/>
                <a:buFont typeface="Century Gothic"/>
                <a:buNone/>
              </a:pPr>
              <a:r>
                <a:rPr b="0" i="0" lang="en-US" sz="1200" u="none" cap="none" strike="noStrike">
                  <a:solidFill>
                    <a:schemeClr val="lt1"/>
                  </a:solidFill>
                  <a:latin typeface="Century Gothic"/>
                  <a:ea typeface="Century Gothic"/>
                  <a:cs typeface="Century Gothic"/>
                  <a:sym typeface="Century Gothic"/>
                </a:rPr>
                <a:t>Order Execute with Gant Sh</a:t>
              </a:r>
              <a:r>
                <a:rPr lang="en-US" sz="1200">
                  <a:solidFill>
                    <a:schemeClr val="lt1"/>
                  </a:solidFill>
                  <a:latin typeface="Century Gothic"/>
                  <a:ea typeface="Century Gothic"/>
                  <a:cs typeface="Century Gothic"/>
                  <a:sym typeface="Century Gothic"/>
                </a:rPr>
                <a:t>eet Share to Cust</a:t>
              </a:r>
              <a:endParaRPr b="0" i="0" sz="1400" u="none" cap="none" strike="noStrike">
                <a:solidFill>
                  <a:srgbClr val="000000"/>
                </a:solidFill>
                <a:latin typeface="Arial"/>
                <a:ea typeface="Arial"/>
                <a:cs typeface="Arial"/>
                <a:sym typeface="Arial"/>
              </a:endParaRPr>
            </a:p>
          </p:txBody>
        </p:sp>
        <p:sp>
          <p:nvSpPr>
            <p:cNvPr id="181" name="Google Shape;181;p8"/>
            <p:cNvSpPr/>
            <p:nvPr/>
          </p:nvSpPr>
          <p:spPr>
            <a:xfrm>
              <a:off x="1487051" y="255762"/>
              <a:ext cx="1651134" cy="660453"/>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 name="Google Shape;182;p8"/>
            <p:cNvSpPr txBox="1"/>
            <p:nvPr/>
          </p:nvSpPr>
          <p:spPr>
            <a:xfrm>
              <a:off x="1817278" y="255762"/>
              <a:ext cx="990681" cy="660453"/>
            </a:xfrm>
            <a:prstGeom prst="rect">
              <a:avLst/>
            </a:prstGeom>
            <a:noFill/>
            <a:ln>
              <a:noFill/>
            </a:ln>
          </p:spPr>
          <p:txBody>
            <a:bodyPr anchorCtr="0" anchor="ctr" bIns="16000" lIns="48000" spcFirstLastPara="1" rIns="16000" wrap="square" tIns="16000">
              <a:noAutofit/>
            </a:bodyPr>
            <a:lstStyle/>
            <a:p>
              <a:pPr indent="0" lvl="0" marL="0" marR="0" rtl="0" algn="ctr">
                <a:lnSpc>
                  <a:spcPct val="90000"/>
                </a:lnSpc>
                <a:spcBef>
                  <a:spcPts val="0"/>
                </a:spcBef>
                <a:spcAft>
                  <a:spcPts val="0"/>
                </a:spcAft>
                <a:buClr>
                  <a:schemeClr val="lt1"/>
                </a:buClr>
                <a:buSzPts val="1200"/>
                <a:buFont typeface="Century Gothic"/>
                <a:buNone/>
              </a:pPr>
              <a:r>
                <a:rPr b="0" i="0" lang="en-US" sz="1200" u="none" cap="none" strike="noStrike">
                  <a:solidFill>
                    <a:schemeClr val="lt1"/>
                  </a:solidFill>
                  <a:latin typeface="Century Gothic"/>
                  <a:ea typeface="Century Gothic"/>
                  <a:cs typeface="Century Gothic"/>
                  <a:sym typeface="Century Gothic"/>
                </a:rPr>
                <a:t>Order with format / instructions </a:t>
              </a:r>
              <a:endParaRPr b="0" i="0" sz="1200" u="none" cap="none" strike="noStrike">
                <a:solidFill>
                  <a:schemeClr val="lt1"/>
                </a:solidFill>
                <a:latin typeface="Century Gothic"/>
                <a:ea typeface="Century Gothic"/>
                <a:cs typeface="Century Gothic"/>
                <a:sym typeface="Century Gothic"/>
              </a:endParaRPr>
            </a:p>
          </p:txBody>
        </p:sp>
        <p:sp>
          <p:nvSpPr>
            <p:cNvPr id="183" name="Google Shape;183;p8"/>
            <p:cNvSpPr/>
            <p:nvPr/>
          </p:nvSpPr>
          <p:spPr>
            <a:xfrm>
              <a:off x="2973072" y="255762"/>
              <a:ext cx="1651134" cy="660453"/>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 name="Google Shape;184;p8"/>
            <p:cNvSpPr txBox="1"/>
            <p:nvPr/>
          </p:nvSpPr>
          <p:spPr>
            <a:xfrm>
              <a:off x="3303299" y="255762"/>
              <a:ext cx="990681" cy="660453"/>
            </a:xfrm>
            <a:prstGeom prst="rect">
              <a:avLst/>
            </a:prstGeom>
            <a:noFill/>
            <a:ln>
              <a:noFill/>
            </a:ln>
          </p:spPr>
          <p:txBody>
            <a:bodyPr anchorCtr="0" anchor="ctr" bIns="16000" lIns="48000" spcFirstLastPara="1" rIns="16000" wrap="square" tIns="16000">
              <a:noAutofit/>
            </a:bodyPr>
            <a:lstStyle/>
            <a:p>
              <a:pPr indent="0" lvl="0" marL="0" marR="0" rtl="0" algn="ctr">
                <a:lnSpc>
                  <a:spcPct val="90000"/>
                </a:lnSpc>
                <a:spcBef>
                  <a:spcPts val="0"/>
                </a:spcBef>
                <a:spcAft>
                  <a:spcPts val="0"/>
                </a:spcAft>
                <a:buClr>
                  <a:schemeClr val="lt1"/>
                </a:buClr>
                <a:buSzPts val="1200"/>
                <a:buFont typeface="Century Gothic"/>
                <a:buNone/>
              </a:pPr>
              <a:r>
                <a:rPr b="0" i="0" lang="en-US" sz="1200" u="none" cap="none" strike="noStrike">
                  <a:solidFill>
                    <a:schemeClr val="lt1"/>
                  </a:solidFill>
                  <a:latin typeface="Century Gothic"/>
                  <a:ea typeface="Century Gothic"/>
                  <a:cs typeface="Century Gothic"/>
                  <a:sym typeface="Century Gothic"/>
                </a:rPr>
                <a:t> SO with specific instructions </a:t>
              </a:r>
              <a:endParaRPr b="0" i="0" sz="1200" u="none" cap="none" strike="noStrike">
                <a:solidFill>
                  <a:schemeClr val="lt1"/>
                </a:solidFill>
                <a:latin typeface="Century Gothic"/>
                <a:ea typeface="Century Gothic"/>
                <a:cs typeface="Century Gothic"/>
                <a:sym typeface="Century Gothic"/>
              </a:endParaRPr>
            </a:p>
          </p:txBody>
        </p:sp>
        <p:sp>
          <p:nvSpPr>
            <p:cNvPr id="185" name="Google Shape;185;p8"/>
            <p:cNvSpPr/>
            <p:nvPr/>
          </p:nvSpPr>
          <p:spPr>
            <a:xfrm>
              <a:off x="4459093" y="255762"/>
              <a:ext cx="1651134" cy="660453"/>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 name="Google Shape;186;p8"/>
            <p:cNvSpPr txBox="1"/>
            <p:nvPr/>
          </p:nvSpPr>
          <p:spPr>
            <a:xfrm>
              <a:off x="4789320" y="255762"/>
              <a:ext cx="990681" cy="660453"/>
            </a:xfrm>
            <a:prstGeom prst="rect">
              <a:avLst/>
            </a:prstGeom>
            <a:noFill/>
            <a:ln>
              <a:noFill/>
            </a:ln>
          </p:spPr>
          <p:txBody>
            <a:bodyPr anchorCtr="0" anchor="ctr" bIns="16000" lIns="48000" spcFirstLastPara="1" rIns="16000" wrap="square" tIns="16000">
              <a:noAutofit/>
            </a:bodyPr>
            <a:lstStyle/>
            <a:p>
              <a:pPr indent="0" lvl="0" marL="0" marR="0" rtl="0" algn="ctr">
                <a:lnSpc>
                  <a:spcPct val="90000"/>
                </a:lnSpc>
                <a:spcBef>
                  <a:spcPts val="0"/>
                </a:spcBef>
                <a:spcAft>
                  <a:spcPts val="0"/>
                </a:spcAft>
                <a:buClr>
                  <a:schemeClr val="lt1"/>
                </a:buClr>
                <a:buSzPts val="1200"/>
                <a:buFont typeface="Century Gothic"/>
                <a:buNone/>
              </a:pPr>
              <a:r>
                <a:rPr b="0" i="0" lang="en-US" sz="1200" u="none" cap="none" strike="noStrike">
                  <a:solidFill>
                    <a:schemeClr val="lt1"/>
                  </a:solidFill>
                  <a:latin typeface="Century Gothic"/>
                  <a:ea typeface="Century Gothic"/>
                  <a:cs typeface="Century Gothic"/>
                  <a:sym typeface="Century Gothic"/>
                </a:rPr>
                <a:t>P&amp;L</a:t>
              </a:r>
              <a:endParaRPr b="0" i="0" sz="1400" u="none" cap="none" strike="noStrike">
                <a:solidFill>
                  <a:srgbClr val="000000"/>
                </a:solidFill>
                <a:latin typeface="Arial"/>
                <a:ea typeface="Arial"/>
                <a:cs typeface="Arial"/>
                <a:sym typeface="Arial"/>
              </a:endParaRPr>
            </a:p>
          </p:txBody>
        </p:sp>
        <p:sp>
          <p:nvSpPr>
            <p:cNvPr id="187" name="Google Shape;187;p8"/>
            <p:cNvSpPr/>
            <p:nvPr/>
          </p:nvSpPr>
          <p:spPr>
            <a:xfrm>
              <a:off x="5945114" y="255762"/>
              <a:ext cx="1651134" cy="660453"/>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 name="Google Shape;188;p8"/>
            <p:cNvSpPr txBox="1"/>
            <p:nvPr/>
          </p:nvSpPr>
          <p:spPr>
            <a:xfrm>
              <a:off x="6275341" y="255762"/>
              <a:ext cx="990681" cy="660453"/>
            </a:xfrm>
            <a:prstGeom prst="rect">
              <a:avLst/>
            </a:prstGeom>
            <a:noFill/>
            <a:ln>
              <a:noFill/>
            </a:ln>
          </p:spPr>
          <p:txBody>
            <a:bodyPr anchorCtr="0" anchor="ctr" bIns="16000" lIns="48000" spcFirstLastPara="1" rIns="16000" wrap="square" tIns="16000">
              <a:noAutofit/>
            </a:bodyPr>
            <a:lstStyle/>
            <a:p>
              <a:pPr indent="0" lvl="0" marL="0" marR="0" rtl="0" algn="ctr">
                <a:lnSpc>
                  <a:spcPct val="90000"/>
                </a:lnSpc>
                <a:spcBef>
                  <a:spcPts val="0"/>
                </a:spcBef>
                <a:spcAft>
                  <a:spcPts val="0"/>
                </a:spcAft>
                <a:buClr>
                  <a:schemeClr val="lt1"/>
                </a:buClr>
                <a:buSzPts val="1200"/>
                <a:buFont typeface="Century Gothic"/>
                <a:buNone/>
              </a:pPr>
              <a:r>
                <a:rPr b="0" i="0" lang="en-US" sz="1200" u="none" cap="none" strike="noStrike">
                  <a:solidFill>
                    <a:schemeClr val="lt1"/>
                  </a:solidFill>
                  <a:latin typeface="Century Gothic"/>
                  <a:ea typeface="Century Gothic"/>
                  <a:cs typeface="Century Gothic"/>
                  <a:sym typeface="Century Gothic"/>
                </a:rPr>
                <a:t>Inst Drawing</a:t>
              </a:r>
              <a:endParaRPr b="0" i="0" sz="1400" u="none" cap="none" strike="noStrike">
                <a:solidFill>
                  <a:srgbClr val="000000"/>
                </a:solidFill>
                <a:latin typeface="Arial"/>
                <a:ea typeface="Arial"/>
                <a:cs typeface="Arial"/>
                <a:sym typeface="Arial"/>
              </a:endParaRPr>
            </a:p>
          </p:txBody>
        </p:sp>
        <p:sp>
          <p:nvSpPr>
            <p:cNvPr id="189" name="Google Shape;189;p8"/>
            <p:cNvSpPr/>
            <p:nvPr/>
          </p:nvSpPr>
          <p:spPr>
            <a:xfrm>
              <a:off x="7431135" y="255762"/>
              <a:ext cx="1651134" cy="660453"/>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 name="Google Shape;190;p8"/>
            <p:cNvSpPr txBox="1"/>
            <p:nvPr/>
          </p:nvSpPr>
          <p:spPr>
            <a:xfrm>
              <a:off x="7761362" y="255762"/>
              <a:ext cx="990681" cy="660453"/>
            </a:xfrm>
            <a:prstGeom prst="rect">
              <a:avLst/>
            </a:prstGeom>
            <a:noFill/>
            <a:ln>
              <a:noFill/>
            </a:ln>
          </p:spPr>
          <p:txBody>
            <a:bodyPr anchorCtr="0" anchor="ctr" bIns="16000" lIns="48000" spcFirstLastPara="1" rIns="16000" wrap="square" tIns="16000">
              <a:noAutofit/>
            </a:bodyPr>
            <a:lstStyle/>
            <a:p>
              <a:pPr indent="0" lvl="0" marL="0" marR="0" rtl="0" algn="ctr">
                <a:lnSpc>
                  <a:spcPct val="90000"/>
                </a:lnSpc>
                <a:spcBef>
                  <a:spcPts val="0"/>
                </a:spcBef>
                <a:spcAft>
                  <a:spcPts val="0"/>
                </a:spcAft>
                <a:buClr>
                  <a:schemeClr val="lt1"/>
                </a:buClr>
                <a:buSzPts val="1200"/>
                <a:buFont typeface="Century Gothic"/>
                <a:buNone/>
              </a:pPr>
              <a:r>
                <a:rPr b="0" i="0" lang="en-US" sz="1200" u="none" cap="none" strike="noStrike">
                  <a:solidFill>
                    <a:schemeClr val="lt1"/>
                  </a:solidFill>
                  <a:latin typeface="Century Gothic"/>
                  <a:ea typeface="Century Gothic"/>
                  <a:cs typeface="Century Gothic"/>
                  <a:sym typeface="Century Gothic"/>
                </a:rPr>
                <a:t>Purchase</a:t>
              </a:r>
              <a:endParaRPr b="0" i="0" sz="1400" u="none" cap="none" strike="noStrike">
                <a:solidFill>
                  <a:srgbClr val="000000"/>
                </a:solidFill>
                <a:latin typeface="Arial"/>
                <a:ea typeface="Arial"/>
                <a:cs typeface="Arial"/>
                <a:sym typeface="Arial"/>
              </a:endParaRPr>
            </a:p>
          </p:txBody>
        </p:sp>
        <p:sp>
          <p:nvSpPr>
            <p:cNvPr id="191" name="Google Shape;191;p8"/>
            <p:cNvSpPr/>
            <p:nvPr/>
          </p:nvSpPr>
          <p:spPr>
            <a:xfrm>
              <a:off x="8917156" y="255762"/>
              <a:ext cx="1651134" cy="660453"/>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 name="Google Shape;192;p8"/>
            <p:cNvSpPr txBox="1"/>
            <p:nvPr/>
          </p:nvSpPr>
          <p:spPr>
            <a:xfrm>
              <a:off x="9247383" y="255762"/>
              <a:ext cx="990681" cy="660453"/>
            </a:xfrm>
            <a:prstGeom prst="rect">
              <a:avLst/>
            </a:prstGeom>
            <a:noFill/>
            <a:ln>
              <a:noFill/>
            </a:ln>
          </p:spPr>
          <p:txBody>
            <a:bodyPr anchorCtr="0" anchor="ctr" bIns="16000" lIns="48000" spcFirstLastPara="1" rIns="16000" wrap="square" tIns="16000">
              <a:noAutofit/>
            </a:bodyPr>
            <a:lstStyle/>
            <a:p>
              <a:pPr indent="0" lvl="0" marL="0" marR="0" rtl="0" algn="ctr">
                <a:lnSpc>
                  <a:spcPct val="90000"/>
                </a:lnSpc>
                <a:spcBef>
                  <a:spcPts val="0"/>
                </a:spcBef>
                <a:spcAft>
                  <a:spcPts val="0"/>
                </a:spcAft>
                <a:buClr>
                  <a:schemeClr val="lt1"/>
                </a:buClr>
                <a:buSzPts val="1200"/>
                <a:buFont typeface="Century Gothic"/>
                <a:buNone/>
              </a:pPr>
              <a:r>
                <a:rPr b="0" i="0" lang="en-US" sz="1200" u="none" cap="none" strike="noStrike">
                  <a:solidFill>
                    <a:schemeClr val="lt1"/>
                  </a:solidFill>
                  <a:latin typeface="Century Gothic"/>
                  <a:ea typeface="Century Gothic"/>
                  <a:cs typeface="Century Gothic"/>
                  <a:sym typeface="Century Gothic"/>
                </a:rPr>
                <a:t>invoice</a:t>
              </a:r>
              <a:endParaRPr b="0" i="0" sz="1400" u="none" cap="none" strike="noStrike">
                <a:solidFill>
                  <a:srgbClr val="000000"/>
                </a:solidFill>
                <a:latin typeface="Arial"/>
                <a:ea typeface="Arial"/>
                <a:cs typeface="Arial"/>
                <a:sym typeface="Arial"/>
              </a:endParaRPr>
            </a:p>
          </p:txBody>
        </p:sp>
        <p:sp>
          <p:nvSpPr>
            <p:cNvPr id="193" name="Google Shape;193;p8"/>
            <p:cNvSpPr/>
            <p:nvPr/>
          </p:nvSpPr>
          <p:spPr>
            <a:xfrm>
              <a:off x="10403177" y="255762"/>
              <a:ext cx="1651134" cy="660453"/>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 name="Google Shape;194;p8"/>
            <p:cNvSpPr txBox="1"/>
            <p:nvPr/>
          </p:nvSpPr>
          <p:spPr>
            <a:xfrm>
              <a:off x="10733404" y="255762"/>
              <a:ext cx="990681" cy="660453"/>
            </a:xfrm>
            <a:prstGeom prst="rect">
              <a:avLst/>
            </a:prstGeom>
            <a:noFill/>
            <a:ln>
              <a:noFill/>
            </a:ln>
          </p:spPr>
          <p:txBody>
            <a:bodyPr anchorCtr="0" anchor="ctr" bIns="16000" lIns="48000" spcFirstLastPara="1" rIns="16000" wrap="square" tIns="16000">
              <a:noAutofit/>
            </a:bodyPr>
            <a:lstStyle/>
            <a:p>
              <a:pPr indent="0" lvl="0" marL="0" marR="0" rtl="0" algn="ctr">
                <a:lnSpc>
                  <a:spcPct val="90000"/>
                </a:lnSpc>
                <a:spcBef>
                  <a:spcPts val="0"/>
                </a:spcBef>
                <a:spcAft>
                  <a:spcPts val="0"/>
                </a:spcAft>
                <a:buClr>
                  <a:schemeClr val="lt1"/>
                </a:buClr>
                <a:buSzPts val="1200"/>
                <a:buFont typeface="Century Gothic"/>
                <a:buNone/>
              </a:pPr>
              <a:r>
                <a:rPr b="0" i="0" lang="en-US" sz="1200" u="none" cap="none" strike="noStrike">
                  <a:solidFill>
                    <a:schemeClr val="lt1"/>
                  </a:solidFill>
                  <a:latin typeface="Century Gothic"/>
                  <a:ea typeface="Century Gothic"/>
                  <a:cs typeface="Century Gothic"/>
                  <a:sym typeface="Century Gothic"/>
                </a:rPr>
                <a:t>Delivery with invoice + DC is must</a:t>
              </a:r>
              <a:endParaRPr b="0" i="0" sz="1200" u="none" cap="none" strike="noStrike">
                <a:solidFill>
                  <a:schemeClr val="lt1"/>
                </a:solidFill>
                <a:latin typeface="Century Gothic"/>
                <a:ea typeface="Century Gothic"/>
                <a:cs typeface="Century Gothic"/>
                <a:sym typeface="Century Gothic"/>
              </a:endParaRPr>
            </a:p>
          </p:txBody>
        </p:sp>
      </p:grpSp>
      <p:grpSp>
        <p:nvGrpSpPr>
          <p:cNvPr id="195" name="Google Shape;195;p8"/>
          <p:cNvGrpSpPr/>
          <p:nvPr/>
        </p:nvGrpSpPr>
        <p:grpSpPr>
          <a:xfrm>
            <a:off x="66242" y="4474293"/>
            <a:ext cx="12052398" cy="529807"/>
            <a:chOff x="1471" y="507844"/>
            <a:chExt cx="12052398" cy="529807"/>
          </a:xfrm>
        </p:grpSpPr>
        <p:sp>
          <p:nvSpPr>
            <p:cNvPr id="196" name="Google Shape;196;p8"/>
            <p:cNvSpPr/>
            <p:nvPr/>
          </p:nvSpPr>
          <p:spPr>
            <a:xfrm>
              <a:off x="1471" y="507844"/>
              <a:ext cx="1324439" cy="529775"/>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 name="Google Shape;197;p8"/>
            <p:cNvSpPr txBox="1"/>
            <p:nvPr/>
          </p:nvSpPr>
          <p:spPr>
            <a:xfrm>
              <a:off x="266359" y="507844"/>
              <a:ext cx="794664" cy="529775"/>
            </a:xfrm>
            <a:prstGeom prst="rect">
              <a:avLst/>
            </a:prstGeom>
            <a:noFill/>
            <a:ln>
              <a:noFill/>
            </a:ln>
          </p:spPr>
          <p:txBody>
            <a:bodyPr anchorCtr="0" anchor="ctr" bIns="13325" lIns="40000" spcFirstLastPara="1" rIns="13325" wrap="square" tIns="13325">
              <a:noAutofit/>
            </a:bodyPr>
            <a:lstStyle/>
            <a:p>
              <a:pPr indent="0" lvl="0" marL="0" marR="0" rtl="0" algn="ctr">
                <a:lnSpc>
                  <a:spcPct val="90000"/>
                </a:lnSpc>
                <a:spcBef>
                  <a:spcPts val="0"/>
                </a:spcBef>
                <a:spcAft>
                  <a:spcPts val="0"/>
                </a:spcAft>
                <a:buClr>
                  <a:schemeClr val="lt1"/>
                </a:buClr>
                <a:buSzPts val="1000"/>
                <a:buFont typeface="Century Gothic"/>
                <a:buNone/>
              </a:pPr>
              <a:r>
                <a:rPr b="0" i="0" lang="en-US" sz="1000" u="none" cap="none" strike="noStrike">
                  <a:solidFill>
                    <a:schemeClr val="lt1"/>
                  </a:solidFill>
                  <a:latin typeface="Century Gothic"/>
                  <a:ea typeface="Century Gothic"/>
                  <a:cs typeface="Century Gothic"/>
                  <a:sym typeface="Century Gothic"/>
                </a:rPr>
                <a:t>Installation </a:t>
              </a:r>
              <a:endParaRPr b="0" i="0" sz="1000" u="none" cap="none" strike="noStrike">
                <a:solidFill>
                  <a:schemeClr val="lt1"/>
                </a:solidFill>
                <a:latin typeface="Century Gothic"/>
                <a:ea typeface="Century Gothic"/>
                <a:cs typeface="Century Gothic"/>
                <a:sym typeface="Century Gothic"/>
              </a:endParaRPr>
            </a:p>
          </p:txBody>
        </p:sp>
        <p:sp>
          <p:nvSpPr>
            <p:cNvPr id="198" name="Google Shape;198;p8"/>
            <p:cNvSpPr/>
            <p:nvPr/>
          </p:nvSpPr>
          <p:spPr>
            <a:xfrm>
              <a:off x="1193467" y="507844"/>
              <a:ext cx="1324439" cy="529775"/>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 name="Google Shape;199;p8"/>
            <p:cNvSpPr txBox="1"/>
            <p:nvPr/>
          </p:nvSpPr>
          <p:spPr>
            <a:xfrm>
              <a:off x="1458355" y="507844"/>
              <a:ext cx="794664" cy="529775"/>
            </a:xfrm>
            <a:prstGeom prst="rect">
              <a:avLst/>
            </a:prstGeom>
            <a:noFill/>
            <a:ln>
              <a:noFill/>
            </a:ln>
          </p:spPr>
          <p:txBody>
            <a:bodyPr anchorCtr="0" anchor="ctr" bIns="13325" lIns="40000" spcFirstLastPara="1" rIns="13325" wrap="square" tIns="13325">
              <a:noAutofit/>
            </a:bodyPr>
            <a:lstStyle/>
            <a:p>
              <a:pPr indent="0" lvl="0" marL="0" marR="0" rtl="0" algn="ctr">
                <a:lnSpc>
                  <a:spcPct val="90000"/>
                </a:lnSpc>
                <a:spcBef>
                  <a:spcPts val="0"/>
                </a:spcBef>
                <a:spcAft>
                  <a:spcPts val="0"/>
                </a:spcAft>
                <a:buClr>
                  <a:schemeClr val="lt1"/>
                </a:buClr>
                <a:buSzPts val="1000"/>
                <a:buFont typeface="Century Gothic"/>
                <a:buNone/>
              </a:pPr>
              <a:r>
                <a:rPr b="0" i="0" lang="en-US" sz="1000" u="none" cap="none" strike="noStrike">
                  <a:solidFill>
                    <a:schemeClr val="lt1"/>
                  </a:solidFill>
                  <a:latin typeface="Century Gothic"/>
                  <a:ea typeface="Century Gothic"/>
                  <a:cs typeface="Century Gothic"/>
                  <a:sym typeface="Century Gothic"/>
                </a:rPr>
                <a:t>Gantt Sheet (share with customer) </a:t>
              </a:r>
              <a:endParaRPr b="0" i="0" sz="1000" u="none" cap="none" strike="noStrike">
                <a:solidFill>
                  <a:schemeClr val="lt1"/>
                </a:solidFill>
                <a:latin typeface="Century Gothic"/>
                <a:ea typeface="Century Gothic"/>
                <a:cs typeface="Century Gothic"/>
                <a:sym typeface="Century Gothic"/>
              </a:endParaRPr>
            </a:p>
          </p:txBody>
        </p:sp>
        <p:sp>
          <p:nvSpPr>
            <p:cNvPr id="200" name="Google Shape;200;p8"/>
            <p:cNvSpPr/>
            <p:nvPr/>
          </p:nvSpPr>
          <p:spPr>
            <a:xfrm>
              <a:off x="2385462" y="507844"/>
              <a:ext cx="1324439" cy="529775"/>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 name="Google Shape;201;p8"/>
            <p:cNvSpPr txBox="1"/>
            <p:nvPr/>
          </p:nvSpPr>
          <p:spPr>
            <a:xfrm>
              <a:off x="2650350" y="507844"/>
              <a:ext cx="794664" cy="529775"/>
            </a:xfrm>
            <a:prstGeom prst="rect">
              <a:avLst/>
            </a:prstGeom>
            <a:noFill/>
            <a:ln>
              <a:noFill/>
            </a:ln>
          </p:spPr>
          <p:txBody>
            <a:bodyPr anchorCtr="0" anchor="ctr" bIns="13325" lIns="40000" spcFirstLastPara="1" rIns="13325" wrap="square" tIns="13325">
              <a:noAutofit/>
            </a:bodyPr>
            <a:lstStyle/>
            <a:p>
              <a:pPr indent="0" lvl="0" marL="0" marR="0" rtl="0" algn="ctr">
                <a:lnSpc>
                  <a:spcPct val="90000"/>
                </a:lnSpc>
                <a:spcBef>
                  <a:spcPts val="0"/>
                </a:spcBef>
                <a:spcAft>
                  <a:spcPts val="0"/>
                </a:spcAft>
                <a:buClr>
                  <a:schemeClr val="lt1"/>
                </a:buClr>
                <a:buSzPts val="1000"/>
                <a:buFont typeface="Century Gothic"/>
                <a:buNone/>
              </a:pPr>
              <a:r>
                <a:rPr b="0" i="0" lang="en-US" sz="1000" u="none" cap="none" strike="noStrike">
                  <a:solidFill>
                    <a:schemeClr val="lt1"/>
                  </a:solidFill>
                  <a:latin typeface="Century Gothic"/>
                  <a:ea typeface="Century Gothic"/>
                  <a:cs typeface="Century Gothic"/>
                  <a:sym typeface="Century Gothic"/>
                </a:rPr>
                <a:t>Team Alignment </a:t>
              </a:r>
              <a:endParaRPr b="0" i="0" sz="1000" u="none" cap="none" strike="noStrike">
                <a:solidFill>
                  <a:schemeClr val="lt1"/>
                </a:solidFill>
                <a:latin typeface="Century Gothic"/>
                <a:ea typeface="Century Gothic"/>
                <a:cs typeface="Century Gothic"/>
                <a:sym typeface="Century Gothic"/>
              </a:endParaRPr>
            </a:p>
          </p:txBody>
        </p:sp>
        <p:sp>
          <p:nvSpPr>
            <p:cNvPr id="202" name="Google Shape;202;p8"/>
            <p:cNvSpPr/>
            <p:nvPr/>
          </p:nvSpPr>
          <p:spPr>
            <a:xfrm>
              <a:off x="3577458" y="507844"/>
              <a:ext cx="1324439" cy="529775"/>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 name="Google Shape;203;p8"/>
            <p:cNvSpPr txBox="1"/>
            <p:nvPr/>
          </p:nvSpPr>
          <p:spPr>
            <a:xfrm>
              <a:off x="3842329" y="507851"/>
              <a:ext cx="906300" cy="529800"/>
            </a:xfrm>
            <a:prstGeom prst="rect">
              <a:avLst/>
            </a:prstGeom>
            <a:noFill/>
            <a:ln>
              <a:noFill/>
            </a:ln>
          </p:spPr>
          <p:txBody>
            <a:bodyPr anchorCtr="0" anchor="ctr" bIns="13325" lIns="40000" spcFirstLastPara="1" rIns="13325" wrap="square" tIns="13325">
              <a:noAutofit/>
            </a:bodyPr>
            <a:lstStyle/>
            <a:p>
              <a:pPr indent="0" lvl="0" marL="0" marR="0" rtl="0" algn="ctr">
                <a:lnSpc>
                  <a:spcPct val="90000"/>
                </a:lnSpc>
                <a:spcBef>
                  <a:spcPts val="0"/>
                </a:spcBef>
                <a:spcAft>
                  <a:spcPts val="0"/>
                </a:spcAft>
                <a:buClr>
                  <a:schemeClr val="lt1"/>
                </a:buClr>
                <a:buSzPts val="1000"/>
                <a:buFont typeface="Century Gothic"/>
                <a:buNone/>
              </a:pPr>
              <a:r>
                <a:rPr b="0" i="0" lang="en-US" sz="1000" u="none" cap="none" strike="noStrike">
                  <a:solidFill>
                    <a:schemeClr val="lt1"/>
                  </a:solidFill>
                  <a:latin typeface="Century Gothic"/>
                  <a:ea typeface="Century Gothic"/>
                  <a:cs typeface="Century Gothic"/>
                  <a:sym typeface="Century Gothic"/>
                </a:rPr>
                <a:t> completiion certificate</a:t>
              </a:r>
              <a:endParaRPr b="0" i="0" sz="1400" u="none" cap="none" strike="noStrike">
                <a:solidFill>
                  <a:srgbClr val="000000"/>
                </a:solidFill>
                <a:latin typeface="Arial"/>
                <a:ea typeface="Arial"/>
                <a:cs typeface="Arial"/>
                <a:sym typeface="Arial"/>
              </a:endParaRPr>
            </a:p>
          </p:txBody>
        </p:sp>
        <p:sp>
          <p:nvSpPr>
            <p:cNvPr id="204" name="Google Shape;204;p8"/>
            <p:cNvSpPr/>
            <p:nvPr/>
          </p:nvSpPr>
          <p:spPr>
            <a:xfrm>
              <a:off x="4769453" y="507844"/>
              <a:ext cx="1324439" cy="529775"/>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 name="Google Shape;205;p8"/>
            <p:cNvSpPr txBox="1"/>
            <p:nvPr/>
          </p:nvSpPr>
          <p:spPr>
            <a:xfrm>
              <a:off x="5034341" y="507844"/>
              <a:ext cx="794664" cy="529775"/>
            </a:xfrm>
            <a:prstGeom prst="rect">
              <a:avLst/>
            </a:prstGeom>
            <a:noFill/>
            <a:ln>
              <a:noFill/>
            </a:ln>
          </p:spPr>
          <p:txBody>
            <a:bodyPr anchorCtr="0" anchor="ctr" bIns="13325" lIns="40000" spcFirstLastPara="1" rIns="13325" wrap="square" tIns="13325">
              <a:noAutofit/>
            </a:bodyPr>
            <a:lstStyle/>
            <a:p>
              <a:pPr indent="0" lvl="0" marL="0" marR="0" rtl="0" algn="ctr">
                <a:lnSpc>
                  <a:spcPct val="90000"/>
                </a:lnSpc>
                <a:spcBef>
                  <a:spcPts val="0"/>
                </a:spcBef>
                <a:spcAft>
                  <a:spcPts val="0"/>
                </a:spcAft>
                <a:buClr>
                  <a:schemeClr val="lt1"/>
                </a:buClr>
                <a:buSzPts val="1000"/>
                <a:buFont typeface="Century Gothic"/>
                <a:buNone/>
              </a:pPr>
              <a:r>
                <a:rPr b="0" i="0" lang="en-US" sz="1000" u="none" cap="none" strike="noStrike">
                  <a:solidFill>
                    <a:schemeClr val="lt1"/>
                  </a:solidFill>
                  <a:latin typeface="Century Gothic"/>
                  <a:ea typeface="Century Gothic"/>
                  <a:cs typeface="Century Gothic"/>
                  <a:sym typeface="Century Gothic"/>
                </a:rPr>
                <a:t>Hand over Document </a:t>
              </a:r>
              <a:endParaRPr b="0" i="0" sz="1000" u="none" cap="none" strike="noStrike">
                <a:solidFill>
                  <a:schemeClr val="lt1"/>
                </a:solidFill>
                <a:latin typeface="Century Gothic"/>
                <a:ea typeface="Century Gothic"/>
                <a:cs typeface="Century Gothic"/>
                <a:sym typeface="Century Gothic"/>
              </a:endParaRPr>
            </a:p>
          </p:txBody>
        </p:sp>
        <p:sp>
          <p:nvSpPr>
            <p:cNvPr id="206" name="Google Shape;206;p8"/>
            <p:cNvSpPr/>
            <p:nvPr/>
          </p:nvSpPr>
          <p:spPr>
            <a:xfrm>
              <a:off x="5961449" y="507844"/>
              <a:ext cx="1324439" cy="529775"/>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 name="Google Shape;207;p8"/>
            <p:cNvSpPr txBox="1"/>
            <p:nvPr/>
          </p:nvSpPr>
          <p:spPr>
            <a:xfrm>
              <a:off x="6226337" y="507844"/>
              <a:ext cx="794664" cy="529775"/>
            </a:xfrm>
            <a:prstGeom prst="rect">
              <a:avLst/>
            </a:prstGeom>
            <a:noFill/>
            <a:ln>
              <a:noFill/>
            </a:ln>
          </p:spPr>
          <p:txBody>
            <a:bodyPr anchorCtr="0" anchor="ctr" bIns="13325" lIns="40000" spcFirstLastPara="1" rIns="13325" wrap="square" tIns="13325">
              <a:noAutofit/>
            </a:bodyPr>
            <a:lstStyle/>
            <a:p>
              <a:pPr indent="0" lvl="0" marL="0" marR="0" rtl="0" algn="ctr">
                <a:lnSpc>
                  <a:spcPct val="90000"/>
                </a:lnSpc>
                <a:spcBef>
                  <a:spcPts val="0"/>
                </a:spcBef>
                <a:spcAft>
                  <a:spcPts val="0"/>
                </a:spcAft>
                <a:buClr>
                  <a:schemeClr val="lt1"/>
                </a:buClr>
                <a:buSzPts val="1000"/>
                <a:buFont typeface="Century Gothic"/>
                <a:buNone/>
              </a:pPr>
              <a:r>
                <a:rPr b="0" i="0" lang="en-US" sz="1000" u="none" cap="none" strike="noStrike">
                  <a:solidFill>
                    <a:schemeClr val="lt1"/>
                  </a:solidFill>
                  <a:latin typeface="Century Gothic"/>
                  <a:ea typeface="Century Gothic"/>
                  <a:cs typeface="Century Gothic"/>
                  <a:sym typeface="Century Gothic"/>
                </a:rPr>
                <a:t>SITE Video &amp; Photo for website</a:t>
              </a:r>
              <a:endParaRPr b="0" i="0" sz="1400" u="none" cap="none" strike="noStrike">
                <a:solidFill>
                  <a:srgbClr val="000000"/>
                </a:solidFill>
                <a:latin typeface="Arial"/>
                <a:ea typeface="Arial"/>
                <a:cs typeface="Arial"/>
                <a:sym typeface="Arial"/>
              </a:endParaRPr>
            </a:p>
          </p:txBody>
        </p:sp>
        <p:sp>
          <p:nvSpPr>
            <p:cNvPr id="208" name="Google Shape;208;p8"/>
            <p:cNvSpPr/>
            <p:nvPr/>
          </p:nvSpPr>
          <p:spPr>
            <a:xfrm>
              <a:off x="7153444" y="507844"/>
              <a:ext cx="1324439" cy="529775"/>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 name="Google Shape;209;p8"/>
            <p:cNvSpPr txBox="1"/>
            <p:nvPr/>
          </p:nvSpPr>
          <p:spPr>
            <a:xfrm>
              <a:off x="7418332" y="507844"/>
              <a:ext cx="794664" cy="529775"/>
            </a:xfrm>
            <a:prstGeom prst="rect">
              <a:avLst/>
            </a:prstGeom>
            <a:noFill/>
            <a:ln>
              <a:noFill/>
            </a:ln>
          </p:spPr>
          <p:txBody>
            <a:bodyPr anchorCtr="0" anchor="ctr" bIns="13325" lIns="40000" spcFirstLastPara="1" rIns="13325" wrap="square" tIns="13325">
              <a:noAutofit/>
            </a:bodyPr>
            <a:lstStyle/>
            <a:p>
              <a:pPr indent="0" lvl="0" marL="0" marR="0" rtl="0" algn="ctr">
                <a:lnSpc>
                  <a:spcPct val="90000"/>
                </a:lnSpc>
                <a:spcBef>
                  <a:spcPts val="0"/>
                </a:spcBef>
                <a:spcAft>
                  <a:spcPts val="0"/>
                </a:spcAft>
                <a:buClr>
                  <a:schemeClr val="lt1"/>
                </a:buClr>
                <a:buSzPts val="1000"/>
                <a:buFont typeface="Century Gothic"/>
                <a:buNone/>
              </a:pPr>
              <a:r>
                <a:rPr b="0" i="0" lang="en-US" sz="1000" u="none" cap="none" strike="noStrike">
                  <a:solidFill>
                    <a:schemeClr val="lt1"/>
                  </a:solidFill>
                  <a:latin typeface="Century Gothic"/>
                  <a:ea typeface="Century Gothic"/>
                  <a:cs typeface="Century Gothic"/>
                  <a:sym typeface="Century Gothic"/>
                </a:rPr>
                <a:t>Testimonial </a:t>
              </a:r>
              <a:endParaRPr b="0" i="0" sz="1000" u="none" cap="none" strike="noStrike">
                <a:solidFill>
                  <a:schemeClr val="lt1"/>
                </a:solidFill>
                <a:latin typeface="Century Gothic"/>
                <a:ea typeface="Century Gothic"/>
                <a:cs typeface="Century Gothic"/>
                <a:sym typeface="Century Gothic"/>
              </a:endParaRPr>
            </a:p>
          </p:txBody>
        </p:sp>
        <p:sp>
          <p:nvSpPr>
            <p:cNvPr id="210" name="Google Shape;210;p8"/>
            <p:cNvSpPr/>
            <p:nvPr/>
          </p:nvSpPr>
          <p:spPr>
            <a:xfrm>
              <a:off x="8345440" y="507844"/>
              <a:ext cx="1324439" cy="529775"/>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1" name="Google Shape;211;p8"/>
            <p:cNvSpPr txBox="1"/>
            <p:nvPr/>
          </p:nvSpPr>
          <p:spPr>
            <a:xfrm>
              <a:off x="8610328" y="507844"/>
              <a:ext cx="794664" cy="529775"/>
            </a:xfrm>
            <a:prstGeom prst="rect">
              <a:avLst/>
            </a:prstGeom>
            <a:noFill/>
            <a:ln>
              <a:noFill/>
            </a:ln>
          </p:spPr>
          <p:txBody>
            <a:bodyPr anchorCtr="0" anchor="ctr" bIns="13325" lIns="40000" spcFirstLastPara="1" rIns="13325" wrap="square" tIns="13325">
              <a:noAutofit/>
            </a:bodyPr>
            <a:lstStyle/>
            <a:p>
              <a:pPr indent="0" lvl="0" marL="0" marR="0" rtl="0" algn="ctr">
                <a:lnSpc>
                  <a:spcPct val="90000"/>
                </a:lnSpc>
                <a:spcBef>
                  <a:spcPts val="0"/>
                </a:spcBef>
                <a:spcAft>
                  <a:spcPts val="0"/>
                </a:spcAft>
                <a:buClr>
                  <a:schemeClr val="lt1"/>
                </a:buClr>
                <a:buSzPts val="1000"/>
                <a:buFont typeface="Century Gothic"/>
                <a:buNone/>
              </a:pPr>
              <a:r>
                <a:rPr b="0" i="0" lang="en-US" sz="1000" u="none" cap="none" strike="noStrike">
                  <a:solidFill>
                    <a:schemeClr val="lt1"/>
                  </a:solidFill>
                  <a:latin typeface="Century Gothic"/>
                  <a:ea typeface="Century Gothic"/>
                  <a:cs typeface="Century Gothic"/>
                  <a:sym typeface="Century Gothic"/>
                </a:rPr>
                <a:t>Payment </a:t>
              </a:r>
              <a:endParaRPr b="0" i="0" sz="1000" u="none" cap="none" strike="noStrike">
                <a:solidFill>
                  <a:schemeClr val="lt1"/>
                </a:solidFill>
                <a:latin typeface="Century Gothic"/>
                <a:ea typeface="Century Gothic"/>
                <a:cs typeface="Century Gothic"/>
                <a:sym typeface="Century Gothic"/>
              </a:endParaRPr>
            </a:p>
          </p:txBody>
        </p:sp>
        <p:sp>
          <p:nvSpPr>
            <p:cNvPr id="212" name="Google Shape;212;p8"/>
            <p:cNvSpPr/>
            <p:nvPr/>
          </p:nvSpPr>
          <p:spPr>
            <a:xfrm>
              <a:off x="9537435" y="507844"/>
              <a:ext cx="1324439" cy="529775"/>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 name="Google Shape;213;p8"/>
            <p:cNvSpPr txBox="1"/>
            <p:nvPr/>
          </p:nvSpPr>
          <p:spPr>
            <a:xfrm>
              <a:off x="9802323" y="507844"/>
              <a:ext cx="794664" cy="529775"/>
            </a:xfrm>
            <a:prstGeom prst="rect">
              <a:avLst/>
            </a:prstGeom>
            <a:noFill/>
            <a:ln>
              <a:noFill/>
            </a:ln>
          </p:spPr>
          <p:txBody>
            <a:bodyPr anchorCtr="0" anchor="ctr" bIns="13325" lIns="40000" spcFirstLastPara="1" rIns="13325" wrap="square" tIns="13325">
              <a:noAutofit/>
            </a:bodyPr>
            <a:lstStyle/>
            <a:p>
              <a:pPr indent="0" lvl="0" marL="0" marR="0" rtl="0" algn="ctr">
                <a:lnSpc>
                  <a:spcPct val="90000"/>
                </a:lnSpc>
                <a:spcBef>
                  <a:spcPts val="0"/>
                </a:spcBef>
                <a:spcAft>
                  <a:spcPts val="0"/>
                </a:spcAft>
                <a:buClr>
                  <a:schemeClr val="lt1"/>
                </a:buClr>
                <a:buSzPts val="1000"/>
                <a:buFont typeface="Century Gothic"/>
                <a:buNone/>
              </a:pPr>
              <a:r>
                <a:rPr b="0" i="0" lang="en-US" sz="1000" u="none" cap="none" strike="noStrike">
                  <a:solidFill>
                    <a:schemeClr val="lt1"/>
                  </a:solidFill>
                  <a:latin typeface="Century Gothic"/>
                  <a:ea typeface="Century Gothic"/>
                  <a:cs typeface="Century Gothic"/>
                  <a:sym typeface="Century Gothic"/>
                </a:rPr>
                <a:t>Inspection of delivery &amp; Project </a:t>
              </a:r>
              <a:endParaRPr b="0" i="0" sz="1000" u="none" cap="none" strike="noStrike">
                <a:solidFill>
                  <a:schemeClr val="lt1"/>
                </a:solidFill>
                <a:latin typeface="Century Gothic"/>
                <a:ea typeface="Century Gothic"/>
                <a:cs typeface="Century Gothic"/>
                <a:sym typeface="Century Gothic"/>
              </a:endParaRPr>
            </a:p>
          </p:txBody>
        </p:sp>
        <p:sp>
          <p:nvSpPr>
            <p:cNvPr id="214" name="Google Shape;214;p8"/>
            <p:cNvSpPr/>
            <p:nvPr/>
          </p:nvSpPr>
          <p:spPr>
            <a:xfrm>
              <a:off x="10729430" y="507844"/>
              <a:ext cx="1324439" cy="529775"/>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 name="Google Shape;215;p8"/>
            <p:cNvSpPr txBox="1"/>
            <p:nvPr/>
          </p:nvSpPr>
          <p:spPr>
            <a:xfrm>
              <a:off x="10994318" y="507844"/>
              <a:ext cx="794664" cy="529775"/>
            </a:xfrm>
            <a:prstGeom prst="rect">
              <a:avLst/>
            </a:prstGeom>
            <a:noFill/>
            <a:ln>
              <a:noFill/>
            </a:ln>
          </p:spPr>
          <p:txBody>
            <a:bodyPr anchorCtr="0" anchor="ctr" bIns="13325" lIns="40000" spcFirstLastPara="1" rIns="13325" wrap="square" tIns="13325">
              <a:noAutofit/>
            </a:bodyPr>
            <a:lstStyle/>
            <a:p>
              <a:pPr indent="0" lvl="0" marL="0" marR="0" rtl="0" algn="ctr">
                <a:lnSpc>
                  <a:spcPct val="90000"/>
                </a:lnSpc>
                <a:spcBef>
                  <a:spcPts val="0"/>
                </a:spcBef>
                <a:spcAft>
                  <a:spcPts val="0"/>
                </a:spcAft>
                <a:buClr>
                  <a:schemeClr val="lt1"/>
                </a:buClr>
                <a:buSzPts val="1000"/>
                <a:buFont typeface="Century Gothic"/>
                <a:buNone/>
              </a:pPr>
              <a:r>
                <a:rPr b="0" i="0" lang="en-US" sz="1000" u="none" cap="none" strike="noStrike">
                  <a:solidFill>
                    <a:schemeClr val="lt1"/>
                  </a:solidFill>
                  <a:latin typeface="Century Gothic"/>
                  <a:ea typeface="Century Gothic"/>
                  <a:cs typeface="Century Gothic"/>
                  <a:sym typeface="Century Gothic"/>
                </a:rPr>
                <a:t>Audit and close with P&amp; L</a:t>
              </a:r>
              <a:endParaRPr b="0" i="0" sz="1400" u="none" cap="none" strike="noStrike">
                <a:solidFill>
                  <a:srgbClr val="000000"/>
                </a:solidFill>
                <a:latin typeface="Arial"/>
                <a:ea typeface="Arial"/>
                <a:cs typeface="Arial"/>
                <a:sym typeface="Arial"/>
              </a:endParaRPr>
            </a:p>
          </p:txBody>
        </p:sp>
      </p:grpSp>
      <p:grpSp>
        <p:nvGrpSpPr>
          <p:cNvPr id="216" name="Google Shape;216;p8"/>
          <p:cNvGrpSpPr/>
          <p:nvPr/>
        </p:nvGrpSpPr>
        <p:grpSpPr>
          <a:xfrm>
            <a:off x="71887" y="5426539"/>
            <a:ext cx="12055341" cy="753458"/>
            <a:chOff x="0" y="396003"/>
            <a:chExt cx="12055341" cy="753458"/>
          </a:xfrm>
        </p:grpSpPr>
        <p:sp>
          <p:nvSpPr>
            <p:cNvPr id="217" name="Google Shape;217;p8"/>
            <p:cNvSpPr/>
            <p:nvPr/>
          </p:nvSpPr>
          <p:spPr>
            <a:xfrm>
              <a:off x="0" y="396003"/>
              <a:ext cx="1883647" cy="753458"/>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 name="Google Shape;218;p8"/>
            <p:cNvSpPr txBox="1"/>
            <p:nvPr/>
          </p:nvSpPr>
          <p:spPr>
            <a:xfrm>
              <a:off x="376729" y="396003"/>
              <a:ext cx="1130189" cy="753458"/>
            </a:xfrm>
            <a:prstGeom prst="rect">
              <a:avLst/>
            </a:prstGeom>
            <a:noFill/>
            <a:ln>
              <a:noFill/>
            </a:ln>
          </p:spPr>
          <p:txBody>
            <a:bodyPr anchorCtr="0" anchor="ctr" bIns="17325" lIns="52000" spcFirstLastPara="1" rIns="17325" wrap="square" tIns="17325">
              <a:noAutofit/>
            </a:bodyPr>
            <a:lstStyle/>
            <a:p>
              <a:pPr indent="0" lvl="0" marL="0" marR="0" rtl="0" algn="ctr">
                <a:lnSpc>
                  <a:spcPct val="90000"/>
                </a:lnSpc>
                <a:spcBef>
                  <a:spcPts val="0"/>
                </a:spcBef>
                <a:spcAft>
                  <a:spcPts val="0"/>
                </a:spcAft>
                <a:buClr>
                  <a:schemeClr val="lt1"/>
                </a:buClr>
                <a:buSzPts val="1300"/>
                <a:buFont typeface="Century Gothic"/>
                <a:buNone/>
              </a:pPr>
              <a:r>
                <a:rPr b="0" i="0" lang="en-US" sz="1300" u="none" cap="none" strike="noStrike">
                  <a:solidFill>
                    <a:schemeClr val="lt1"/>
                  </a:solidFill>
                  <a:latin typeface="Century Gothic"/>
                  <a:ea typeface="Century Gothic"/>
                  <a:cs typeface="Century Gothic"/>
                  <a:sym typeface="Century Gothic"/>
                </a:rPr>
                <a:t>Service - Qtrly</a:t>
              </a:r>
              <a:endParaRPr b="0" i="0" sz="1300" u="none" cap="none" strike="noStrike">
                <a:solidFill>
                  <a:schemeClr val="lt1"/>
                </a:solidFill>
                <a:latin typeface="Century Gothic"/>
                <a:ea typeface="Century Gothic"/>
                <a:cs typeface="Century Gothic"/>
                <a:sym typeface="Century Gothic"/>
              </a:endParaRPr>
            </a:p>
          </p:txBody>
        </p:sp>
        <p:sp>
          <p:nvSpPr>
            <p:cNvPr id="219" name="Google Shape;219;p8"/>
            <p:cNvSpPr/>
            <p:nvPr/>
          </p:nvSpPr>
          <p:spPr>
            <a:xfrm>
              <a:off x="1695282" y="396003"/>
              <a:ext cx="1883647" cy="753458"/>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 name="Google Shape;220;p8"/>
            <p:cNvSpPr txBox="1"/>
            <p:nvPr/>
          </p:nvSpPr>
          <p:spPr>
            <a:xfrm>
              <a:off x="2072011" y="396003"/>
              <a:ext cx="1130189" cy="753458"/>
            </a:xfrm>
            <a:prstGeom prst="rect">
              <a:avLst/>
            </a:prstGeom>
            <a:noFill/>
            <a:ln>
              <a:noFill/>
            </a:ln>
          </p:spPr>
          <p:txBody>
            <a:bodyPr anchorCtr="0" anchor="ctr" bIns="17325" lIns="52000" spcFirstLastPara="1" rIns="17325" wrap="square" tIns="17325">
              <a:noAutofit/>
            </a:bodyPr>
            <a:lstStyle/>
            <a:p>
              <a:pPr indent="0" lvl="0" marL="0" marR="0" rtl="0" algn="ctr">
                <a:lnSpc>
                  <a:spcPct val="90000"/>
                </a:lnSpc>
                <a:spcBef>
                  <a:spcPts val="0"/>
                </a:spcBef>
                <a:spcAft>
                  <a:spcPts val="0"/>
                </a:spcAft>
                <a:buClr>
                  <a:schemeClr val="lt1"/>
                </a:buClr>
                <a:buSzPts val="1300"/>
                <a:buFont typeface="Century Gothic"/>
                <a:buNone/>
              </a:pPr>
              <a:r>
                <a:rPr b="0" i="0" lang="en-US" sz="1300" u="none" cap="none" strike="noStrike">
                  <a:solidFill>
                    <a:schemeClr val="lt1"/>
                  </a:solidFill>
                  <a:latin typeface="Century Gothic"/>
                  <a:ea typeface="Century Gothic"/>
                  <a:cs typeface="Century Gothic"/>
                  <a:sym typeface="Century Gothic"/>
                </a:rPr>
                <a:t>AMC </a:t>
              </a:r>
              <a:endParaRPr b="0" i="0" sz="1300" u="none" cap="none" strike="noStrike">
                <a:solidFill>
                  <a:schemeClr val="lt1"/>
                </a:solidFill>
                <a:latin typeface="Century Gothic"/>
                <a:ea typeface="Century Gothic"/>
                <a:cs typeface="Century Gothic"/>
                <a:sym typeface="Century Gothic"/>
              </a:endParaRPr>
            </a:p>
          </p:txBody>
        </p:sp>
        <p:sp>
          <p:nvSpPr>
            <p:cNvPr id="221" name="Google Shape;221;p8"/>
            <p:cNvSpPr/>
            <p:nvPr/>
          </p:nvSpPr>
          <p:spPr>
            <a:xfrm>
              <a:off x="3390564" y="396003"/>
              <a:ext cx="1883647" cy="753458"/>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 name="Google Shape;222;p8"/>
            <p:cNvSpPr txBox="1"/>
            <p:nvPr/>
          </p:nvSpPr>
          <p:spPr>
            <a:xfrm>
              <a:off x="3767293" y="396003"/>
              <a:ext cx="1130189" cy="753458"/>
            </a:xfrm>
            <a:prstGeom prst="rect">
              <a:avLst/>
            </a:prstGeom>
            <a:noFill/>
            <a:ln>
              <a:noFill/>
            </a:ln>
          </p:spPr>
          <p:txBody>
            <a:bodyPr anchorCtr="0" anchor="ctr" bIns="17325" lIns="52000" spcFirstLastPara="1" rIns="17325" wrap="square" tIns="17325">
              <a:noAutofit/>
            </a:bodyPr>
            <a:lstStyle/>
            <a:p>
              <a:pPr indent="0" lvl="0" marL="0" marR="0" rtl="0" algn="ctr">
                <a:lnSpc>
                  <a:spcPct val="90000"/>
                </a:lnSpc>
                <a:spcBef>
                  <a:spcPts val="0"/>
                </a:spcBef>
                <a:spcAft>
                  <a:spcPts val="0"/>
                </a:spcAft>
                <a:buClr>
                  <a:schemeClr val="lt1"/>
                </a:buClr>
                <a:buSzPts val="1300"/>
                <a:buFont typeface="Century Gothic"/>
                <a:buNone/>
              </a:pPr>
              <a:r>
                <a:rPr b="0" i="0" lang="en-US" sz="1300" u="none" cap="none" strike="noStrike">
                  <a:solidFill>
                    <a:schemeClr val="lt1"/>
                  </a:solidFill>
                  <a:latin typeface="Century Gothic"/>
                  <a:ea typeface="Century Gothic"/>
                  <a:cs typeface="Century Gothic"/>
                  <a:sym typeface="Century Gothic"/>
                </a:rPr>
                <a:t>Billing</a:t>
              </a:r>
              <a:endParaRPr b="0" i="0" sz="1400" u="none" cap="none" strike="noStrike">
                <a:solidFill>
                  <a:srgbClr val="000000"/>
                </a:solidFill>
                <a:latin typeface="Arial"/>
                <a:ea typeface="Arial"/>
                <a:cs typeface="Arial"/>
                <a:sym typeface="Arial"/>
              </a:endParaRPr>
            </a:p>
          </p:txBody>
        </p:sp>
        <p:sp>
          <p:nvSpPr>
            <p:cNvPr id="223" name="Google Shape;223;p8"/>
            <p:cNvSpPr/>
            <p:nvPr/>
          </p:nvSpPr>
          <p:spPr>
            <a:xfrm>
              <a:off x="5085847" y="396003"/>
              <a:ext cx="1883647" cy="753458"/>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 name="Google Shape;224;p8"/>
            <p:cNvSpPr txBox="1"/>
            <p:nvPr/>
          </p:nvSpPr>
          <p:spPr>
            <a:xfrm>
              <a:off x="5462576" y="396003"/>
              <a:ext cx="1130189" cy="753458"/>
            </a:xfrm>
            <a:prstGeom prst="rect">
              <a:avLst/>
            </a:prstGeom>
            <a:noFill/>
            <a:ln>
              <a:noFill/>
            </a:ln>
          </p:spPr>
          <p:txBody>
            <a:bodyPr anchorCtr="0" anchor="ctr" bIns="17325" lIns="52000" spcFirstLastPara="1" rIns="17325" wrap="square" tIns="17325">
              <a:noAutofit/>
            </a:bodyPr>
            <a:lstStyle/>
            <a:p>
              <a:pPr indent="0" lvl="0" marL="0" marR="0" rtl="0" algn="ctr">
                <a:lnSpc>
                  <a:spcPct val="90000"/>
                </a:lnSpc>
                <a:spcBef>
                  <a:spcPts val="0"/>
                </a:spcBef>
                <a:spcAft>
                  <a:spcPts val="0"/>
                </a:spcAft>
                <a:buClr>
                  <a:schemeClr val="lt1"/>
                </a:buClr>
                <a:buSzPts val="1300"/>
                <a:buFont typeface="Century Gothic"/>
                <a:buNone/>
              </a:pPr>
              <a:r>
                <a:rPr b="0" i="0" lang="en-US" sz="1300" u="none" cap="none" strike="noStrike">
                  <a:solidFill>
                    <a:schemeClr val="lt1"/>
                  </a:solidFill>
                  <a:latin typeface="Century Gothic"/>
                  <a:ea typeface="Century Gothic"/>
                  <a:cs typeface="Century Gothic"/>
                  <a:sym typeface="Century Gothic"/>
                </a:rPr>
                <a:t>Payment </a:t>
              </a:r>
              <a:endParaRPr b="0" i="0" sz="1300" u="none" cap="none" strike="noStrike">
                <a:solidFill>
                  <a:schemeClr val="lt1"/>
                </a:solidFill>
                <a:latin typeface="Century Gothic"/>
                <a:ea typeface="Century Gothic"/>
                <a:cs typeface="Century Gothic"/>
                <a:sym typeface="Century Gothic"/>
              </a:endParaRPr>
            </a:p>
          </p:txBody>
        </p:sp>
        <p:sp>
          <p:nvSpPr>
            <p:cNvPr id="225" name="Google Shape;225;p8"/>
            <p:cNvSpPr/>
            <p:nvPr/>
          </p:nvSpPr>
          <p:spPr>
            <a:xfrm>
              <a:off x="6781129" y="396003"/>
              <a:ext cx="1883647" cy="753458"/>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 name="Google Shape;226;p8"/>
            <p:cNvSpPr txBox="1"/>
            <p:nvPr/>
          </p:nvSpPr>
          <p:spPr>
            <a:xfrm>
              <a:off x="7157858" y="396003"/>
              <a:ext cx="1130189" cy="753458"/>
            </a:xfrm>
            <a:prstGeom prst="rect">
              <a:avLst/>
            </a:prstGeom>
            <a:noFill/>
            <a:ln>
              <a:noFill/>
            </a:ln>
          </p:spPr>
          <p:txBody>
            <a:bodyPr anchorCtr="0" anchor="ctr" bIns="17325" lIns="52000" spcFirstLastPara="1" rIns="17325" wrap="square" tIns="17325">
              <a:noAutofit/>
            </a:bodyPr>
            <a:lstStyle/>
            <a:p>
              <a:pPr indent="0" lvl="0" marL="0" marR="0" rtl="0" algn="ctr">
                <a:lnSpc>
                  <a:spcPct val="90000"/>
                </a:lnSpc>
                <a:spcBef>
                  <a:spcPts val="0"/>
                </a:spcBef>
                <a:spcAft>
                  <a:spcPts val="0"/>
                </a:spcAft>
                <a:buClr>
                  <a:schemeClr val="lt1"/>
                </a:buClr>
                <a:buSzPts val="1300"/>
                <a:buFont typeface="Century Gothic"/>
                <a:buNone/>
              </a:pPr>
              <a:r>
                <a:rPr b="0" i="0" lang="en-US" sz="1300" u="none" cap="none" strike="noStrike">
                  <a:solidFill>
                    <a:schemeClr val="lt1"/>
                  </a:solidFill>
                  <a:latin typeface="Century Gothic"/>
                  <a:ea typeface="Century Gothic"/>
                  <a:cs typeface="Century Gothic"/>
                  <a:sym typeface="Century Gothic"/>
                </a:rPr>
                <a:t>Qty. Service</a:t>
              </a:r>
              <a:endParaRPr b="0" i="0" sz="1400" u="none" cap="none" strike="noStrike">
                <a:solidFill>
                  <a:srgbClr val="000000"/>
                </a:solidFill>
                <a:latin typeface="Arial"/>
                <a:ea typeface="Arial"/>
                <a:cs typeface="Arial"/>
                <a:sym typeface="Arial"/>
              </a:endParaRPr>
            </a:p>
          </p:txBody>
        </p:sp>
        <p:sp>
          <p:nvSpPr>
            <p:cNvPr id="227" name="Google Shape;227;p8"/>
            <p:cNvSpPr/>
            <p:nvPr/>
          </p:nvSpPr>
          <p:spPr>
            <a:xfrm>
              <a:off x="8476412" y="396003"/>
              <a:ext cx="1883647" cy="753458"/>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8" name="Google Shape;228;p8"/>
            <p:cNvSpPr txBox="1"/>
            <p:nvPr/>
          </p:nvSpPr>
          <p:spPr>
            <a:xfrm>
              <a:off x="8853141" y="396003"/>
              <a:ext cx="1130189" cy="753458"/>
            </a:xfrm>
            <a:prstGeom prst="rect">
              <a:avLst/>
            </a:prstGeom>
            <a:noFill/>
            <a:ln>
              <a:noFill/>
            </a:ln>
          </p:spPr>
          <p:txBody>
            <a:bodyPr anchorCtr="0" anchor="ctr" bIns="17325" lIns="52000" spcFirstLastPara="1" rIns="17325" wrap="square" tIns="17325">
              <a:noAutofit/>
            </a:bodyPr>
            <a:lstStyle/>
            <a:p>
              <a:pPr indent="0" lvl="0" marL="0" marR="0" rtl="0" algn="ctr">
                <a:lnSpc>
                  <a:spcPct val="90000"/>
                </a:lnSpc>
                <a:spcBef>
                  <a:spcPts val="0"/>
                </a:spcBef>
                <a:spcAft>
                  <a:spcPts val="0"/>
                </a:spcAft>
                <a:buClr>
                  <a:schemeClr val="lt1"/>
                </a:buClr>
                <a:buSzPts val="1300"/>
                <a:buFont typeface="Century Gothic"/>
                <a:buNone/>
              </a:pPr>
              <a:r>
                <a:rPr b="0" i="0" lang="en-US" sz="1300" u="none" cap="none" strike="noStrike">
                  <a:solidFill>
                    <a:schemeClr val="lt1"/>
                  </a:solidFill>
                  <a:latin typeface="Century Gothic"/>
                  <a:ea typeface="Century Gothic"/>
                  <a:cs typeface="Century Gothic"/>
                  <a:sym typeface="Century Gothic"/>
                </a:rPr>
                <a:t>AMC + NEW req </a:t>
              </a:r>
              <a:endParaRPr b="0" i="0" sz="1300" u="none" cap="none" strike="noStrike">
                <a:solidFill>
                  <a:schemeClr val="lt1"/>
                </a:solidFill>
                <a:latin typeface="Century Gothic"/>
                <a:ea typeface="Century Gothic"/>
                <a:cs typeface="Century Gothic"/>
                <a:sym typeface="Century Gothic"/>
              </a:endParaRPr>
            </a:p>
          </p:txBody>
        </p:sp>
        <p:sp>
          <p:nvSpPr>
            <p:cNvPr id="229" name="Google Shape;229;p8"/>
            <p:cNvSpPr/>
            <p:nvPr/>
          </p:nvSpPr>
          <p:spPr>
            <a:xfrm>
              <a:off x="10171694" y="396003"/>
              <a:ext cx="1883647" cy="753458"/>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 name="Google Shape;230;p8"/>
            <p:cNvSpPr txBox="1"/>
            <p:nvPr/>
          </p:nvSpPr>
          <p:spPr>
            <a:xfrm>
              <a:off x="10548423" y="396003"/>
              <a:ext cx="1130189" cy="753458"/>
            </a:xfrm>
            <a:prstGeom prst="rect">
              <a:avLst/>
            </a:prstGeom>
            <a:noFill/>
            <a:ln>
              <a:noFill/>
            </a:ln>
          </p:spPr>
          <p:txBody>
            <a:bodyPr anchorCtr="0" anchor="ctr" bIns="17325" lIns="52000" spcFirstLastPara="1" rIns="17325" wrap="square" tIns="17325">
              <a:noAutofit/>
            </a:bodyPr>
            <a:lstStyle/>
            <a:p>
              <a:pPr indent="0" lvl="0" marL="0" marR="0" rtl="0" algn="ctr">
                <a:lnSpc>
                  <a:spcPct val="90000"/>
                </a:lnSpc>
                <a:spcBef>
                  <a:spcPts val="0"/>
                </a:spcBef>
                <a:spcAft>
                  <a:spcPts val="0"/>
                </a:spcAft>
                <a:buClr>
                  <a:schemeClr val="lt1"/>
                </a:buClr>
                <a:buSzPts val="1300"/>
                <a:buFont typeface="Century Gothic"/>
                <a:buNone/>
              </a:pPr>
              <a:r>
                <a:rPr b="0" i="0" lang="en-US" sz="1300" u="none" cap="none" strike="noStrike">
                  <a:solidFill>
                    <a:schemeClr val="lt1"/>
                  </a:solidFill>
                  <a:latin typeface="Century Gothic"/>
                  <a:ea typeface="Century Gothic"/>
                  <a:cs typeface="Century Gothic"/>
                  <a:sym typeface="Century Gothic"/>
                </a:rPr>
                <a:t>Audit and close with P&amp; L, Review</a:t>
              </a:r>
              <a:endParaRPr b="0" i="0" sz="1400" u="none" cap="none" strike="noStrike">
                <a:solidFill>
                  <a:srgbClr val="000000"/>
                </a:solidFill>
                <a:latin typeface="Arial"/>
                <a:ea typeface="Arial"/>
                <a:cs typeface="Arial"/>
                <a:sym typeface="Arial"/>
              </a:endParaRPr>
            </a:p>
          </p:txBody>
        </p:sp>
      </p:grpSp>
      <p:grpSp>
        <p:nvGrpSpPr>
          <p:cNvPr id="231" name="Google Shape;231;p8"/>
          <p:cNvGrpSpPr/>
          <p:nvPr/>
        </p:nvGrpSpPr>
        <p:grpSpPr>
          <a:xfrm>
            <a:off x="5953" y="309092"/>
            <a:ext cx="12230531" cy="787250"/>
            <a:chOff x="5953" y="0"/>
            <a:chExt cx="12230531" cy="787250"/>
          </a:xfrm>
        </p:grpSpPr>
        <p:sp>
          <p:nvSpPr>
            <p:cNvPr id="232" name="Google Shape;232;p8"/>
            <p:cNvSpPr/>
            <p:nvPr/>
          </p:nvSpPr>
          <p:spPr>
            <a:xfrm>
              <a:off x="5953" y="0"/>
              <a:ext cx="2214562" cy="695458"/>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3" name="Google Shape;233;p8"/>
            <p:cNvSpPr txBox="1"/>
            <p:nvPr/>
          </p:nvSpPr>
          <p:spPr>
            <a:xfrm>
              <a:off x="353682" y="0"/>
              <a:ext cx="1519104" cy="695458"/>
            </a:xfrm>
            <a:prstGeom prst="rect">
              <a:avLst/>
            </a:prstGeom>
            <a:noFill/>
            <a:ln>
              <a:noFill/>
            </a:ln>
          </p:spPr>
          <p:txBody>
            <a:bodyPr anchorCtr="0" anchor="ctr" bIns="20000" lIns="60000" spcFirstLastPara="1" rIns="20000" wrap="square" tIns="20000">
              <a:noAutofit/>
            </a:bodyPr>
            <a:lstStyle/>
            <a:p>
              <a:pPr indent="0" lvl="0" marL="0" marR="0" rtl="0" algn="ctr">
                <a:lnSpc>
                  <a:spcPct val="90000"/>
                </a:lnSpc>
                <a:spcBef>
                  <a:spcPts val="0"/>
                </a:spcBef>
                <a:spcAft>
                  <a:spcPts val="0"/>
                </a:spcAft>
                <a:buClr>
                  <a:srgbClr val="F5E1A8"/>
                </a:buClr>
                <a:buSzPts val="1500"/>
                <a:buFont typeface="Century Gothic"/>
                <a:buNone/>
              </a:pPr>
              <a:r>
                <a:rPr b="0" i="0" lang="en-US" sz="1500" u="none" cap="none" strike="noStrike">
                  <a:solidFill>
                    <a:srgbClr val="F5E1A8"/>
                  </a:solidFill>
                  <a:latin typeface="Century Gothic"/>
                  <a:ea typeface="Century Gothic"/>
                  <a:cs typeface="Century Gothic"/>
                  <a:sym typeface="Century Gothic"/>
                </a:rPr>
                <a:t>ENQ SOURCE TYPE</a:t>
              </a:r>
              <a:endParaRPr b="0" i="0" sz="1400" u="none" cap="none" strike="noStrike">
                <a:solidFill>
                  <a:srgbClr val="000000"/>
                </a:solidFill>
                <a:latin typeface="Arial"/>
                <a:ea typeface="Arial"/>
                <a:cs typeface="Arial"/>
                <a:sym typeface="Arial"/>
              </a:endParaRPr>
            </a:p>
          </p:txBody>
        </p:sp>
        <p:sp>
          <p:nvSpPr>
            <p:cNvPr id="234" name="Google Shape;234;p8"/>
            <p:cNvSpPr/>
            <p:nvPr/>
          </p:nvSpPr>
          <p:spPr>
            <a:xfrm>
              <a:off x="1999059" y="0"/>
              <a:ext cx="2214562" cy="695458"/>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5" name="Google Shape;235;p8"/>
            <p:cNvSpPr txBox="1"/>
            <p:nvPr/>
          </p:nvSpPr>
          <p:spPr>
            <a:xfrm>
              <a:off x="2346788" y="0"/>
              <a:ext cx="1519104" cy="695458"/>
            </a:xfrm>
            <a:prstGeom prst="rect">
              <a:avLst/>
            </a:prstGeom>
            <a:noFill/>
            <a:ln>
              <a:noFill/>
            </a:ln>
          </p:spPr>
          <p:txBody>
            <a:bodyPr anchorCtr="0" anchor="ctr" bIns="20000" lIns="60000" spcFirstLastPara="1" rIns="20000" wrap="square" tIns="20000">
              <a:noAutofit/>
            </a:bodyPr>
            <a:lstStyle/>
            <a:p>
              <a:pPr indent="0" lvl="0" marL="0" marR="0" rtl="0" algn="ctr">
                <a:lnSpc>
                  <a:spcPct val="90000"/>
                </a:lnSpc>
                <a:spcBef>
                  <a:spcPts val="0"/>
                </a:spcBef>
                <a:spcAft>
                  <a:spcPts val="0"/>
                </a:spcAft>
                <a:buClr>
                  <a:srgbClr val="F5E1A8"/>
                </a:buClr>
                <a:buSzPts val="1500"/>
                <a:buFont typeface="Century Gothic"/>
                <a:buNone/>
              </a:pPr>
              <a:r>
                <a:rPr b="0" i="0" lang="en-US" sz="1500" u="none" cap="none" strike="noStrike">
                  <a:solidFill>
                    <a:srgbClr val="F5E1A8"/>
                  </a:solidFill>
                  <a:latin typeface="Century Gothic"/>
                  <a:ea typeface="Century Gothic"/>
                  <a:cs typeface="Century Gothic"/>
                  <a:sym typeface="Century Gothic"/>
                </a:rPr>
                <a:t>EMAIL</a:t>
              </a:r>
              <a:endParaRPr b="0" i="0" sz="1400" u="none" cap="none" strike="noStrike">
                <a:solidFill>
                  <a:srgbClr val="000000"/>
                </a:solidFill>
                <a:latin typeface="Arial"/>
                <a:ea typeface="Arial"/>
                <a:cs typeface="Arial"/>
                <a:sym typeface="Arial"/>
              </a:endParaRPr>
            </a:p>
          </p:txBody>
        </p:sp>
        <p:sp>
          <p:nvSpPr>
            <p:cNvPr id="236" name="Google Shape;236;p8"/>
            <p:cNvSpPr/>
            <p:nvPr/>
          </p:nvSpPr>
          <p:spPr>
            <a:xfrm>
              <a:off x="3992165" y="0"/>
              <a:ext cx="2214562" cy="695458"/>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7" name="Google Shape;237;p8"/>
            <p:cNvSpPr txBox="1"/>
            <p:nvPr/>
          </p:nvSpPr>
          <p:spPr>
            <a:xfrm>
              <a:off x="4339894" y="0"/>
              <a:ext cx="1519104" cy="695458"/>
            </a:xfrm>
            <a:prstGeom prst="rect">
              <a:avLst/>
            </a:prstGeom>
            <a:noFill/>
            <a:ln>
              <a:noFill/>
            </a:ln>
          </p:spPr>
          <p:txBody>
            <a:bodyPr anchorCtr="0" anchor="ctr" bIns="20000" lIns="60000" spcFirstLastPara="1" rIns="20000" wrap="square" tIns="20000">
              <a:noAutofit/>
            </a:bodyPr>
            <a:lstStyle/>
            <a:p>
              <a:pPr indent="0" lvl="0" marL="0" marR="0" rtl="0" algn="ctr">
                <a:lnSpc>
                  <a:spcPct val="90000"/>
                </a:lnSpc>
                <a:spcBef>
                  <a:spcPts val="0"/>
                </a:spcBef>
                <a:spcAft>
                  <a:spcPts val="0"/>
                </a:spcAft>
                <a:buClr>
                  <a:srgbClr val="F5E1A8"/>
                </a:buClr>
                <a:buSzPts val="1500"/>
                <a:buFont typeface="Century Gothic"/>
                <a:buNone/>
              </a:pPr>
              <a:r>
                <a:rPr b="0" i="0" lang="en-US" sz="1500" u="none" cap="none" strike="noStrike">
                  <a:solidFill>
                    <a:srgbClr val="F5E1A8"/>
                  </a:solidFill>
                  <a:latin typeface="Century Gothic"/>
                  <a:ea typeface="Century Gothic"/>
                  <a:cs typeface="Century Gothic"/>
                  <a:sym typeface="Century Gothic"/>
                </a:rPr>
                <a:t>Reference to further reference </a:t>
              </a:r>
              <a:endParaRPr b="0" i="0" sz="1500" u="none" cap="none" strike="noStrike">
                <a:solidFill>
                  <a:srgbClr val="F5E1A8"/>
                </a:solidFill>
                <a:latin typeface="Century Gothic"/>
                <a:ea typeface="Century Gothic"/>
                <a:cs typeface="Century Gothic"/>
                <a:sym typeface="Century Gothic"/>
              </a:endParaRPr>
            </a:p>
          </p:txBody>
        </p:sp>
        <p:sp>
          <p:nvSpPr>
            <p:cNvPr id="238" name="Google Shape;238;p8"/>
            <p:cNvSpPr/>
            <p:nvPr/>
          </p:nvSpPr>
          <p:spPr>
            <a:xfrm>
              <a:off x="5985271" y="0"/>
              <a:ext cx="2214562" cy="695458"/>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9" name="Google Shape;239;p8"/>
            <p:cNvSpPr txBox="1"/>
            <p:nvPr/>
          </p:nvSpPr>
          <p:spPr>
            <a:xfrm>
              <a:off x="6333000" y="0"/>
              <a:ext cx="1519104" cy="695458"/>
            </a:xfrm>
            <a:prstGeom prst="rect">
              <a:avLst/>
            </a:prstGeom>
            <a:noFill/>
            <a:ln>
              <a:noFill/>
            </a:ln>
          </p:spPr>
          <p:txBody>
            <a:bodyPr anchorCtr="0" anchor="ctr" bIns="20000" lIns="60000" spcFirstLastPara="1" rIns="20000" wrap="square" tIns="20000">
              <a:noAutofit/>
            </a:bodyPr>
            <a:lstStyle/>
            <a:p>
              <a:pPr indent="0" lvl="0" marL="0" marR="0" rtl="0" algn="ctr">
                <a:lnSpc>
                  <a:spcPct val="90000"/>
                </a:lnSpc>
                <a:spcBef>
                  <a:spcPts val="0"/>
                </a:spcBef>
                <a:spcAft>
                  <a:spcPts val="0"/>
                </a:spcAft>
                <a:buClr>
                  <a:srgbClr val="F5E1A8"/>
                </a:buClr>
                <a:buSzPts val="1500"/>
                <a:buFont typeface="Century Gothic"/>
                <a:buNone/>
              </a:pPr>
              <a:r>
                <a:rPr b="0" i="0" lang="en-US" sz="1500" u="none" cap="none" strike="noStrike">
                  <a:solidFill>
                    <a:srgbClr val="F5E1A8"/>
                  </a:solidFill>
                  <a:latin typeface="Century Gothic"/>
                  <a:ea typeface="Century Gothic"/>
                  <a:cs typeface="Century Gothic"/>
                  <a:sym typeface="Century Gothic"/>
                </a:rPr>
                <a:t>Telephonic</a:t>
              </a:r>
              <a:endParaRPr b="0" i="0" sz="1400" u="none" cap="none" strike="noStrike">
                <a:solidFill>
                  <a:srgbClr val="000000"/>
                </a:solidFill>
                <a:latin typeface="Arial"/>
                <a:ea typeface="Arial"/>
                <a:cs typeface="Arial"/>
                <a:sym typeface="Arial"/>
              </a:endParaRPr>
            </a:p>
          </p:txBody>
        </p:sp>
        <p:sp>
          <p:nvSpPr>
            <p:cNvPr id="240" name="Google Shape;240;p8"/>
            <p:cNvSpPr/>
            <p:nvPr/>
          </p:nvSpPr>
          <p:spPr>
            <a:xfrm>
              <a:off x="7978378" y="0"/>
              <a:ext cx="2214562" cy="695458"/>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1" name="Google Shape;241;p8"/>
            <p:cNvSpPr txBox="1"/>
            <p:nvPr/>
          </p:nvSpPr>
          <p:spPr>
            <a:xfrm>
              <a:off x="8326107" y="0"/>
              <a:ext cx="1519104" cy="695458"/>
            </a:xfrm>
            <a:prstGeom prst="rect">
              <a:avLst/>
            </a:prstGeom>
            <a:noFill/>
            <a:ln>
              <a:noFill/>
            </a:ln>
          </p:spPr>
          <p:txBody>
            <a:bodyPr anchorCtr="0" anchor="ctr" bIns="20000" lIns="60000" spcFirstLastPara="1" rIns="20000" wrap="square" tIns="20000">
              <a:noAutofit/>
            </a:bodyPr>
            <a:lstStyle/>
            <a:p>
              <a:pPr indent="0" lvl="0" marL="0" marR="0" rtl="0" algn="ctr">
                <a:lnSpc>
                  <a:spcPct val="90000"/>
                </a:lnSpc>
                <a:spcBef>
                  <a:spcPts val="0"/>
                </a:spcBef>
                <a:spcAft>
                  <a:spcPts val="0"/>
                </a:spcAft>
                <a:buClr>
                  <a:srgbClr val="F5E1A8"/>
                </a:buClr>
                <a:buSzPts val="1500"/>
                <a:buFont typeface="Century Gothic"/>
                <a:buNone/>
              </a:pPr>
              <a:r>
                <a:rPr b="0" i="0" lang="en-US" sz="1500" u="none" cap="none" strike="noStrike">
                  <a:solidFill>
                    <a:srgbClr val="F5E1A8"/>
                  </a:solidFill>
                  <a:latin typeface="Century Gothic"/>
                  <a:ea typeface="Century Gothic"/>
                  <a:cs typeface="Century Gothic"/>
                  <a:sym typeface="Century Gothic"/>
                </a:rPr>
                <a:t>New Search by Field Managers</a:t>
              </a:r>
              <a:endParaRPr b="0" i="0" sz="1400" u="none" cap="none" strike="noStrike">
                <a:solidFill>
                  <a:srgbClr val="000000"/>
                </a:solidFill>
                <a:latin typeface="Arial"/>
                <a:ea typeface="Arial"/>
                <a:cs typeface="Arial"/>
                <a:sym typeface="Arial"/>
              </a:endParaRPr>
            </a:p>
          </p:txBody>
        </p:sp>
        <p:sp>
          <p:nvSpPr>
            <p:cNvPr id="242" name="Google Shape;242;p8"/>
            <p:cNvSpPr/>
            <p:nvPr/>
          </p:nvSpPr>
          <p:spPr>
            <a:xfrm>
              <a:off x="10021884" y="91850"/>
              <a:ext cx="2214600" cy="695400"/>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3" name="Google Shape;243;p8"/>
            <p:cNvSpPr txBox="1"/>
            <p:nvPr/>
          </p:nvSpPr>
          <p:spPr>
            <a:xfrm>
              <a:off x="10319213" y="0"/>
              <a:ext cx="1519104" cy="695458"/>
            </a:xfrm>
            <a:prstGeom prst="rect">
              <a:avLst/>
            </a:prstGeom>
            <a:noFill/>
            <a:ln>
              <a:noFill/>
            </a:ln>
          </p:spPr>
          <p:txBody>
            <a:bodyPr anchorCtr="0" anchor="ctr" bIns="20000" lIns="60000" spcFirstLastPara="1" rIns="20000" wrap="square" tIns="20000">
              <a:noAutofit/>
            </a:bodyPr>
            <a:lstStyle/>
            <a:p>
              <a:pPr indent="0" lvl="0" marL="0" marR="0" rtl="0" algn="ctr">
                <a:lnSpc>
                  <a:spcPct val="90000"/>
                </a:lnSpc>
                <a:spcBef>
                  <a:spcPts val="0"/>
                </a:spcBef>
                <a:spcAft>
                  <a:spcPts val="0"/>
                </a:spcAft>
                <a:buClr>
                  <a:srgbClr val="F5E1A8"/>
                </a:buClr>
                <a:buSzPts val="1500"/>
                <a:buFont typeface="Century Gothic"/>
                <a:buNone/>
              </a:pPr>
              <a:r>
                <a:rPr b="0" i="0" lang="en-US" sz="1500" u="none" cap="none" strike="noStrike">
                  <a:solidFill>
                    <a:srgbClr val="F5E1A8"/>
                  </a:solidFill>
                  <a:latin typeface="Century Gothic"/>
                  <a:ea typeface="Century Gothic"/>
                  <a:cs typeface="Century Gothic"/>
                  <a:sym typeface="Century Gothic"/>
                </a:rPr>
                <a:t>Website/Portal</a:t>
              </a:r>
              <a:endParaRPr b="0" i="0" sz="1400" u="none" cap="none" strike="noStrike">
                <a:solidFill>
                  <a:srgbClr val="000000"/>
                </a:solidFill>
                <a:latin typeface="Arial"/>
                <a:ea typeface="Arial"/>
                <a:cs typeface="Arial"/>
                <a:sym typeface="Arial"/>
              </a:endParaRPr>
            </a:p>
          </p:txBody>
        </p:sp>
      </p:grpSp>
      <p:grpSp>
        <p:nvGrpSpPr>
          <p:cNvPr id="244" name="Google Shape;244;p8"/>
          <p:cNvGrpSpPr/>
          <p:nvPr/>
        </p:nvGrpSpPr>
        <p:grpSpPr>
          <a:xfrm>
            <a:off x="225775" y="2478354"/>
            <a:ext cx="11945301" cy="487500"/>
            <a:chOff x="1488" y="542606"/>
            <a:chExt cx="11945301" cy="487500"/>
          </a:xfrm>
        </p:grpSpPr>
        <p:sp>
          <p:nvSpPr>
            <p:cNvPr id="245" name="Google Shape;245;p8"/>
            <p:cNvSpPr/>
            <p:nvPr/>
          </p:nvSpPr>
          <p:spPr>
            <a:xfrm>
              <a:off x="1488" y="542606"/>
              <a:ext cx="1218900" cy="487500"/>
            </a:xfrm>
            <a:prstGeom prst="chevron">
              <a:avLst>
                <a:gd fmla="val 50000" name="adj"/>
              </a:avLst>
            </a:prstGeom>
            <a:solidFill>
              <a:schemeClr val="accent3"/>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6" name="Google Shape;246;p8"/>
            <p:cNvSpPr txBox="1"/>
            <p:nvPr/>
          </p:nvSpPr>
          <p:spPr>
            <a:xfrm>
              <a:off x="245268" y="542606"/>
              <a:ext cx="731400" cy="487500"/>
            </a:xfrm>
            <a:prstGeom prst="rect">
              <a:avLst/>
            </a:prstGeom>
            <a:noFill/>
            <a:ln>
              <a:noFill/>
            </a:ln>
          </p:spPr>
          <p:txBody>
            <a:bodyPr anchorCtr="0" anchor="ctr" bIns="8000" lIns="24000" spcFirstLastPara="1" rIns="8000" wrap="square" tIns="8000">
              <a:noAutofit/>
            </a:bodyPr>
            <a:lstStyle/>
            <a:p>
              <a:pPr indent="0" lvl="0" marL="0" marR="0" rtl="0" algn="ctr">
                <a:lnSpc>
                  <a:spcPct val="90000"/>
                </a:lnSpc>
                <a:spcBef>
                  <a:spcPts val="0"/>
                </a:spcBef>
                <a:spcAft>
                  <a:spcPts val="0"/>
                </a:spcAft>
                <a:buClr>
                  <a:schemeClr val="lt1"/>
                </a:buClr>
                <a:buSzPts val="600"/>
                <a:buFont typeface="Century Gothic"/>
                <a:buNone/>
              </a:pPr>
              <a:r>
                <a:rPr b="0" i="0" lang="en-US" sz="600" u="none" cap="none" strike="noStrike">
                  <a:solidFill>
                    <a:schemeClr val="lt1"/>
                  </a:solidFill>
                  <a:latin typeface="Century Gothic"/>
                  <a:ea typeface="Century Gothic"/>
                  <a:cs typeface="Century Gothic"/>
                  <a:sym typeface="Century Gothic"/>
                </a:rPr>
                <a:t>ENQ RECEIVED to be attache with  LEAD</a:t>
              </a:r>
              <a:endParaRPr b="0" i="0" sz="1400" u="none" cap="none" strike="noStrike">
                <a:solidFill>
                  <a:srgbClr val="000000"/>
                </a:solidFill>
                <a:latin typeface="Arial"/>
                <a:ea typeface="Arial"/>
                <a:cs typeface="Arial"/>
                <a:sym typeface="Arial"/>
              </a:endParaRPr>
            </a:p>
          </p:txBody>
        </p:sp>
        <p:sp>
          <p:nvSpPr>
            <p:cNvPr id="247" name="Google Shape;247;p8"/>
            <p:cNvSpPr/>
            <p:nvPr/>
          </p:nvSpPr>
          <p:spPr>
            <a:xfrm>
              <a:off x="1098500" y="542606"/>
              <a:ext cx="1218900" cy="487500"/>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8" name="Google Shape;248;p8"/>
            <p:cNvSpPr txBox="1"/>
            <p:nvPr/>
          </p:nvSpPr>
          <p:spPr>
            <a:xfrm>
              <a:off x="1342280" y="542606"/>
              <a:ext cx="731400" cy="487500"/>
            </a:xfrm>
            <a:prstGeom prst="rect">
              <a:avLst/>
            </a:prstGeom>
            <a:noFill/>
            <a:ln>
              <a:noFill/>
            </a:ln>
          </p:spPr>
          <p:txBody>
            <a:bodyPr anchorCtr="0" anchor="ctr" bIns="8000" lIns="24000" spcFirstLastPara="1" rIns="8000" wrap="square" tIns="8000">
              <a:noAutofit/>
            </a:bodyPr>
            <a:lstStyle/>
            <a:p>
              <a:pPr indent="0" lvl="0" marL="0" marR="0" rtl="0" algn="ctr">
                <a:lnSpc>
                  <a:spcPct val="90000"/>
                </a:lnSpc>
                <a:spcBef>
                  <a:spcPts val="0"/>
                </a:spcBef>
                <a:spcAft>
                  <a:spcPts val="0"/>
                </a:spcAft>
                <a:buClr>
                  <a:schemeClr val="lt1"/>
                </a:buClr>
                <a:buSzPts val="600"/>
                <a:buFont typeface="Century Gothic"/>
                <a:buNone/>
              </a:pPr>
              <a:r>
                <a:rPr b="0" i="0" lang="en-US" sz="600" u="none" cap="none" strike="noStrike">
                  <a:solidFill>
                    <a:schemeClr val="lt1"/>
                  </a:solidFill>
                  <a:latin typeface="Century Gothic"/>
                  <a:ea typeface="Century Gothic"/>
                  <a:cs typeface="Century Gothic"/>
                  <a:sym typeface="Century Gothic"/>
                </a:rPr>
                <a:t>ENQ enter into System</a:t>
              </a:r>
              <a:endParaRPr b="0" i="0" sz="1400" u="none" cap="none" strike="noStrike">
                <a:solidFill>
                  <a:srgbClr val="000000"/>
                </a:solidFill>
                <a:latin typeface="Arial"/>
                <a:ea typeface="Arial"/>
                <a:cs typeface="Arial"/>
                <a:sym typeface="Arial"/>
              </a:endParaRPr>
            </a:p>
          </p:txBody>
        </p:sp>
        <p:sp>
          <p:nvSpPr>
            <p:cNvPr id="249" name="Google Shape;249;p8"/>
            <p:cNvSpPr/>
            <p:nvPr/>
          </p:nvSpPr>
          <p:spPr>
            <a:xfrm>
              <a:off x="2195512" y="542606"/>
              <a:ext cx="1218900" cy="487500"/>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0" name="Google Shape;250;p8"/>
            <p:cNvSpPr txBox="1"/>
            <p:nvPr/>
          </p:nvSpPr>
          <p:spPr>
            <a:xfrm>
              <a:off x="2439292" y="542606"/>
              <a:ext cx="731400" cy="487500"/>
            </a:xfrm>
            <a:prstGeom prst="rect">
              <a:avLst/>
            </a:prstGeom>
            <a:noFill/>
            <a:ln>
              <a:noFill/>
            </a:ln>
          </p:spPr>
          <p:txBody>
            <a:bodyPr anchorCtr="0" anchor="ctr" bIns="8000" lIns="24000" spcFirstLastPara="1" rIns="8000" wrap="square" tIns="8000">
              <a:noAutofit/>
            </a:bodyPr>
            <a:lstStyle/>
            <a:p>
              <a:pPr indent="0" lvl="0" marL="0" marR="0" rtl="0" algn="ctr">
                <a:lnSpc>
                  <a:spcPct val="90000"/>
                </a:lnSpc>
                <a:spcBef>
                  <a:spcPts val="0"/>
                </a:spcBef>
                <a:spcAft>
                  <a:spcPts val="0"/>
                </a:spcAft>
                <a:buClr>
                  <a:schemeClr val="lt1"/>
                </a:buClr>
                <a:buSzPts val="600"/>
                <a:buFont typeface="Century Gothic"/>
                <a:buNone/>
              </a:pPr>
              <a:r>
                <a:rPr b="0" i="0" lang="en-US" sz="600" u="none" cap="none" strike="noStrike">
                  <a:solidFill>
                    <a:schemeClr val="lt1"/>
                  </a:solidFill>
                  <a:latin typeface="Century Gothic"/>
                  <a:ea typeface="Century Gothic"/>
                  <a:cs typeface="Century Gothic"/>
                  <a:sym typeface="Century Gothic"/>
                </a:rPr>
                <a:t>Product Requirement to be check </a:t>
              </a:r>
              <a:endParaRPr b="0" i="0" sz="600" u="none" cap="none" strike="noStrike">
                <a:solidFill>
                  <a:schemeClr val="lt1"/>
                </a:solidFill>
                <a:latin typeface="Century Gothic"/>
                <a:ea typeface="Century Gothic"/>
                <a:cs typeface="Century Gothic"/>
                <a:sym typeface="Century Gothic"/>
              </a:endParaRPr>
            </a:p>
          </p:txBody>
        </p:sp>
        <p:sp>
          <p:nvSpPr>
            <p:cNvPr id="251" name="Google Shape;251;p8"/>
            <p:cNvSpPr/>
            <p:nvPr/>
          </p:nvSpPr>
          <p:spPr>
            <a:xfrm>
              <a:off x="3292524" y="542606"/>
              <a:ext cx="1218900" cy="487500"/>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2" name="Google Shape;252;p8"/>
            <p:cNvSpPr/>
            <p:nvPr/>
          </p:nvSpPr>
          <p:spPr>
            <a:xfrm>
              <a:off x="4389536" y="542606"/>
              <a:ext cx="1218900" cy="487500"/>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3" name="Google Shape;253;p8"/>
            <p:cNvSpPr txBox="1"/>
            <p:nvPr/>
          </p:nvSpPr>
          <p:spPr>
            <a:xfrm>
              <a:off x="4633316" y="542606"/>
              <a:ext cx="731400" cy="487500"/>
            </a:xfrm>
            <a:prstGeom prst="rect">
              <a:avLst/>
            </a:prstGeom>
            <a:noFill/>
            <a:ln>
              <a:noFill/>
            </a:ln>
          </p:spPr>
          <p:txBody>
            <a:bodyPr anchorCtr="0" anchor="ctr" bIns="8000" lIns="24000" spcFirstLastPara="1" rIns="8000" wrap="square" tIns="8000">
              <a:noAutofit/>
            </a:bodyPr>
            <a:lstStyle/>
            <a:p>
              <a:pPr indent="0" lvl="0" marL="0" marR="0" rtl="0" algn="ctr">
                <a:lnSpc>
                  <a:spcPct val="90000"/>
                </a:lnSpc>
                <a:spcBef>
                  <a:spcPts val="0"/>
                </a:spcBef>
                <a:spcAft>
                  <a:spcPts val="0"/>
                </a:spcAft>
                <a:buClr>
                  <a:schemeClr val="lt1"/>
                </a:buClr>
                <a:buSzPts val="600"/>
                <a:buFont typeface="Century Gothic"/>
                <a:buNone/>
              </a:pPr>
              <a:r>
                <a:rPr b="0" i="0" lang="en-US" sz="600" u="none" cap="none" strike="noStrike">
                  <a:solidFill>
                    <a:schemeClr val="lt1"/>
                  </a:solidFill>
                  <a:latin typeface="Century Gothic"/>
                  <a:ea typeface="Century Gothic"/>
                  <a:cs typeface="Century Gothic"/>
                  <a:sym typeface="Century Gothic"/>
                </a:rPr>
                <a:t>Site Visit</a:t>
              </a:r>
              <a:r>
                <a:rPr lang="en-US" sz="600">
                  <a:solidFill>
                    <a:schemeClr val="lt1"/>
                  </a:solidFill>
                  <a:latin typeface="Century Gothic"/>
                  <a:ea typeface="Century Gothic"/>
                  <a:cs typeface="Century Gothic"/>
                  <a:sym typeface="Century Gothic"/>
                </a:rPr>
                <a:t>(Form to be filled of Site visit with requirement)</a:t>
              </a:r>
              <a:endParaRPr b="0" i="0" sz="1400" u="none" cap="none" strike="noStrike">
                <a:solidFill>
                  <a:srgbClr val="000000"/>
                </a:solidFill>
                <a:latin typeface="Arial"/>
                <a:ea typeface="Arial"/>
                <a:cs typeface="Arial"/>
                <a:sym typeface="Arial"/>
              </a:endParaRPr>
            </a:p>
          </p:txBody>
        </p:sp>
        <p:sp>
          <p:nvSpPr>
            <p:cNvPr id="254" name="Google Shape;254;p8"/>
            <p:cNvSpPr/>
            <p:nvPr/>
          </p:nvSpPr>
          <p:spPr>
            <a:xfrm>
              <a:off x="5486548" y="542606"/>
              <a:ext cx="1218900" cy="487500"/>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5" name="Google Shape;255;p8"/>
            <p:cNvSpPr txBox="1"/>
            <p:nvPr/>
          </p:nvSpPr>
          <p:spPr>
            <a:xfrm>
              <a:off x="5730328" y="542606"/>
              <a:ext cx="731400" cy="487500"/>
            </a:xfrm>
            <a:prstGeom prst="rect">
              <a:avLst/>
            </a:prstGeom>
            <a:noFill/>
            <a:ln>
              <a:noFill/>
            </a:ln>
          </p:spPr>
          <p:txBody>
            <a:bodyPr anchorCtr="0" anchor="ctr" bIns="8000" lIns="24000" spcFirstLastPara="1" rIns="8000" wrap="square" tIns="8000">
              <a:noAutofit/>
            </a:bodyPr>
            <a:lstStyle/>
            <a:p>
              <a:pPr indent="0" lvl="0" marL="0" marR="0" rtl="0" algn="ctr">
                <a:lnSpc>
                  <a:spcPct val="90000"/>
                </a:lnSpc>
                <a:spcBef>
                  <a:spcPts val="0"/>
                </a:spcBef>
                <a:spcAft>
                  <a:spcPts val="0"/>
                </a:spcAft>
                <a:buClr>
                  <a:schemeClr val="lt1"/>
                </a:buClr>
                <a:buSzPts val="600"/>
                <a:buFont typeface="Century Gothic"/>
                <a:buNone/>
              </a:pPr>
              <a:r>
                <a:rPr b="0" i="0" lang="en-US" sz="600" u="none" cap="none" strike="noStrike">
                  <a:solidFill>
                    <a:schemeClr val="lt1"/>
                  </a:solidFill>
                  <a:latin typeface="Century Gothic"/>
                  <a:ea typeface="Century Gothic"/>
                  <a:cs typeface="Century Gothic"/>
                  <a:sym typeface="Century Gothic"/>
                </a:rPr>
                <a:t>Drawing</a:t>
              </a:r>
              <a:endParaRPr b="0" i="0" sz="1400" u="none" cap="none" strike="noStrike">
                <a:solidFill>
                  <a:srgbClr val="000000"/>
                </a:solidFill>
                <a:latin typeface="Arial"/>
                <a:ea typeface="Arial"/>
                <a:cs typeface="Arial"/>
                <a:sym typeface="Arial"/>
              </a:endParaRPr>
            </a:p>
          </p:txBody>
        </p:sp>
        <p:sp>
          <p:nvSpPr>
            <p:cNvPr id="256" name="Google Shape;256;p8"/>
            <p:cNvSpPr/>
            <p:nvPr/>
          </p:nvSpPr>
          <p:spPr>
            <a:xfrm>
              <a:off x="6583560" y="542606"/>
              <a:ext cx="1218900" cy="487500"/>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7" name="Google Shape;257;p8"/>
            <p:cNvSpPr txBox="1"/>
            <p:nvPr/>
          </p:nvSpPr>
          <p:spPr>
            <a:xfrm>
              <a:off x="6827340" y="542606"/>
              <a:ext cx="731400" cy="487500"/>
            </a:xfrm>
            <a:prstGeom prst="rect">
              <a:avLst/>
            </a:prstGeom>
            <a:noFill/>
            <a:ln>
              <a:noFill/>
            </a:ln>
          </p:spPr>
          <p:txBody>
            <a:bodyPr anchorCtr="0" anchor="ctr" bIns="8000" lIns="24000" spcFirstLastPara="1" rIns="8000" wrap="square" tIns="8000">
              <a:noAutofit/>
            </a:bodyPr>
            <a:lstStyle/>
            <a:p>
              <a:pPr indent="0" lvl="0" marL="0" marR="0" rtl="0" algn="ctr">
                <a:lnSpc>
                  <a:spcPct val="90000"/>
                </a:lnSpc>
                <a:spcBef>
                  <a:spcPts val="0"/>
                </a:spcBef>
                <a:spcAft>
                  <a:spcPts val="0"/>
                </a:spcAft>
                <a:buClr>
                  <a:schemeClr val="lt1"/>
                </a:buClr>
                <a:buSzPts val="600"/>
                <a:buFont typeface="Century Gothic"/>
                <a:buNone/>
              </a:pPr>
              <a:r>
                <a:rPr b="0" i="0" lang="en-US" sz="600" u="none" cap="none" strike="noStrike">
                  <a:solidFill>
                    <a:schemeClr val="lt1"/>
                  </a:solidFill>
                  <a:latin typeface="Century Gothic"/>
                  <a:ea typeface="Century Gothic"/>
                  <a:cs typeface="Century Gothic"/>
                  <a:sym typeface="Century Gothic"/>
                </a:rPr>
                <a:t>BOQ/Quotation Should show the P&amp;L</a:t>
              </a:r>
              <a:endParaRPr b="0" i="0" sz="600" u="none" cap="none" strike="noStrike">
                <a:solidFill>
                  <a:schemeClr val="lt1"/>
                </a:solidFill>
                <a:latin typeface="Century Gothic"/>
                <a:ea typeface="Century Gothic"/>
                <a:cs typeface="Century Gothic"/>
                <a:sym typeface="Century Gothic"/>
              </a:endParaRPr>
            </a:p>
          </p:txBody>
        </p:sp>
        <p:sp>
          <p:nvSpPr>
            <p:cNvPr id="258" name="Google Shape;258;p8"/>
            <p:cNvSpPr/>
            <p:nvPr/>
          </p:nvSpPr>
          <p:spPr>
            <a:xfrm>
              <a:off x="7680573" y="542606"/>
              <a:ext cx="1218900" cy="487500"/>
            </a:xfrm>
            <a:prstGeom prst="chevron">
              <a:avLst>
                <a:gd fmla="val 50000" name="adj"/>
              </a:avLst>
            </a:prstGeom>
            <a:solidFill>
              <a:srgbClr val="FFC00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9" name="Google Shape;259;p8"/>
            <p:cNvSpPr txBox="1"/>
            <p:nvPr/>
          </p:nvSpPr>
          <p:spPr>
            <a:xfrm>
              <a:off x="7924353" y="542606"/>
              <a:ext cx="731400" cy="487500"/>
            </a:xfrm>
            <a:prstGeom prst="rect">
              <a:avLst/>
            </a:prstGeom>
            <a:noFill/>
            <a:ln>
              <a:noFill/>
            </a:ln>
          </p:spPr>
          <p:txBody>
            <a:bodyPr anchorCtr="0" anchor="ctr" bIns="8000" lIns="24000" spcFirstLastPara="1" rIns="8000" wrap="square" tIns="8000">
              <a:noAutofit/>
            </a:bodyPr>
            <a:lstStyle/>
            <a:p>
              <a:pPr indent="0" lvl="0" marL="0" marR="0" rtl="0" algn="ctr">
                <a:lnSpc>
                  <a:spcPct val="90000"/>
                </a:lnSpc>
                <a:spcBef>
                  <a:spcPts val="0"/>
                </a:spcBef>
                <a:spcAft>
                  <a:spcPts val="0"/>
                </a:spcAft>
                <a:buClr>
                  <a:schemeClr val="lt1"/>
                </a:buClr>
                <a:buSzPts val="600"/>
                <a:buFont typeface="Century Gothic"/>
                <a:buNone/>
              </a:pPr>
              <a:r>
                <a:rPr b="0" i="0" lang="en-US" sz="600" u="none" cap="none" strike="noStrike">
                  <a:solidFill>
                    <a:schemeClr val="lt1"/>
                  </a:solidFill>
                  <a:latin typeface="Century Gothic"/>
                  <a:ea typeface="Century Gothic"/>
                  <a:cs typeface="Century Gothic"/>
                  <a:sym typeface="Century Gothic"/>
                </a:rPr>
                <a:t>Negotiation</a:t>
              </a:r>
              <a:endParaRPr b="0" i="0" sz="600" u="none" cap="none" strike="noStrike">
                <a:solidFill>
                  <a:schemeClr val="lt1"/>
                </a:solidFill>
                <a:latin typeface="Century Gothic"/>
                <a:ea typeface="Century Gothic"/>
                <a:cs typeface="Century Gothic"/>
                <a:sym typeface="Century Gothic"/>
              </a:endParaRPr>
            </a:p>
          </p:txBody>
        </p:sp>
        <p:sp>
          <p:nvSpPr>
            <p:cNvPr id="260" name="Google Shape;260;p8"/>
            <p:cNvSpPr/>
            <p:nvPr/>
          </p:nvSpPr>
          <p:spPr>
            <a:xfrm>
              <a:off x="8777585" y="542606"/>
              <a:ext cx="1218900" cy="487500"/>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1" name="Google Shape;261;p8"/>
            <p:cNvSpPr txBox="1"/>
            <p:nvPr/>
          </p:nvSpPr>
          <p:spPr>
            <a:xfrm>
              <a:off x="9021365" y="542606"/>
              <a:ext cx="731400" cy="487500"/>
            </a:xfrm>
            <a:prstGeom prst="rect">
              <a:avLst/>
            </a:prstGeom>
            <a:noFill/>
            <a:ln>
              <a:noFill/>
            </a:ln>
          </p:spPr>
          <p:txBody>
            <a:bodyPr anchorCtr="0" anchor="ctr" bIns="8000" lIns="24000" spcFirstLastPara="1" rIns="8000" wrap="square" tIns="8000">
              <a:noAutofit/>
            </a:bodyPr>
            <a:lstStyle/>
            <a:p>
              <a:pPr indent="0" lvl="0" marL="0" marR="0" rtl="0" algn="ctr">
                <a:lnSpc>
                  <a:spcPct val="90000"/>
                </a:lnSpc>
                <a:spcBef>
                  <a:spcPts val="0"/>
                </a:spcBef>
                <a:spcAft>
                  <a:spcPts val="0"/>
                </a:spcAft>
                <a:buClr>
                  <a:schemeClr val="lt1"/>
                </a:buClr>
                <a:buSzPts val="600"/>
                <a:buFont typeface="Century Gothic"/>
                <a:buNone/>
              </a:pPr>
              <a:r>
                <a:rPr b="0" i="0" lang="en-US" sz="600" u="none" cap="none" strike="noStrike">
                  <a:solidFill>
                    <a:schemeClr val="lt1"/>
                  </a:solidFill>
                  <a:latin typeface="Century Gothic"/>
                  <a:ea typeface="Century Gothic"/>
                  <a:cs typeface="Century Gothic"/>
                  <a:sym typeface="Century Gothic"/>
                </a:rPr>
                <a:t>Follow up and Auto Follow up</a:t>
              </a:r>
              <a:endParaRPr b="0" i="0" sz="1400" u="none" cap="none" strike="noStrike">
                <a:solidFill>
                  <a:srgbClr val="000000"/>
                </a:solidFill>
                <a:latin typeface="Arial"/>
                <a:ea typeface="Arial"/>
                <a:cs typeface="Arial"/>
                <a:sym typeface="Arial"/>
              </a:endParaRPr>
            </a:p>
          </p:txBody>
        </p:sp>
        <p:sp>
          <p:nvSpPr>
            <p:cNvPr id="262" name="Google Shape;262;p8"/>
            <p:cNvSpPr/>
            <p:nvPr/>
          </p:nvSpPr>
          <p:spPr>
            <a:xfrm>
              <a:off x="9874597" y="542606"/>
              <a:ext cx="1218900" cy="487500"/>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3" name="Google Shape;263;p8"/>
            <p:cNvSpPr txBox="1"/>
            <p:nvPr/>
          </p:nvSpPr>
          <p:spPr>
            <a:xfrm>
              <a:off x="10118377" y="542606"/>
              <a:ext cx="731400" cy="487500"/>
            </a:xfrm>
            <a:prstGeom prst="rect">
              <a:avLst/>
            </a:prstGeom>
            <a:noFill/>
            <a:ln>
              <a:noFill/>
            </a:ln>
          </p:spPr>
          <p:txBody>
            <a:bodyPr anchorCtr="0" anchor="ctr" bIns="8000" lIns="24000" spcFirstLastPara="1" rIns="8000" wrap="square" tIns="8000">
              <a:noAutofit/>
            </a:bodyPr>
            <a:lstStyle/>
            <a:p>
              <a:pPr indent="0" lvl="0" marL="0" marR="0" rtl="0" algn="ctr">
                <a:lnSpc>
                  <a:spcPct val="90000"/>
                </a:lnSpc>
                <a:spcBef>
                  <a:spcPts val="0"/>
                </a:spcBef>
                <a:spcAft>
                  <a:spcPts val="0"/>
                </a:spcAft>
                <a:buClr>
                  <a:schemeClr val="lt1"/>
                </a:buClr>
                <a:buSzPts val="600"/>
                <a:buFont typeface="Century Gothic"/>
                <a:buNone/>
              </a:pPr>
              <a:r>
                <a:rPr b="0" i="0" lang="en-US" sz="600" u="none" cap="none" strike="noStrike">
                  <a:solidFill>
                    <a:schemeClr val="lt1"/>
                  </a:solidFill>
                  <a:latin typeface="Century Gothic"/>
                  <a:ea typeface="Century Gothic"/>
                  <a:cs typeface="Century Gothic"/>
                  <a:sym typeface="Century Gothic"/>
                </a:rPr>
                <a:t>Order Received</a:t>
              </a:r>
              <a:endParaRPr b="0" i="0" sz="600" u="none" cap="none" strike="noStrike">
                <a:solidFill>
                  <a:schemeClr val="lt1"/>
                </a:solidFill>
                <a:latin typeface="Century Gothic"/>
                <a:ea typeface="Century Gothic"/>
                <a:cs typeface="Century Gothic"/>
                <a:sym typeface="Century Gothic"/>
              </a:endParaRPr>
            </a:p>
            <a:p>
              <a:pPr indent="0" lvl="0" marL="0" marR="0" rtl="0" algn="ctr">
                <a:lnSpc>
                  <a:spcPct val="90000"/>
                </a:lnSpc>
                <a:spcBef>
                  <a:spcPts val="0"/>
                </a:spcBef>
                <a:spcAft>
                  <a:spcPts val="0"/>
                </a:spcAft>
                <a:buClr>
                  <a:schemeClr val="lt1"/>
                </a:buClr>
                <a:buSzPts val="600"/>
                <a:buFont typeface="Century Gothic"/>
                <a:buNone/>
              </a:pPr>
              <a:r>
                <a:rPr lang="en-US" sz="600">
                  <a:solidFill>
                    <a:schemeClr val="lt1"/>
                  </a:solidFill>
                  <a:latin typeface="Century Gothic"/>
                  <a:ea typeface="Century Gothic"/>
                  <a:cs typeface="Century Gothic"/>
                  <a:sym typeface="Century Gothic"/>
                </a:rPr>
                <a:t>Auto Thanks Msg ro Customer</a:t>
              </a:r>
              <a:endParaRPr sz="600">
                <a:solidFill>
                  <a:schemeClr val="lt1"/>
                </a:solidFill>
                <a:latin typeface="Century Gothic"/>
                <a:ea typeface="Century Gothic"/>
                <a:cs typeface="Century Gothic"/>
                <a:sym typeface="Century Gothic"/>
              </a:endParaRPr>
            </a:p>
          </p:txBody>
        </p:sp>
        <p:sp>
          <p:nvSpPr>
            <p:cNvPr id="264" name="Google Shape;264;p8"/>
            <p:cNvSpPr txBox="1"/>
            <p:nvPr/>
          </p:nvSpPr>
          <p:spPr>
            <a:xfrm>
              <a:off x="11215389" y="542606"/>
              <a:ext cx="731400" cy="487500"/>
            </a:xfrm>
            <a:prstGeom prst="rect">
              <a:avLst/>
            </a:prstGeom>
            <a:noFill/>
            <a:ln>
              <a:noFill/>
            </a:ln>
          </p:spPr>
          <p:txBody>
            <a:bodyPr anchorCtr="0" anchor="ctr" bIns="8000" lIns="24000" spcFirstLastPara="1" rIns="8000" wrap="square" tIns="8000">
              <a:noAutofit/>
            </a:bodyPr>
            <a:lstStyle/>
            <a:p>
              <a:pPr indent="0" lvl="0" marL="0" marR="0" rtl="0" algn="ctr">
                <a:lnSpc>
                  <a:spcPct val="90000"/>
                </a:lnSpc>
                <a:spcBef>
                  <a:spcPts val="0"/>
                </a:spcBef>
                <a:spcAft>
                  <a:spcPts val="0"/>
                </a:spcAft>
                <a:buClr>
                  <a:schemeClr val="lt1"/>
                </a:buClr>
                <a:buSzPts val="600"/>
                <a:buFont typeface="Century Gothic"/>
                <a:buNone/>
              </a:pPr>
              <a:r>
                <a:t/>
              </a:r>
              <a:endParaRPr b="0" i="0" sz="1400" u="none" cap="none" strike="noStrike">
                <a:solidFill>
                  <a:srgbClr val="000000"/>
                </a:solidFill>
                <a:latin typeface="Arial"/>
                <a:ea typeface="Arial"/>
                <a:cs typeface="Arial"/>
                <a:sym typeface="Arial"/>
              </a:endParaRPr>
            </a:p>
          </p:txBody>
        </p:sp>
        <p:sp>
          <p:nvSpPr>
            <p:cNvPr id="265" name="Google Shape;265;p8"/>
            <p:cNvSpPr txBox="1"/>
            <p:nvPr/>
          </p:nvSpPr>
          <p:spPr>
            <a:xfrm>
              <a:off x="3536304" y="542606"/>
              <a:ext cx="731400" cy="487500"/>
            </a:xfrm>
            <a:prstGeom prst="rect">
              <a:avLst/>
            </a:prstGeom>
            <a:noFill/>
            <a:ln>
              <a:noFill/>
            </a:ln>
          </p:spPr>
          <p:txBody>
            <a:bodyPr anchorCtr="0" anchor="ctr" bIns="8000" lIns="24000" spcFirstLastPara="1" rIns="8000" wrap="square" tIns="8000">
              <a:noAutofit/>
            </a:bodyPr>
            <a:lstStyle/>
            <a:p>
              <a:pPr indent="0" lvl="0" marL="0" marR="0" rtl="0" algn="ctr">
                <a:lnSpc>
                  <a:spcPct val="90000"/>
                </a:lnSpc>
                <a:spcBef>
                  <a:spcPts val="0"/>
                </a:spcBef>
                <a:spcAft>
                  <a:spcPts val="0"/>
                </a:spcAft>
                <a:buClr>
                  <a:schemeClr val="lt1"/>
                </a:buClr>
                <a:buSzPts val="600"/>
                <a:buFont typeface="Century Gothic"/>
                <a:buNone/>
              </a:pPr>
              <a:r>
                <a:rPr b="0" i="0" lang="en-US" sz="600" u="none" cap="none" strike="noStrike">
                  <a:solidFill>
                    <a:schemeClr val="lt1"/>
                  </a:solidFill>
                  <a:latin typeface="Century Gothic"/>
                  <a:ea typeface="Century Gothic"/>
                  <a:cs typeface="Century Gothic"/>
                  <a:sym typeface="Century Gothic"/>
                </a:rPr>
                <a:t>Assign to concern department </a:t>
              </a:r>
              <a:endParaRPr b="0" i="0" sz="1400" u="none" cap="none" strike="noStrike">
                <a:solidFill>
                  <a:srgbClr val="000000"/>
                </a:solidFill>
                <a:latin typeface="Arial"/>
                <a:ea typeface="Arial"/>
                <a:cs typeface="Arial"/>
                <a:sym typeface="Arial"/>
              </a:endParaRPr>
            </a:p>
          </p:txBody>
        </p:sp>
      </p:grpSp>
      <p:sp>
        <p:nvSpPr>
          <p:cNvPr id="266" name="Google Shape;266;p8"/>
          <p:cNvSpPr/>
          <p:nvPr/>
        </p:nvSpPr>
        <p:spPr>
          <a:xfrm>
            <a:off x="5011534" y="1451842"/>
            <a:ext cx="2214600" cy="695400"/>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lang="en-US"/>
              <a:t>Commision to Employee or Cust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g35e8da2abe3_0_65"/>
          <p:cNvSpPr/>
          <p:nvPr/>
        </p:nvSpPr>
        <p:spPr>
          <a:xfrm>
            <a:off x="151609" y="426742"/>
            <a:ext cx="2214600" cy="695400"/>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a:p>
          <a:p>
            <a:pPr indent="0" lvl="0" marL="0" marR="0" rtl="0" algn="l">
              <a:lnSpc>
                <a:spcPct val="100000"/>
              </a:lnSpc>
              <a:spcBef>
                <a:spcPts val="0"/>
              </a:spcBef>
              <a:spcAft>
                <a:spcPts val="0"/>
              </a:spcAft>
              <a:buClr>
                <a:srgbClr val="000000"/>
              </a:buClr>
              <a:buSzPts val="1400"/>
              <a:buFont typeface="Arial"/>
              <a:buNone/>
            </a:pPr>
            <a:r>
              <a:rPr lang="en-US"/>
              <a:t>SALES TREE	</a:t>
            </a:r>
            <a:endParaRPr b="0" i="0" sz="1400" u="none" cap="none" strike="noStrike">
              <a:solidFill>
                <a:srgbClr val="000000"/>
              </a:solidFill>
              <a:latin typeface="Arial"/>
              <a:ea typeface="Arial"/>
              <a:cs typeface="Arial"/>
              <a:sym typeface="Arial"/>
            </a:endParaRPr>
          </a:p>
        </p:txBody>
      </p:sp>
      <p:sp>
        <p:nvSpPr>
          <p:cNvPr id="272" name="Google Shape;272;g35e8da2abe3_0_65"/>
          <p:cNvSpPr/>
          <p:nvPr/>
        </p:nvSpPr>
        <p:spPr>
          <a:xfrm>
            <a:off x="2413809" y="459992"/>
            <a:ext cx="2214600" cy="695400"/>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lang="en-US"/>
              <a:t>Q &amp; A 	</a:t>
            </a:r>
            <a:endParaRPr b="0" i="0" sz="1400" u="none" cap="none" strike="noStrike">
              <a:solidFill>
                <a:srgbClr val="000000"/>
              </a:solidFill>
              <a:latin typeface="Arial"/>
              <a:ea typeface="Arial"/>
              <a:cs typeface="Arial"/>
              <a:sym typeface="Arial"/>
            </a:endParaRPr>
          </a:p>
        </p:txBody>
      </p:sp>
      <p:sp>
        <p:nvSpPr>
          <p:cNvPr id="273" name="Google Shape;273;g35e8da2abe3_0_65"/>
          <p:cNvSpPr/>
          <p:nvPr/>
        </p:nvSpPr>
        <p:spPr>
          <a:xfrm>
            <a:off x="89084" y="2074342"/>
            <a:ext cx="2214600" cy="695400"/>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lang="en-US"/>
              <a:t>Attendance</a:t>
            </a:r>
            <a:r>
              <a:rPr lang="en-US"/>
              <a:t> with Location 	</a:t>
            </a:r>
            <a:endParaRPr b="0" i="0" sz="1400" u="none" cap="none" strike="noStrike">
              <a:solidFill>
                <a:srgbClr val="000000"/>
              </a:solidFill>
              <a:latin typeface="Arial"/>
              <a:ea typeface="Arial"/>
              <a:cs typeface="Arial"/>
              <a:sym typeface="Arial"/>
            </a:endParaRPr>
          </a:p>
        </p:txBody>
      </p:sp>
      <p:sp>
        <p:nvSpPr>
          <p:cNvPr id="274" name="Google Shape;274;g35e8da2abe3_0_65"/>
          <p:cNvSpPr/>
          <p:nvPr/>
        </p:nvSpPr>
        <p:spPr>
          <a:xfrm>
            <a:off x="2656534" y="2074342"/>
            <a:ext cx="2214600" cy="695400"/>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lang="en-US"/>
              <a:t>At Customer side in &amp; Out  with Location	</a:t>
            </a:r>
            <a:endParaRPr b="0" i="0" sz="1400" u="none" cap="none" strike="noStrike">
              <a:solidFill>
                <a:srgbClr val="000000"/>
              </a:solidFill>
              <a:latin typeface="Arial"/>
              <a:ea typeface="Arial"/>
              <a:cs typeface="Arial"/>
              <a:sym typeface="Arial"/>
            </a:endParaRPr>
          </a:p>
        </p:txBody>
      </p:sp>
      <p:sp>
        <p:nvSpPr>
          <p:cNvPr id="275" name="Google Shape;275;g35e8da2abe3_0_65"/>
          <p:cNvSpPr/>
          <p:nvPr/>
        </p:nvSpPr>
        <p:spPr>
          <a:xfrm>
            <a:off x="5027909" y="1973567"/>
            <a:ext cx="2214600" cy="695400"/>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lang="en-US"/>
              <a:t>Site photo Video upload on Project directly</a:t>
            </a:r>
            <a:endParaRPr b="0" i="0" sz="1400" u="none" cap="none" strike="noStrike">
              <a:solidFill>
                <a:srgbClr val="000000"/>
              </a:solidFill>
              <a:latin typeface="Arial"/>
              <a:ea typeface="Arial"/>
              <a:cs typeface="Arial"/>
              <a:sym typeface="Arial"/>
            </a:endParaRPr>
          </a:p>
        </p:txBody>
      </p:sp>
      <p:sp>
        <p:nvSpPr>
          <p:cNvPr id="276" name="Google Shape;276;g35e8da2abe3_0_65"/>
          <p:cNvSpPr/>
          <p:nvPr/>
        </p:nvSpPr>
        <p:spPr>
          <a:xfrm>
            <a:off x="199201" y="3572946"/>
            <a:ext cx="4137900" cy="2128200"/>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lang="en-US"/>
              <a:t>Activity</a:t>
            </a:r>
            <a:r>
              <a:rPr lang="en-US"/>
              <a:t> with Date and time Name to appear both sender and </a:t>
            </a:r>
            <a:r>
              <a:rPr lang="en-US"/>
              <a:t>receiver</a:t>
            </a:r>
            <a:r>
              <a:rPr lang="en-US"/>
              <a:t>, </a:t>
            </a:r>
            <a:r>
              <a:rPr lang="en-US"/>
              <a:t>auto</a:t>
            </a:r>
            <a:r>
              <a:rPr lang="en-US"/>
              <a:t> pop up when it is due, Can </a:t>
            </a:r>
            <a:r>
              <a:rPr lang="en-US"/>
              <a:t>select</a:t>
            </a:r>
            <a:r>
              <a:rPr lang="en-US"/>
              <a:t> multiple person if required in one activity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9"/>
          <p:cNvSpPr txBox="1"/>
          <p:nvPr/>
        </p:nvSpPr>
        <p:spPr>
          <a:xfrm>
            <a:off x="90152" y="117693"/>
            <a:ext cx="12101700" cy="6526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200"/>
              <a:buFont typeface="Arial"/>
              <a:buNone/>
            </a:pPr>
            <a:r>
              <a:rPr b="1" i="0" lang="en-US" sz="2200" u="sng" cap="none" strike="noStrike">
                <a:solidFill>
                  <a:schemeClr val="lt1"/>
                </a:solidFill>
                <a:latin typeface="Century Gothic"/>
                <a:ea typeface="Century Gothic"/>
                <a:cs typeface="Century Gothic"/>
                <a:sym typeface="Century Gothic"/>
              </a:rPr>
              <a:t>Auto mail and reporting system of every Work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200"/>
              <a:buFont typeface="Arial"/>
              <a:buNone/>
            </a:pPr>
            <a:r>
              <a:t/>
            </a:r>
            <a:endParaRPr b="1" i="0" sz="2200" u="sng"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lt1"/>
                </a:solidFill>
                <a:latin typeface="Century Gothic"/>
                <a:ea typeface="Century Gothic"/>
                <a:cs typeface="Century Gothic"/>
                <a:sym typeface="Century Gothic"/>
              </a:rPr>
              <a:t>Thanks for enquiry will share quote soon,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lt1"/>
                </a:solidFill>
                <a:latin typeface="Century Gothic"/>
                <a:ea typeface="Century Gothic"/>
                <a:cs typeface="Century Gothic"/>
                <a:sym typeface="Century Gothic"/>
              </a:rPr>
              <a:t>Message to assign manger,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lt1"/>
                </a:solidFill>
                <a:latin typeface="Century Gothic"/>
                <a:ea typeface="Century Gothic"/>
                <a:cs typeface="Century Gothic"/>
                <a:sym typeface="Century Gothic"/>
              </a:rPr>
              <a:t>After quotation auto follow up of quote, thanks msg for order,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lt1"/>
                </a:solidFill>
                <a:latin typeface="Century Gothic"/>
                <a:ea typeface="Century Gothic"/>
                <a:cs typeface="Century Gothic"/>
                <a:sym typeface="Century Gothic"/>
              </a:rPr>
              <a:t>auto msg for invoice and delivery dispatch detail,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lt1"/>
                </a:solidFill>
                <a:latin typeface="Century Gothic"/>
                <a:ea typeface="Century Gothic"/>
                <a:cs typeface="Century Gothic"/>
                <a:sym typeface="Century Gothic"/>
              </a:rPr>
              <a:t>Service team alignment message,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lt1"/>
                </a:solidFill>
                <a:latin typeface="Century Gothic"/>
                <a:ea typeface="Century Gothic"/>
                <a:cs typeface="Century Gothic"/>
                <a:sym typeface="Century Gothic"/>
              </a:rPr>
              <a:t>work completion message,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lt1"/>
                </a:solidFill>
                <a:latin typeface="Century Gothic"/>
                <a:ea typeface="Century Gothic"/>
                <a:cs typeface="Century Gothic"/>
                <a:sym typeface="Century Gothic"/>
              </a:rPr>
              <a:t>Gantt Sheet, Thanks for completion of any service call, Payment reminder, Pay Rcvd Thanks, AMC Due message, Assignment of Engineer. After sales order auto message for installation to service team.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lt1"/>
                </a:solidFill>
                <a:latin typeface="Century Gothic"/>
                <a:ea typeface="Century Gothic"/>
                <a:cs typeface="Century Gothic"/>
                <a:sym typeface="Century Gothic"/>
              </a:rPr>
              <a:t>Some other imp message like happy birthday or anniversary.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lt1"/>
                </a:solidFill>
                <a:latin typeface="Century Gothic"/>
                <a:ea typeface="Century Gothic"/>
                <a:cs typeface="Century Gothic"/>
                <a:sym typeface="Century Gothic"/>
              </a:rPr>
              <a:t>Time to time mailer to customer category wise, vendor.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lt1"/>
                </a:solidFill>
                <a:latin typeface="Century Gothic"/>
                <a:ea typeface="Century Gothic"/>
                <a:cs typeface="Century Gothic"/>
                <a:sym typeface="Century Gothic"/>
              </a:rPr>
              <a:t>Difference between lead and customer.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lt1"/>
                </a:solidFill>
                <a:latin typeface="Century Gothic"/>
                <a:ea typeface="Century Gothic"/>
                <a:cs typeface="Century Gothic"/>
                <a:sym typeface="Century Gothic"/>
              </a:rPr>
              <a:t>AMC Auto Reminder message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lt1"/>
                </a:solidFill>
                <a:latin typeface="Century Gothic"/>
                <a:ea typeface="Century Gothic"/>
                <a:cs typeface="Century Gothic"/>
                <a:sym typeface="Century Gothic"/>
              </a:rPr>
              <a:t>Engineer allocation reaching and moving time, photo form site,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200"/>
              <a:buFont typeface="Arial"/>
              <a:buNone/>
            </a:pPr>
            <a:r>
              <a:rPr b="1" i="0" lang="en-US" sz="2200" u="none" cap="none" strike="noStrike">
                <a:solidFill>
                  <a:srgbClr val="F5E1A8"/>
                </a:solidFill>
                <a:latin typeface="Century Gothic"/>
                <a:ea typeface="Century Gothic"/>
                <a:cs typeface="Century Gothic"/>
                <a:sym typeface="Century Gothic"/>
              </a:rPr>
              <a:t>Later may be some more or you can recommend to make organization auto mode.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chemeClr val="lt1"/>
              </a:solidFill>
              <a:latin typeface="Century Gothic"/>
              <a:ea typeface="Century Gothic"/>
              <a:cs typeface="Century Gothic"/>
              <a:sym typeface="Century Gothic"/>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grpSp>
        <p:nvGrpSpPr>
          <p:cNvPr id="286" name="Google Shape;286;p12"/>
          <p:cNvGrpSpPr/>
          <p:nvPr/>
        </p:nvGrpSpPr>
        <p:grpSpPr>
          <a:xfrm>
            <a:off x="1247560" y="798221"/>
            <a:ext cx="9964472" cy="5416101"/>
            <a:chOff x="979966" y="1282"/>
            <a:chExt cx="9964472" cy="5416101"/>
          </a:xfrm>
        </p:grpSpPr>
        <p:sp>
          <p:nvSpPr>
            <p:cNvPr id="287" name="Google Shape;287;p12"/>
            <p:cNvSpPr/>
            <p:nvPr/>
          </p:nvSpPr>
          <p:spPr>
            <a:xfrm>
              <a:off x="979966" y="1282"/>
              <a:ext cx="4128126" cy="1651250"/>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8" name="Google Shape;288;p12"/>
            <p:cNvSpPr txBox="1"/>
            <p:nvPr/>
          </p:nvSpPr>
          <p:spPr>
            <a:xfrm>
              <a:off x="1805591" y="1282"/>
              <a:ext cx="2476876" cy="1651250"/>
            </a:xfrm>
            <a:prstGeom prst="rect">
              <a:avLst/>
            </a:prstGeom>
            <a:noFill/>
            <a:ln>
              <a:noFill/>
            </a:ln>
          </p:spPr>
          <p:txBody>
            <a:bodyPr anchorCtr="0" anchor="ctr" bIns="36175" lIns="72375" spcFirstLastPara="1" rIns="0" wrap="square" tIns="36175">
              <a:noAutofit/>
            </a:bodyPr>
            <a:lstStyle/>
            <a:p>
              <a:pPr indent="0" lvl="0" marL="0" marR="0" rtl="0" algn="ctr">
                <a:lnSpc>
                  <a:spcPct val="90000"/>
                </a:lnSpc>
                <a:spcBef>
                  <a:spcPts val="0"/>
                </a:spcBef>
                <a:spcAft>
                  <a:spcPts val="0"/>
                </a:spcAft>
                <a:buClr>
                  <a:schemeClr val="lt1"/>
                </a:buClr>
                <a:buSzPts val="5700"/>
                <a:buFont typeface="Century Gothic"/>
                <a:buNone/>
              </a:pPr>
              <a:r>
                <a:rPr b="0" i="0" lang="en-US" sz="5700" u="none" cap="none" strike="noStrike">
                  <a:solidFill>
                    <a:schemeClr val="lt1"/>
                  </a:solidFill>
                  <a:latin typeface="Century Gothic"/>
                  <a:ea typeface="Century Gothic"/>
                  <a:cs typeface="Century Gothic"/>
                  <a:sym typeface="Century Gothic"/>
                </a:rPr>
                <a:t>AMC</a:t>
              </a:r>
              <a:endParaRPr b="0" i="0" sz="1400" u="none" cap="none" strike="noStrike">
                <a:solidFill>
                  <a:srgbClr val="000000"/>
                </a:solidFill>
                <a:latin typeface="Arial"/>
                <a:ea typeface="Arial"/>
                <a:cs typeface="Arial"/>
                <a:sym typeface="Arial"/>
              </a:endParaRPr>
            </a:p>
          </p:txBody>
        </p:sp>
        <p:sp>
          <p:nvSpPr>
            <p:cNvPr id="289" name="Google Shape;289;p12"/>
            <p:cNvSpPr/>
            <p:nvPr/>
          </p:nvSpPr>
          <p:spPr>
            <a:xfrm>
              <a:off x="4571436" y="141638"/>
              <a:ext cx="3426345" cy="1370538"/>
            </a:xfrm>
            <a:prstGeom prst="chevron">
              <a:avLst>
                <a:gd fmla="val 50000" name="adj"/>
              </a:avLst>
            </a:prstGeom>
            <a:solidFill>
              <a:srgbClr val="E3CACA">
                <a:alpha val="89019"/>
              </a:srgbClr>
            </a:solidFill>
            <a:ln cap="rnd" cmpd="sng" w="19050">
              <a:solidFill>
                <a:srgbClr val="E3CACA">
                  <a:alpha val="89019"/>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0" name="Google Shape;290;p12"/>
            <p:cNvSpPr txBox="1"/>
            <p:nvPr/>
          </p:nvSpPr>
          <p:spPr>
            <a:xfrm>
              <a:off x="5256705" y="141638"/>
              <a:ext cx="2055807" cy="1370538"/>
            </a:xfrm>
            <a:prstGeom prst="rect">
              <a:avLst/>
            </a:prstGeom>
            <a:noFill/>
            <a:ln>
              <a:noFill/>
            </a:ln>
          </p:spPr>
          <p:txBody>
            <a:bodyPr anchorCtr="0" anchor="ctr" bIns="38100" lIns="76200" spcFirstLastPara="1" rIns="0" wrap="square" tIns="38100">
              <a:noAutofit/>
            </a:bodyPr>
            <a:lstStyle/>
            <a:p>
              <a:pPr indent="0" lvl="0" marL="0" marR="0" rtl="0" algn="ctr">
                <a:lnSpc>
                  <a:spcPct val="90000"/>
                </a:lnSpc>
                <a:spcBef>
                  <a:spcPts val="0"/>
                </a:spcBef>
                <a:spcAft>
                  <a:spcPts val="0"/>
                </a:spcAft>
                <a:buClr>
                  <a:schemeClr val="lt1"/>
                </a:buClr>
                <a:buSzPts val="6000"/>
                <a:buFont typeface="Century Gothic"/>
                <a:buNone/>
              </a:pPr>
              <a:r>
                <a:t/>
              </a:r>
              <a:endParaRPr b="0" i="0" sz="6000" u="none" cap="none" strike="noStrike">
                <a:solidFill>
                  <a:schemeClr val="lt1"/>
                </a:solidFill>
                <a:latin typeface="Century Gothic"/>
                <a:ea typeface="Century Gothic"/>
                <a:cs typeface="Century Gothic"/>
                <a:sym typeface="Century Gothic"/>
              </a:endParaRPr>
            </a:p>
          </p:txBody>
        </p:sp>
        <p:sp>
          <p:nvSpPr>
            <p:cNvPr id="291" name="Google Shape;291;p12"/>
            <p:cNvSpPr/>
            <p:nvPr/>
          </p:nvSpPr>
          <p:spPr>
            <a:xfrm>
              <a:off x="7518093" y="141638"/>
              <a:ext cx="3426345" cy="1370538"/>
            </a:xfrm>
            <a:prstGeom prst="chevron">
              <a:avLst>
                <a:gd fmla="val 50000" name="adj"/>
              </a:avLst>
            </a:prstGeom>
            <a:solidFill>
              <a:srgbClr val="E3CACA">
                <a:alpha val="89019"/>
              </a:srgbClr>
            </a:solidFill>
            <a:ln cap="rnd" cmpd="sng" w="19050">
              <a:solidFill>
                <a:srgbClr val="E3CACA">
                  <a:alpha val="89019"/>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2" name="Google Shape;292;p12"/>
            <p:cNvSpPr txBox="1"/>
            <p:nvPr/>
          </p:nvSpPr>
          <p:spPr>
            <a:xfrm>
              <a:off x="8203362" y="141638"/>
              <a:ext cx="2055807" cy="1370538"/>
            </a:xfrm>
            <a:prstGeom prst="rect">
              <a:avLst/>
            </a:prstGeom>
            <a:noFill/>
            <a:ln>
              <a:noFill/>
            </a:ln>
          </p:spPr>
          <p:txBody>
            <a:bodyPr anchorCtr="0" anchor="ctr" bIns="38100" lIns="76200" spcFirstLastPara="1" rIns="0" wrap="square" tIns="38100">
              <a:noAutofit/>
            </a:bodyPr>
            <a:lstStyle/>
            <a:p>
              <a:pPr indent="0" lvl="0" marL="0" marR="0" rtl="0" algn="ctr">
                <a:lnSpc>
                  <a:spcPct val="90000"/>
                </a:lnSpc>
                <a:spcBef>
                  <a:spcPts val="0"/>
                </a:spcBef>
                <a:spcAft>
                  <a:spcPts val="0"/>
                </a:spcAft>
                <a:buClr>
                  <a:schemeClr val="lt1"/>
                </a:buClr>
                <a:buSzPts val="6000"/>
                <a:buFont typeface="Century Gothic"/>
                <a:buNone/>
              </a:pPr>
              <a:r>
                <a:t/>
              </a:r>
              <a:endParaRPr b="0" i="0" sz="6000" u="none" cap="none" strike="noStrike">
                <a:solidFill>
                  <a:schemeClr val="lt1"/>
                </a:solidFill>
                <a:latin typeface="Century Gothic"/>
                <a:ea typeface="Century Gothic"/>
                <a:cs typeface="Century Gothic"/>
                <a:sym typeface="Century Gothic"/>
              </a:endParaRPr>
            </a:p>
          </p:txBody>
        </p:sp>
        <p:sp>
          <p:nvSpPr>
            <p:cNvPr id="293" name="Google Shape;293;p12"/>
            <p:cNvSpPr/>
            <p:nvPr/>
          </p:nvSpPr>
          <p:spPr>
            <a:xfrm>
              <a:off x="979966" y="1883708"/>
              <a:ext cx="4128126" cy="1651250"/>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4" name="Google Shape;294;p12"/>
            <p:cNvSpPr txBox="1"/>
            <p:nvPr/>
          </p:nvSpPr>
          <p:spPr>
            <a:xfrm>
              <a:off x="1805591" y="1883708"/>
              <a:ext cx="2476876" cy="1651250"/>
            </a:xfrm>
            <a:prstGeom prst="rect">
              <a:avLst/>
            </a:prstGeom>
            <a:noFill/>
            <a:ln>
              <a:noFill/>
            </a:ln>
          </p:spPr>
          <p:txBody>
            <a:bodyPr anchorCtr="0" anchor="ctr" bIns="36175" lIns="72375" spcFirstLastPara="1" rIns="0" wrap="square" tIns="36175">
              <a:noAutofit/>
            </a:bodyPr>
            <a:lstStyle/>
            <a:p>
              <a:pPr indent="0" lvl="0" marL="0" marR="0" rtl="0" algn="ctr">
                <a:lnSpc>
                  <a:spcPct val="90000"/>
                </a:lnSpc>
                <a:spcBef>
                  <a:spcPts val="0"/>
                </a:spcBef>
                <a:spcAft>
                  <a:spcPts val="0"/>
                </a:spcAft>
                <a:buClr>
                  <a:schemeClr val="lt1"/>
                </a:buClr>
                <a:buSzPts val="5700"/>
                <a:buFont typeface="Century Gothic"/>
                <a:buNone/>
              </a:pPr>
              <a:r>
                <a:rPr b="0" i="0" lang="en-US" sz="5700" u="none" cap="none" strike="noStrike">
                  <a:solidFill>
                    <a:schemeClr val="lt1"/>
                  </a:solidFill>
                  <a:latin typeface="Century Gothic"/>
                  <a:ea typeface="Century Gothic"/>
                  <a:cs typeface="Century Gothic"/>
                  <a:sym typeface="Century Gothic"/>
                </a:rPr>
                <a:t>INST</a:t>
              </a:r>
              <a:endParaRPr b="0" i="0" sz="1400" u="none" cap="none" strike="noStrike">
                <a:solidFill>
                  <a:srgbClr val="000000"/>
                </a:solidFill>
                <a:latin typeface="Arial"/>
                <a:ea typeface="Arial"/>
                <a:cs typeface="Arial"/>
                <a:sym typeface="Arial"/>
              </a:endParaRPr>
            </a:p>
          </p:txBody>
        </p:sp>
        <p:sp>
          <p:nvSpPr>
            <p:cNvPr id="295" name="Google Shape;295;p12"/>
            <p:cNvSpPr/>
            <p:nvPr/>
          </p:nvSpPr>
          <p:spPr>
            <a:xfrm>
              <a:off x="4571436" y="2024064"/>
              <a:ext cx="3426345" cy="1370538"/>
            </a:xfrm>
            <a:prstGeom prst="chevron">
              <a:avLst>
                <a:gd fmla="val 50000" name="adj"/>
              </a:avLst>
            </a:prstGeom>
            <a:solidFill>
              <a:srgbClr val="E3CACA">
                <a:alpha val="89019"/>
              </a:srgbClr>
            </a:solidFill>
            <a:ln cap="rnd" cmpd="sng" w="19050">
              <a:solidFill>
                <a:srgbClr val="E3CACA">
                  <a:alpha val="89019"/>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6" name="Google Shape;296;p12"/>
            <p:cNvSpPr txBox="1"/>
            <p:nvPr/>
          </p:nvSpPr>
          <p:spPr>
            <a:xfrm>
              <a:off x="5256705" y="2024064"/>
              <a:ext cx="2055807" cy="1370538"/>
            </a:xfrm>
            <a:prstGeom prst="rect">
              <a:avLst/>
            </a:prstGeom>
            <a:noFill/>
            <a:ln>
              <a:noFill/>
            </a:ln>
          </p:spPr>
          <p:txBody>
            <a:bodyPr anchorCtr="0" anchor="ctr" bIns="38100" lIns="76200" spcFirstLastPara="1" rIns="0" wrap="square" tIns="38100">
              <a:noAutofit/>
            </a:bodyPr>
            <a:lstStyle/>
            <a:p>
              <a:pPr indent="0" lvl="0" marL="0" marR="0" rtl="0" algn="ctr">
                <a:lnSpc>
                  <a:spcPct val="90000"/>
                </a:lnSpc>
                <a:spcBef>
                  <a:spcPts val="0"/>
                </a:spcBef>
                <a:spcAft>
                  <a:spcPts val="0"/>
                </a:spcAft>
                <a:buClr>
                  <a:schemeClr val="lt1"/>
                </a:buClr>
                <a:buSzPts val="6000"/>
                <a:buFont typeface="Century Gothic"/>
                <a:buNone/>
              </a:pPr>
              <a:r>
                <a:t/>
              </a:r>
              <a:endParaRPr b="0" i="0" sz="6000" u="none" cap="none" strike="noStrike">
                <a:solidFill>
                  <a:schemeClr val="lt1"/>
                </a:solidFill>
                <a:latin typeface="Century Gothic"/>
                <a:ea typeface="Century Gothic"/>
                <a:cs typeface="Century Gothic"/>
                <a:sym typeface="Century Gothic"/>
              </a:endParaRPr>
            </a:p>
          </p:txBody>
        </p:sp>
        <p:sp>
          <p:nvSpPr>
            <p:cNvPr id="297" name="Google Shape;297;p12"/>
            <p:cNvSpPr/>
            <p:nvPr/>
          </p:nvSpPr>
          <p:spPr>
            <a:xfrm>
              <a:off x="7518093" y="2024064"/>
              <a:ext cx="3426345" cy="1370538"/>
            </a:xfrm>
            <a:prstGeom prst="chevron">
              <a:avLst>
                <a:gd fmla="val 50000" name="adj"/>
              </a:avLst>
            </a:prstGeom>
            <a:solidFill>
              <a:srgbClr val="E3CACA">
                <a:alpha val="89019"/>
              </a:srgbClr>
            </a:solidFill>
            <a:ln cap="rnd" cmpd="sng" w="19050">
              <a:solidFill>
                <a:srgbClr val="E3CACA">
                  <a:alpha val="89019"/>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8" name="Google Shape;298;p12"/>
            <p:cNvSpPr txBox="1"/>
            <p:nvPr/>
          </p:nvSpPr>
          <p:spPr>
            <a:xfrm>
              <a:off x="8203362" y="2024064"/>
              <a:ext cx="2055807" cy="1370538"/>
            </a:xfrm>
            <a:prstGeom prst="rect">
              <a:avLst/>
            </a:prstGeom>
            <a:noFill/>
            <a:ln>
              <a:noFill/>
            </a:ln>
          </p:spPr>
          <p:txBody>
            <a:bodyPr anchorCtr="0" anchor="ctr" bIns="38100" lIns="76200" spcFirstLastPara="1" rIns="0" wrap="square" tIns="38100">
              <a:noAutofit/>
            </a:bodyPr>
            <a:lstStyle/>
            <a:p>
              <a:pPr indent="0" lvl="0" marL="0" marR="0" rtl="0" algn="ctr">
                <a:lnSpc>
                  <a:spcPct val="90000"/>
                </a:lnSpc>
                <a:spcBef>
                  <a:spcPts val="0"/>
                </a:spcBef>
                <a:spcAft>
                  <a:spcPts val="0"/>
                </a:spcAft>
                <a:buClr>
                  <a:schemeClr val="lt1"/>
                </a:buClr>
                <a:buSzPts val="6000"/>
                <a:buFont typeface="Century Gothic"/>
                <a:buNone/>
              </a:pPr>
              <a:r>
                <a:t/>
              </a:r>
              <a:endParaRPr b="0" i="0" sz="6000" u="none" cap="none" strike="noStrike">
                <a:solidFill>
                  <a:schemeClr val="lt1"/>
                </a:solidFill>
                <a:latin typeface="Century Gothic"/>
                <a:ea typeface="Century Gothic"/>
                <a:cs typeface="Century Gothic"/>
                <a:sym typeface="Century Gothic"/>
              </a:endParaRPr>
            </a:p>
          </p:txBody>
        </p:sp>
        <p:sp>
          <p:nvSpPr>
            <p:cNvPr id="299" name="Google Shape;299;p12"/>
            <p:cNvSpPr/>
            <p:nvPr/>
          </p:nvSpPr>
          <p:spPr>
            <a:xfrm>
              <a:off x="979966" y="3766133"/>
              <a:ext cx="4128126" cy="1651250"/>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0" name="Google Shape;300;p12"/>
            <p:cNvSpPr txBox="1"/>
            <p:nvPr/>
          </p:nvSpPr>
          <p:spPr>
            <a:xfrm>
              <a:off x="1805591" y="3766133"/>
              <a:ext cx="2476876" cy="1651250"/>
            </a:xfrm>
            <a:prstGeom prst="rect">
              <a:avLst/>
            </a:prstGeom>
            <a:noFill/>
            <a:ln>
              <a:noFill/>
            </a:ln>
          </p:spPr>
          <p:txBody>
            <a:bodyPr anchorCtr="0" anchor="ctr" bIns="36175" lIns="72375" spcFirstLastPara="1" rIns="0" wrap="square" tIns="36175">
              <a:noAutofit/>
            </a:bodyPr>
            <a:lstStyle/>
            <a:p>
              <a:pPr indent="0" lvl="0" marL="0" marR="0" rtl="0" algn="ctr">
                <a:lnSpc>
                  <a:spcPct val="90000"/>
                </a:lnSpc>
                <a:spcBef>
                  <a:spcPts val="0"/>
                </a:spcBef>
                <a:spcAft>
                  <a:spcPts val="0"/>
                </a:spcAft>
                <a:buClr>
                  <a:schemeClr val="lt1"/>
                </a:buClr>
                <a:buSzPts val="5700"/>
                <a:buFont typeface="Century Gothic"/>
                <a:buNone/>
              </a:pPr>
              <a:r>
                <a:rPr b="0" i="0" lang="en-US" sz="5700" u="none" cap="none" strike="noStrike">
                  <a:solidFill>
                    <a:schemeClr val="lt1"/>
                  </a:solidFill>
                  <a:latin typeface="Century Gothic"/>
                  <a:ea typeface="Century Gothic"/>
                  <a:cs typeface="Century Gothic"/>
                  <a:sym typeface="Century Gothic"/>
                </a:rPr>
                <a:t>REPAIR</a:t>
              </a:r>
              <a:endParaRPr b="0" i="0" sz="1400" u="none" cap="none" strike="noStrike">
                <a:solidFill>
                  <a:srgbClr val="000000"/>
                </a:solidFill>
                <a:latin typeface="Arial"/>
                <a:ea typeface="Arial"/>
                <a:cs typeface="Arial"/>
                <a:sym typeface="Arial"/>
              </a:endParaRPr>
            </a:p>
          </p:txBody>
        </p:sp>
        <p:sp>
          <p:nvSpPr>
            <p:cNvPr id="301" name="Google Shape;301;p12"/>
            <p:cNvSpPr/>
            <p:nvPr/>
          </p:nvSpPr>
          <p:spPr>
            <a:xfrm>
              <a:off x="4571436" y="3906490"/>
              <a:ext cx="3426345" cy="1370538"/>
            </a:xfrm>
            <a:prstGeom prst="chevron">
              <a:avLst>
                <a:gd fmla="val 50000" name="adj"/>
              </a:avLst>
            </a:prstGeom>
            <a:solidFill>
              <a:srgbClr val="E3CACA">
                <a:alpha val="89019"/>
              </a:srgbClr>
            </a:solidFill>
            <a:ln cap="rnd" cmpd="sng" w="19050">
              <a:solidFill>
                <a:srgbClr val="E3CACA">
                  <a:alpha val="89019"/>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2" name="Google Shape;302;p12"/>
            <p:cNvSpPr txBox="1"/>
            <p:nvPr/>
          </p:nvSpPr>
          <p:spPr>
            <a:xfrm>
              <a:off x="5256705" y="3906490"/>
              <a:ext cx="2055807" cy="1370538"/>
            </a:xfrm>
            <a:prstGeom prst="rect">
              <a:avLst/>
            </a:prstGeom>
            <a:noFill/>
            <a:ln>
              <a:noFill/>
            </a:ln>
          </p:spPr>
          <p:txBody>
            <a:bodyPr anchorCtr="0" anchor="ctr" bIns="38100" lIns="76200" spcFirstLastPara="1" rIns="0" wrap="square" tIns="38100">
              <a:noAutofit/>
            </a:bodyPr>
            <a:lstStyle/>
            <a:p>
              <a:pPr indent="0" lvl="0" marL="0" marR="0" rtl="0" algn="ctr">
                <a:lnSpc>
                  <a:spcPct val="90000"/>
                </a:lnSpc>
                <a:spcBef>
                  <a:spcPts val="0"/>
                </a:spcBef>
                <a:spcAft>
                  <a:spcPts val="0"/>
                </a:spcAft>
                <a:buClr>
                  <a:schemeClr val="lt1"/>
                </a:buClr>
                <a:buSzPts val="6000"/>
                <a:buFont typeface="Century Gothic"/>
                <a:buNone/>
              </a:pPr>
              <a:r>
                <a:t/>
              </a:r>
              <a:endParaRPr b="0" i="0" sz="6000" u="none" cap="none" strike="noStrike">
                <a:solidFill>
                  <a:schemeClr val="lt1"/>
                </a:solidFill>
                <a:latin typeface="Century Gothic"/>
                <a:ea typeface="Century Gothic"/>
                <a:cs typeface="Century Gothic"/>
                <a:sym typeface="Century Gothic"/>
              </a:endParaRPr>
            </a:p>
          </p:txBody>
        </p:sp>
        <p:sp>
          <p:nvSpPr>
            <p:cNvPr id="303" name="Google Shape;303;p12"/>
            <p:cNvSpPr/>
            <p:nvPr/>
          </p:nvSpPr>
          <p:spPr>
            <a:xfrm>
              <a:off x="7518093" y="3906490"/>
              <a:ext cx="3426345" cy="1370538"/>
            </a:xfrm>
            <a:prstGeom prst="chevron">
              <a:avLst>
                <a:gd fmla="val 50000" name="adj"/>
              </a:avLst>
            </a:prstGeom>
            <a:solidFill>
              <a:srgbClr val="E3CACA">
                <a:alpha val="89019"/>
              </a:srgbClr>
            </a:solidFill>
            <a:ln cap="rnd" cmpd="sng" w="19050">
              <a:solidFill>
                <a:srgbClr val="E3CACA">
                  <a:alpha val="89019"/>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4" name="Google Shape;304;p12"/>
            <p:cNvSpPr txBox="1"/>
            <p:nvPr/>
          </p:nvSpPr>
          <p:spPr>
            <a:xfrm>
              <a:off x="8203362" y="3906490"/>
              <a:ext cx="2055807" cy="1370538"/>
            </a:xfrm>
            <a:prstGeom prst="rect">
              <a:avLst/>
            </a:prstGeom>
            <a:noFill/>
            <a:ln>
              <a:noFill/>
            </a:ln>
          </p:spPr>
          <p:txBody>
            <a:bodyPr anchorCtr="0" anchor="ctr" bIns="38100" lIns="76200" spcFirstLastPara="1" rIns="0" wrap="square" tIns="38100">
              <a:noAutofit/>
            </a:bodyPr>
            <a:lstStyle/>
            <a:p>
              <a:pPr indent="0" lvl="0" marL="0" marR="0" rtl="0" algn="ctr">
                <a:lnSpc>
                  <a:spcPct val="90000"/>
                </a:lnSpc>
                <a:spcBef>
                  <a:spcPts val="0"/>
                </a:spcBef>
                <a:spcAft>
                  <a:spcPts val="0"/>
                </a:spcAft>
                <a:buClr>
                  <a:schemeClr val="lt1"/>
                </a:buClr>
                <a:buSzPts val="6000"/>
                <a:buFont typeface="Century Gothic"/>
                <a:buNone/>
              </a:pPr>
              <a:r>
                <a:t/>
              </a:r>
              <a:endParaRPr b="0" i="0" sz="6000" u="none" cap="none" strike="noStrike">
                <a:solidFill>
                  <a:schemeClr val="lt1"/>
                </a:solidFill>
                <a:latin typeface="Century Gothic"/>
                <a:ea typeface="Century Gothic"/>
                <a:cs typeface="Century Gothic"/>
                <a:sym typeface="Century Gothic"/>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grpSp>
        <p:nvGrpSpPr>
          <p:cNvPr id="309" name="Google Shape;309;p13"/>
          <p:cNvGrpSpPr/>
          <p:nvPr/>
        </p:nvGrpSpPr>
        <p:grpSpPr>
          <a:xfrm>
            <a:off x="5655" y="206062"/>
            <a:ext cx="12180689" cy="824248"/>
            <a:chOff x="5655" y="0"/>
            <a:chExt cx="12180689" cy="824248"/>
          </a:xfrm>
        </p:grpSpPr>
        <p:sp>
          <p:nvSpPr>
            <p:cNvPr id="310" name="Google Shape;310;p13"/>
            <p:cNvSpPr/>
            <p:nvPr/>
          </p:nvSpPr>
          <p:spPr>
            <a:xfrm>
              <a:off x="5655" y="0"/>
              <a:ext cx="3292078" cy="824248"/>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1" name="Google Shape;311;p13"/>
            <p:cNvSpPr txBox="1"/>
            <p:nvPr/>
          </p:nvSpPr>
          <p:spPr>
            <a:xfrm>
              <a:off x="417779" y="0"/>
              <a:ext cx="2467830" cy="824248"/>
            </a:xfrm>
            <a:prstGeom prst="rect">
              <a:avLst/>
            </a:prstGeom>
            <a:noFill/>
            <a:ln>
              <a:noFill/>
            </a:ln>
          </p:spPr>
          <p:txBody>
            <a:bodyPr anchorCtr="0" anchor="ctr" bIns="52000" lIns="156000" spcFirstLastPara="1" rIns="52000" wrap="square" tIns="52000">
              <a:noAutofit/>
            </a:bodyPr>
            <a:lstStyle/>
            <a:p>
              <a:pPr indent="0" lvl="0" marL="0" marR="0" rtl="0" algn="ctr">
                <a:lnSpc>
                  <a:spcPct val="90000"/>
                </a:lnSpc>
                <a:spcBef>
                  <a:spcPts val="0"/>
                </a:spcBef>
                <a:spcAft>
                  <a:spcPts val="0"/>
                </a:spcAft>
                <a:buClr>
                  <a:schemeClr val="lt1"/>
                </a:buClr>
                <a:buSzPts val="3900"/>
                <a:buFont typeface="Century Gothic"/>
                <a:buNone/>
              </a:pPr>
              <a:r>
                <a:rPr b="0" i="0" lang="en-US" sz="3900" u="none" cap="none" strike="noStrike">
                  <a:solidFill>
                    <a:schemeClr val="lt1"/>
                  </a:solidFill>
                  <a:latin typeface="Century Gothic"/>
                  <a:ea typeface="Century Gothic"/>
                  <a:cs typeface="Century Gothic"/>
                  <a:sym typeface="Century Gothic"/>
                </a:rPr>
                <a:t>AMC</a:t>
              </a:r>
              <a:endParaRPr b="0" i="0" sz="1400" u="none" cap="none" strike="noStrike">
                <a:solidFill>
                  <a:srgbClr val="000000"/>
                </a:solidFill>
                <a:latin typeface="Arial"/>
                <a:ea typeface="Arial"/>
                <a:cs typeface="Arial"/>
                <a:sym typeface="Arial"/>
              </a:endParaRPr>
            </a:p>
          </p:txBody>
        </p:sp>
        <p:sp>
          <p:nvSpPr>
            <p:cNvPr id="312" name="Google Shape;312;p13"/>
            <p:cNvSpPr/>
            <p:nvPr/>
          </p:nvSpPr>
          <p:spPr>
            <a:xfrm>
              <a:off x="2968525" y="0"/>
              <a:ext cx="3292078" cy="824248"/>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3" name="Google Shape;313;p13"/>
            <p:cNvSpPr txBox="1"/>
            <p:nvPr/>
          </p:nvSpPr>
          <p:spPr>
            <a:xfrm>
              <a:off x="3380649" y="0"/>
              <a:ext cx="2467830" cy="824248"/>
            </a:xfrm>
            <a:prstGeom prst="rect">
              <a:avLst/>
            </a:prstGeom>
            <a:noFill/>
            <a:ln>
              <a:noFill/>
            </a:ln>
          </p:spPr>
          <p:txBody>
            <a:bodyPr anchorCtr="0" anchor="ctr" bIns="52000" lIns="156000" spcFirstLastPara="1" rIns="52000" wrap="square" tIns="52000">
              <a:noAutofit/>
            </a:bodyPr>
            <a:lstStyle/>
            <a:p>
              <a:pPr indent="0" lvl="0" marL="0" marR="0" rtl="0" algn="ctr">
                <a:lnSpc>
                  <a:spcPct val="90000"/>
                </a:lnSpc>
                <a:spcBef>
                  <a:spcPts val="0"/>
                </a:spcBef>
                <a:spcAft>
                  <a:spcPts val="0"/>
                </a:spcAft>
                <a:buClr>
                  <a:schemeClr val="lt1"/>
                </a:buClr>
                <a:buSzPts val="3900"/>
                <a:buFont typeface="Century Gothic"/>
                <a:buNone/>
              </a:pPr>
              <a:r>
                <a:rPr b="0" i="0" lang="en-US" sz="3900" u="none" cap="none" strike="noStrike">
                  <a:solidFill>
                    <a:schemeClr val="lt1"/>
                  </a:solidFill>
                  <a:latin typeface="Century Gothic"/>
                  <a:ea typeface="Century Gothic"/>
                  <a:cs typeface="Century Gothic"/>
                  <a:sym typeface="Century Gothic"/>
                </a:rPr>
                <a:t>NEW</a:t>
              </a:r>
              <a:endParaRPr b="0" i="0" sz="1400" u="none" cap="none" strike="noStrike">
                <a:solidFill>
                  <a:srgbClr val="000000"/>
                </a:solidFill>
                <a:latin typeface="Arial"/>
                <a:ea typeface="Arial"/>
                <a:cs typeface="Arial"/>
                <a:sym typeface="Arial"/>
              </a:endParaRPr>
            </a:p>
          </p:txBody>
        </p:sp>
        <p:sp>
          <p:nvSpPr>
            <p:cNvPr id="314" name="Google Shape;314;p13"/>
            <p:cNvSpPr/>
            <p:nvPr/>
          </p:nvSpPr>
          <p:spPr>
            <a:xfrm>
              <a:off x="5931396" y="0"/>
              <a:ext cx="3292078" cy="824248"/>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5" name="Google Shape;315;p13"/>
            <p:cNvSpPr txBox="1"/>
            <p:nvPr/>
          </p:nvSpPr>
          <p:spPr>
            <a:xfrm>
              <a:off x="6343520" y="0"/>
              <a:ext cx="2467830" cy="824248"/>
            </a:xfrm>
            <a:prstGeom prst="rect">
              <a:avLst/>
            </a:prstGeom>
            <a:noFill/>
            <a:ln>
              <a:noFill/>
            </a:ln>
          </p:spPr>
          <p:txBody>
            <a:bodyPr anchorCtr="0" anchor="ctr" bIns="52000" lIns="156000" spcFirstLastPara="1" rIns="52000" wrap="square" tIns="52000">
              <a:noAutofit/>
            </a:bodyPr>
            <a:lstStyle/>
            <a:p>
              <a:pPr indent="0" lvl="0" marL="0" marR="0" rtl="0" algn="ctr">
                <a:lnSpc>
                  <a:spcPct val="90000"/>
                </a:lnSpc>
                <a:spcBef>
                  <a:spcPts val="0"/>
                </a:spcBef>
                <a:spcAft>
                  <a:spcPts val="0"/>
                </a:spcAft>
                <a:buClr>
                  <a:schemeClr val="lt1"/>
                </a:buClr>
                <a:buSzPts val="3900"/>
                <a:buFont typeface="Century Gothic"/>
                <a:buNone/>
              </a:pPr>
              <a:r>
                <a:rPr b="0" i="0" lang="en-US" sz="3900" u="none" cap="none" strike="noStrike">
                  <a:solidFill>
                    <a:schemeClr val="lt1"/>
                  </a:solidFill>
                  <a:latin typeface="Century Gothic"/>
                  <a:ea typeface="Century Gothic"/>
                  <a:cs typeface="Century Gothic"/>
                  <a:sym typeface="Century Gothic"/>
                </a:rPr>
                <a:t>EXISTING</a:t>
              </a:r>
              <a:endParaRPr b="0" i="0" sz="1400" u="none" cap="none" strike="noStrike">
                <a:solidFill>
                  <a:srgbClr val="000000"/>
                </a:solidFill>
                <a:latin typeface="Arial"/>
                <a:ea typeface="Arial"/>
                <a:cs typeface="Arial"/>
                <a:sym typeface="Arial"/>
              </a:endParaRPr>
            </a:p>
          </p:txBody>
        </p:sp>
        <p:sp>
          <p:nvSpPr>
            <p:cNvPr id="316" name="Google Shape;316;p13"/>
            <p:cNvSpPr/>
            <p:nvPr/>
          </p:nvSpPr>
          <p:spPr>
            <a:xfrm>
              <a:off x="8894266" y="0"/>
              <a:ext cx="3292078" cy="824248"/>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7" name="Google Shape;317;p13"/>
            <p:cNvSpPr txBox="1"/>
            <p:nvPr/>
          </p:nvSpPr>
          <p:spPr>
            <a:xfrm>
              <a:off x="9306390" y="0"/>
              <a:ext cx="2467830" cy="824248"/>
            </a:xfrm>
            <a:prstGeom prst="rect">
              <a:avLst/>
            </a:prstGeom>
            <a:noFill/>
            <a:ln>
              <a:noFill/>
            </a:ln>
          </p:spPr>
          <p:txBody>
            <a:bodyPr anchorCtr="0" anchor="ctr" bIns="52000" lIns="156000" spcFirstLastPara="1" rIns="52000" wrap="square" tIns="52000">
              <a:noAutofit/>
            </a:bodyPr>
            <a:lstStyle/>
            <a:p>
              <a:pPr indent="0" lvl="0" marL="0" marR="0" rtl="0" algn="ctr">
                <a:lnSpc>
                  <a:spcPct val="90000"/>
                </a:lnSpc>
                <a:spcBef>
                  <a:spcPts val="0"/>
                </a:spcBef>
                <a:spcAft>
                  <a:spcPts val="0"/>
                </a:spcAft>
                <a:buClr>
                  <a:schemeClr val="lt1"/>
                </a:buClr>
                <a:buSzPts val="3900"/>
                <a:buFont typeface="Century Gothic"/>
                <a:buNone/>
              </a:pPr>
              <a:r>
                <a:rPr b="0" i="0" lang="en-US" sz="3900" u="none" cap="none" strike="noStrike">
                  <a:solidFill>
                    <a:schemeClr val="lt1"/>
                  </a:solidFill>
                  <a:latin typeface="Century Gothic"/>
                  <a:ea typeface="Century Gothic"/>
                  <a:cs typeface="Century Gothic"/>
                  <a:sym typeface="Century Gothic"/>
                </a:rPr>
                <a:t>OLD SAVI</a:t>
              </a:r>
              <a:endParaRPr b="0" i="0" sz="1400" u="none" cap="none" strike="noStrike">
                <a:solidFill>
                  <a:srgbClr val="000000"/>
                </a:solidFill>
                <a:latin typeface="Arial"/>
                <a:ea typeface="Arial"/>
                <a:cs typeface="Arial"/>
                <a:sym typeface="Arial"/>
              </a:endParaRPr>
            </a:p>
          </p:txBody>
        </p:sp>
      </p:grpSp>
      <p:grpSp>
        <p:nvGrpSpPr>
          <p:cNvPr id="318" name="Google Shape;318;p13"/>
          <p:cNvGrpSpPr/>
          <p:nvPr/>
        </p:nvGrpSpPr>
        <p:grpSpPr>
          <a:xfrm>
            <a:off x="5853" y="1219400"/>
            <a:ext cx="11977092" cy="909701"/>
            <a:chOff x="5853" y="8786"/>
            <a:chExt cx="11977092" cy="909701"/>
          </a:xfrm>
        </p:grpSpPr>
        <p:sp>
          <p:nvSpPr>
            <p:cNvPr id="319" name="Google Shape;319;p13"/>
            <p:cNvSpPr/>
            <p:nvPr/>
          </p:nvSpPr>
          <p:spPr>
            <a:xfrm>
              <a:off x="5853" y="47426"/>
              <a:ext cx="2177653" cy="871061"/>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0" name="Google Shape;320;p13"/>
            <p:cNvSpPr txBox="1"/>
            <p:nvPr/>
          </p:nvSpPr>
          <p:spPr>
            <a:xfrm>
              <a:off x="441384" y="47426"/>
              <a:ext cx="1306592" cy="871061"/>
            </a:xfrm>
            <a:prstGeom prst="rect">
              <a:avLst/>
            </a:prstGeom>
            <a:noFill/>
            <a:ln>
              <a:noFill/>
            </a:ln>
          </p:spPr>
          <p:txBody>
            <a:bodyPr anchorCtr="0" anchor="ctr" bIns="17325" lIns="52000" spcFirstLastPara="1" rIns="17325" wrap="square" tIns="17325">
              <a:noAutofit/>
            </a:bodyPr>
            <a:lstStyle/>
            <a:p>
              <a:pPr indent="0" lvl="0" marL="0" marR="0" rtl="0" algn="ctr">
                <a:lnSpc>
                  <a:spcPct val="90000"/>
                </a:lnSpc>
                <a:spcBef>
                  <a:spcPts val="0"/>
                </a:spcBef>
                <a:spcAft>
                  <a:spcPts val="0"/>
                </a:spcAft>
                <a:buClr>
                  <a:schemeClr val="lt1"/>
                </a:buClr>
                <a:buSzPts val="1300"/>
                <a:buFont typeface="Century Gothic"/>
                <a:buNone/>
              </a:pPr>
              <a:r>
                <a:rPr b="0" i="0" lang="en-US" sz="1300" u="none" cap="none" strike="noStrike">
                  <a:solidFill>
                    <a:schemeClr val="lt1"/>
                  </a:solidFill>
                  <a:latin typeface="Century Gothic"/>
                  <a:ea typeface="Century Gothic"/>
                  <a:cs typeface="Century Gothic"/>
                  <a:sym typeface="Century Gothic"/>
                </a:rPr>
                <a:t>AMC ENQ SOURCE</a:t>
              </a:r>
              <a:endParaRPr b="0" i="0" sz="1400" u="none" cap="none" strike="noStrike">
                <a:solidFill>
                  <a:srgbClr val="000000"/>
                </a:solidFill>
                <a:latin typeface="Arial"/>
                <a:ea typeface="Arial"/>
                <a:cs typeface="Arial"/>
                <a:sym typeface="Arial"/>
              </a:endParaRPr>
            </a:p>
          </p:txBody>
        </p:sp>
        <p:sp>
          <p:nvSpPr>
            <p:cNvPr id="321" name="Google Shape;321;p13"/>
            <p:cNvSpPr/>
            <p:nvPr/>
          </p:nvSpPr>
          <p:spPr>
            <a:xfrm>
              <a:off x="1965741" y="47426"/>
              <a:ext cx="2177653" cy="871061"/>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2" name="Google Shape;322;p13"/>
            <p:cNvSpPr txBox="1"/>
            <p:nvPr/>
          </p:nvSpPr>
          <p:spPr>
            <a:xfrm>
              <a:off x="2401272" y="47426"/>
              <a:ext cx="1306592" cy="871061"/>
            </a:xfrm>
            <a:prstGeom prst="rect">
              <a:avLst/>
            </a:prstGeom>
            <a:noFill/>
            <a:ln>
              <a:noFill/>
            </a:ln>
          </p:spPr>
          <p:txBody>
            <a:bodyPr anchorCtr="0" anchor="ctr" bIns="17325" lIns="52000" spcFirstLastPara="1" rIns="17325" wrap="square" tIns="17325">
              <a:noAutofit/>
            </a:bodyPr>
            <a:lstStyle/>
            <a:p>
              <a:pPr indent="0" lvl="0" marL="0" marR="0" rtl="0" algn="ctr">
                <a:lnSpc>
                  <a:spcPct val="90000"/>
                </a:lnSpc>
                <a:spcBef>
                  <a:spcPts val="0"/>
                </a:spcBef>
                <a:spcAft>
                  <a:spcPts val="0"/>
                </a:spcAft>
                <a:buClr>
                  <a:schemeClr val="lt1"/>
                </a:buClr>
                <a:buSzPts val="1300"/>
                <a:buFont typeface="Century Gothic"/>
                <a:buNone/>
              </a:pPr>
              <a:r>
                <a:rPr b="0" i="0" lang="en-US" sz="1300" u="none" cap="none" strike="noStrike">
                  <a:solidFill>
                    <a:schemeClr val="lt1"/>
                  </a:solidFill>
                  <a:latin typeface="Century Gothic"/>
                  <a:ea typeface="Century Gothic"/>
                  <a:cs typeface="Century Gothic"/>
                  <a:sym typeface="Century Gothic"/>
                </a:rPr>
                <a:t>EMAIL</a:t>
              </a:r>
              <a:endParaRPr b="0" i="0" sz="1400" u="none" cap="none" strike="noStrike">
                <a:solidFill>
                  <a:srgbClr val="000000"/>
                </a:solidFill>
                <a:latin typeface="Arial"/>
                <a:ea typeface="Arial"/>
                <a:cs typeface="Arial"/>
                <a:sym typeface="Arial"/>
              </a:endParaRPr>
            </a:p>
          </p:txBody>
        </p:sp>
        <p:sp>
          <p:nvSpPr>
            <p:cNvPr id="323" name="Google Shape;323;p13"/>
            <p:cNvSpPr/>
            <p:nvPr/>
          </p:nvSpPr>
          <p:spPr>
            <a:xfrm>
              <a:off x="3925629" y="47426"/>
              <a:ext cx="2177653" cy="871061"/>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4" name="Google Shape;324;p13"/>
            <p:cNvSpPr txBox="1"/>
            <p:nvPr/>
          </p:nvSpPr>
          <p:spPr>
            <a:xfrm>
              <a:off x="4361160" y="47426"/>
              <a:ext cx="1306592" cy="871061"/>
            </a:xfrm>
            <a:prstGeom prst="rect">
              <a:avLst/>
            </a:prstGeom>
            <a:noFill/>
            <a:ln>
              <a:noFill/>
            </a:ln>
          </p:spPr>
          <p:txBody>
            <a:bodyPr anchorCtr="0" anchor="ctr" bIns="17325" lIns="52000" spcFirstLastPara="1" rIns="17325" wrap="square" tIns="17325">
              <a:noAutofit/>
            </a:bodyPr>
            <a:lstStyle/>
            <a:p>
              <a:pPr indent="0" lvl="0" marL="0" marR="0" rtl="0" algn="ctr">
                <a:lnSpc>
                  <a:spcPct val="90000"/>
                </a:lnSpc>
                <a:spcBef>
                  <a:spcPts val="0"/>
                </a:spcBef>
                <a:spcAft>
                  <a:spcPts val="0"/>
                </a:spcAft>
                <a:buClr>
                  <a:schemeClr val="lt1"/>
                </a:buClr>
                <a:buSzPts val="1300"/>
                <a:buFont typeface="Century Gothic"/>
                <a:buNone/>
              </a:pPr>
              <a:r>
                <a:rPr b="0" i="0" lang="en-US" sz="1300" u="none" cap="none" strike="noStrike">
                  <a:solidFill>
                    <a:schemeClr val="lt1"/>
                  </a:solidFill>
                  <a:latin typeface="Century Gothic"/>
                  <a:ea typeface="Century Gothic"/>
                  <a:cs typeface="Century Gothic"/>
                  <a:sym typeface="Century Gothic"/>
                </a:rPr>
                <a:t>Reference to further reference </a:t>
              </a:r>
              <a:endParaRPr b="0" i="0" sz="1300" u="none" cap="none" strike="noStrike">
                <a:solidFill>
                  <a:schemeClr val="lt1"/>
                </a:solidFill>
                <a:latin typeface="Century Gothic"/>
                <a:ea typeface="Century Gothic"/>
                <a:cs typeface="Century Gothic"/>
                <a:sym typeface="Century Gothic"/>
              </a:endParaRPr>
            </a:p>
          </p:txBody>
        </p:sp>
        <p:sp>
          <p:nvSpPr>
            <p:cNvPr id="325" name="Google Shape;325;p13"/>
            <p:cNvSpPr/>
            <p:nvPr/>
          </p:nvSpPr>
          <p:spPr>
            <a:xfrm>
              <a:off x="5885517" y="47426"/>
              <a:ext cx="2177653" cy="871061"/>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6" name="Google Shape;326;p13"/>
            <p:cNvSpPr txBox="1"/>
            <p:nvPr/>
          </p:nvSpPr>
          <p:spPr>
            <a:xfrm>
              <a:off x="6321048" y="47426"/>
              <a:ext cx="1306592" cy="871061"/>
            </a:xfrm>
            <a:prstGeom prst="rect">
              <a:avLst/>
            </a:prstGeom>
            <a:noFill/>
            <a:ln>
              <a:noFill/>
            </a:ln>
          </p:spPr>
          <p:txBody>
            <a:bodyPr anchorCtr="0" anchor="ctr" bIns="17325" lIns="52000" spcFirstLastPara="1" rIns="17325" wrap="square" tIns="17325">
              <a:noAutofit/>
            </a:bodyPr>
            <a:lstStyle/>
            <a:p>
              <a:pPr indent="0" lvl="0" marL="0" marR="0" rtl="0" algn="ctr">
                <a:lnSpc>
                  <a:spcPct val="90000"/>
                </a:lnSpc>
                <a:spcBef>
                  <a:spcPts val="0"/>
                </a:spcBef>
                <a:spcAft>
                  <a:spcPts val="0"/>
                </a:spcAft>
                <a:buClr>
                  <a:schemeClr val="lt1"/>
                </a:buClr>
                <a:buSzPts val="1300"/>
                <a:buFont typeface="Century Gothic"/>
                <a:buNone/>
              </a:pPr>
              <a:r>
                <a:rPr b="0" i="0" lang="en-US" sz="1300" u="none" cap="none" strike="noStrike">
                  <a:solidFill>
                    <a:schemeClr val="lt1"/>
                  </a:solidFill>
                  <a:latin typeface="Century Gothic"/>
                  <a:ea typeface="Century Gothic"/>
                  <a:cs typeface="Century Gothic"/>
                  <a:sym typeface="Century Gothic"/>
                </a:rPr>
                <a:t>Telephonic</a:t>
              </a:r>
              <a:endParaRPr b="0" i="0" sz="1400" u="none" cap="none" strike="noStrike">
                <a:solidFill>
                  <a:srgbClr val="000000"/>
                </a:solidFill>
                <a:latin typeface="Arial"/>
                <a:ea typeface="Arial"/>
                <a:cs typeface="Arial"/>
                <a:sym typeface="Arial"/>
              </a:endParaRPr>
            </a:p>
          </p:txBody>
        </p:sp>
        <p:sp>
          <p:nvSpPr>
            <p:cNvPr id="327" name="Google Shape;327;p13"/>
            <p:cNvSpPr/>
            <p:nvPr/>
          </p:nvSpPr>
          <p:spPr>
            <a:xfrm>
              <a:off x="7845405" y="47426"/>
              <a:ext cx="2177653" cy="871061"/>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8" name="Google Shape;328;p13"/>
            <p:cNvSpPr txBox="1"/>
            <p:nvPr/>
          </p:nvSpPr>
          <p:spPr>
            <a:xfrm>
              <a:off x="8280936" y="47426"/>
              <a:ext cx="1306592" cy="871061"/>
            </a:xfrm>
            <a:prstGeom prst="rect">
              <a:avLst/>
            </a:prstGeom>
            <a:noFill/>
            <a:ln>
              <a:noFill/>
            </a:ln>
          </p:spPr>
          <p:txBody>
            <a:bodyPr anchorCtr="0" anchor="ctr" bIns="17325" lIns="52000" spcFirstLastPara="1" rIns="17325" wrap="square" tIns="17325">
              <a:noAutofit/>
            </a:bodyPr>
            <a:lstStyle/>
            <a:p>
              <a:pPr indent="0" lvl="0" marL="0" marR="0" rtl="0" algn="ctr">
                <a:lnSpc>
                  <a:spcPct val="90000"/>
                </a:lnSpc>
                <a:spcBef>
                  <a:spcPts val="0"/>
                </a:spcBef>
                <a:spcAft>
                  <a:spcPts val="0"/>
                </a:spcAft>
                <a:buClr>
                  <a:schemeClr val="lt1"/>
                </a:buClr>
                <a:buSzPts val="1300"/>
                <a:buFont typeface="Century Gothic"/>
                <a:buNone/>
              </a:pPr>
              <a:r>
                <a:rPr b="0" i="0" lang="en-US" sz="1300" u="none" cap="none" strike="noStrike">
                  <a:solidFill>
                    <a:schemeClr val="lt1"/>
                  </a:solidFill>
                  <a:latin typeface="Century Gothic"/>
                  <a:ea typeface="Century Gothic"/>
                  <a:cs typeface="Century Gothic"/>
                  <a:sym typeface="Century Gothic"/>
                </a:rPr>
                <a:t>New Search by Field Mangers</a:t>
              </a:r>
              <a:endParaRPr b="0" i="0" sz="1400" u="none" cap="none" strike="noStrike">
                <a:solidFill>
                  <a:srgbClr val="000000"/>
                </a:solidFill>
                <a:latin typeface="Arial"/>
                <a:ea typeface="Arial"/>
                <a:cs typeface="Arial"/>
                <a:sym typeface="Arial"/>
              </a:endParaRPr>
            </a:p>
          </p:txBody>
        </p:sp>
        <p:sp>
          <p:nvSpPr>
            <p:cNvPr id="329" name="Google Shape;329;p13"/>
            <p:cNvSpPr/>
            <p:nvPr/>
          </p:nvSpPr>
          <p:spPr>
            <a:xfrm>
              <a:off x="9805292" y="8786"/>
              <a:ext cx="2177653" cy="871061"/>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0" name="Google Shape;330;p13"/>
            <p:cNvSpPr txBox="1"/>
            <p:nvPr/>
          </p:nvSpPr>
          <p:spPr>
            <a:xfrm>
              <a:off x="10240823" y="8786"/>
              <a:ext cx="1306592" cy="871061"/>
            </a:xfrm>
            <a:prstGeom prst="rect">
              <a:avLst/>
            </a:prstGeom>
            <a:noFill/>
            <a:ln>
              <a:noFill/>
            </a:ln>
          </p:spPr>
          <p:txBody>
            <a:bodyPr anchorCtr="0" anchor="ctr" bIns="17325" lIns="52000" spcFirstLastPara="1" rIns="17325" wrap="square" tIns="17325">
              <a:noAutofit/>
            </a:bodyPr>
            <a:lstStyle/>
            <a:p>
              <a:pPr indent="0" lvl="0" marL="0" marR="0" rtl="0" algn="ctr">
                <a:lnSpc>
                  <a:spcPct val="90000"/>
                </a:lnSpc>
                <a:spcBef>
                  <a:spcPts val="0"/>
                </a:spcBef>
                <a:spcAft>
                  <a:spcPts val="0"/>
                </a:spcAft>
                <a:buClr>
                  <a:schemeClr val="lt1"/>
                </a:buClr>
                <a:buSzPts val="1300"/>
                <a:buFont typeface="Century Gothic"/>
                <a:buNone/>
              </a:pPr>
              <a:r>
                <a:rPr b="0" i="0" lang="en-US" sz="1300" u="none" cap="none" strike="noStrike">
                  <a:solidFill>
                    <a:schemeClr val="lt1"/>
                  </a:solidFill>
                  <a:latin typeface="Century Gothic"/>
                  <a:ea typeface="Century Gothic"/>
                  <a:cs typeface="Century Gothic"/>
                  <a:sym typeface="Century Gothic"/>
                </a:rPr>
                <a:t>Website/Portal</a:t>
              </a:r>
              <a:endParaRPr b="0" i="0" sz="1400" u="none" cap="none" strike="noStrike">
                <a:solidFill>
                  <a:srgbClr val="000000"/>
                </a:solidFill>
                <a:latin typeface="Arial"/>
                <a:ea typeface="Arial"/>
                <a:cs typeface="Arial"/>
                <a:sym typeface="Arial"/>
              </a:endParaRPr>
            </a:p>
          </p:txBody>
        </p:sp>
      </p:grpSp>
      <p:grpSp>
        <p:nvGrpSpPr>
          <p:cNvPr id="331" name="Google Shape;331;p13"/>
          <p:cNvGrpSpPr/>
          <p:nvPr/>
        </p:nvGrpSpPr>
        <p:grpSpPr>
          <a:xfrm>
            <a:off x="1024" y="4851963"/>
            <a:ext cx="11986750" cy="685944"/>
            <a:chOff x="1024" y="125417"/>
            <a:chExt cx="11986750" cy="685944"/>
          </a:xfrm>
        </p:grpSpPr>
        <p:sp>
          <p:nvSpPr>
            <p:cNvPr id="332" name="Google Shape;332;p13"/>
            <p:cNvSpPr/>
            <p:nvPr/>
          </p:nvSpPr>
          <p:spPr>
            <a:xfrm>
              <a:off x="1024" y="154553"/>
              <a:ext cx="1642020" cy="656808"/>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3" name="Google Shape;333;p13"/>
            <p:cNvSpPr txBox="1"/>
            <p:nvPr/>
          </p:nvSpPr>
          <p:spPr>
            <a:xfrm>
              <a:off x="329428" y="154553"/>
              <a:ext cx="985212" cy="656808"/>
            </a:xfrm>
            <a:prstGeom prst="rect">
              <a:avLst/>
            </a:prstGeom>
            <a:noFill/>
            <a:ln>
              <a:noFill/>
            </a:ln>
          </p:spPr>
          <p:txBody>
            <a:bodyPr anchorCtr="0" anchor="ctr" bIns="13325" lIns="40000" spcFirstLastPara="1" rIns="13325" wrap="square" tIns="13325">
              <a:noAutofit/>
            </a:bodyPr>
            <a:lstStyle/>
            <a:p>
              <a:pPr indent="0" lvl="0" marL="0" marR="0" rtl="0" algn="ctr">
                <a:lnSpc>
                  <a:spcPct val="90000"/>
                </a:lnSpc>
                <a:spcBef>
                  <a:spcPts val="0"/>
                </a:spcBef>
                <a:spcAft>
                  <a:spcPts val="0"/>
                </a:spcAft>
                <a:buClr>
                  <a:schemeClr val="lt1"/>
                </a:buClr>
                <a:buSzPts val="1000"/>
                <a:buFont typeface="Century Gothic"/>
                <a:buNone/>
              </a:pPr>
              <a:r>
                <a:rPr b="0" i="0" lang="en-US" sz="1000" u="none" cap="none" strike="noStrike">
                  <a:solidFill>
                    <a:schemeClr val="lt1"/>
                  </a:solidFill>
                  <a:latin typeface="Century Gothic"/>
                  <a:ea typeface="Century Gothic"/>
                  <a:cs typeface="Century Gothic"/>
                  <a:sym typeface="Century Gothic"/>
                </a:rPr>
                <a:t>CALL RCVD – EMAIL/PHONE</a:t>
              </a:r>
              <a:endParaRPr b="0" i="0" sz="1400" u="none" cap="none" strike="noStrike">
                <a:solidFill>
                  <a:srgbClr val="000000"/>
                </a:solidFill>
                <a:latin typeface="Arial"/>
                <a:ea typeface="Arial"/>
                <a:cs typeface="Arial"/>
                <a:sym typeface="Arial"/>
              </a:endParaRPr>
            </a:p>
          </p:txBody>
        </p:sp>
        <p:sp>
          <p:nvSpPr>
            <p:cNvPr id="334" name="Google Shape;334;p13"/>
            <p:cNvSpPr/>
            <p:nvPr/>
          </p:nvSpPr>
          <p:spPr>
            <a:xfrm>
              <a:off x="1478843" y="154553"/>
              <a:ext cx="1642020" cy="656808"/>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5" name="Google Shape;335;p13"/>
            <p:cNvSpPr txBox="1"/>
            <p:nvPr/>
          </p:nvSpPr>
          <p:spPr>
            <a:xfrm>
              <a:off x="1807247" y="154553"/>
              <a:ext cx="985212" cy="656808"/>
            </a:xfrm>
            <a:prstGeom prst="rect">
              <a:avLst/>
            </a:prstGeom>
            <a:noFill/>
            <a:ln>
              <a:noFill/>
            </a:ln>
          </p:spPr>
          <p:txBody>
            <a:bodyPr anchorCtr="0" anchor="ctr" bIns="13325" lIns="40000" spcFirstLastPara="1" rIns="13325" wrap="square" tIns="13325">
              <a:noAutofit/>
            </a:bodyPr>
            <a:lstStyle/>
            <a:p>
              <a:pPr indent="0" lvl="0" marL="0" marR="0" rtl="0" algn="ctr">
                <a:lnSpc>
                  <a:spcPct val="90000"/>
                </a:lnSpc>
                <a:spcBef>
                  <a:spcPts val="0"/>
                </a:spcBef>
                <a:spcAft>
                  <a:spcPts val="0"/>
                </a:spcAft>
                <a:buClr>
                  <a:schemeClr val="lt1"/>
                </a:buClr>
                <a:buSzPts val="1000"/>
                <a:buFont typeface="Century Gothic"/>
                <a:buNone/>
              </a:pPr>
              <a:r>
                <a:rPr b="0" i="0" lang="en-US" sz="1000" u="none" cap="none" strike="noStrike">
                  <a:solidFill>
                    <a:schemeClr val="lt1"/>
                  </a:solidFill>
                  <a:latin typeface="Century Gothic"/>
                  <a:ea typeface="Century Gothic"/>
                  <a:cs typeface="Century Gothic"/>
                  <a:sym typeface="Century Gothic"/>
                </a:rPr>
                <a:t>Ticket Generate + intimation to customer </a:t>
              </a:r>
              <a:endParaRPr b="0" i="0" sz="1000" u="none" cap="none" strike="noStrike">
                <a:solidFill>
                  <a:schemeClr val="lt1"/>
                </a:solidFill>
                <a:latin typeface="Century Gothic"/>
                <a:ea typeface="Century Gothic"/>
                <a:cs typeface="Century Gothic"/>
                <a:sym typeface="Century Gothic"/>
              </a:endParaRPr>
            </a:p>
          </p:txBody>
        </p:sp>
        <p:sp>
          <p:nvSpPr>
            <p:cNvPr id="336" name="Google Shape;336;p13"/>
            <p:cNvSpPr/>
            <p:nvPr/>
          </p:nvSpPr>
          <p:spPr>
            <a:xfrm>
              <a:off x="2956661" y="154553"/>
              <a:ext cx="1642020" cy="656808"/>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7" name="Google Shape;337;p13"/>
            <p:cNvSpPr txBox="1"/>
            <p:nvPr/>
          </p:nvSpPr>
          <p:spPr>
            <a:xfrm>
              <a:off x="3285065" y="154553"/>
              <a:ext cx="985212" cy="656808"/>
            </a:xfrm>
            <a:prstGeom prst="rect">
              <a:avLst/>
            </a:prstGeom>
            <a:noFill/>
            <a:ln>
              <a:noFill/>
            </a:ln>
          </p:spPr>
          <p:txBody>
            <a:bodyPr anchorCtr="0" anchor="ctr" bIns="13325" lIns="40000" spcFirstLastPara="1" rIns="13325" wrap="square" tIns="13325">
              <a:noAutofit/>
            </a:bodyPr>
            <a:lstStyle/>
            <a:p>
              <a:pPr indent="0" lvl="0" marL="0" marR="0" rtl="0" algn="ctr">
                <a:lnSpc>
                  <a:spcPct val="90000"/>
                </a:lnSpc>
                <a:spcBef>
                  <a:spcPts val="0"/>
                </a:spcBef>
                <a:spcAft>
                  <a:spcPts val="0"/>
                </a:spcAft>
                <a:buClr>
                  <a:schemeClr val="lt1"/>
                </a:buClr>
                <a:buSzPts val="1000"/>
                <a:buFont typeface="Century Gothic"/>
                <a:buNone/>
              </a:pPr>
              <a:r>
                <a:rPr b="0" i="0" lang="en-US" sz="1000" u="none" cap="none" strike="noStrike">
                  <a:solidFill>
                    <a:schemeClr val="lt1"/>
                  </a:solidFill>
                  <a:latin typeface="Century Gothic"/>
                  <a:ea typeface="Century Gothic"/>
                  <a:cs typeface="Century Gothic"/>
                  <a:sym typeface="Century Gothic"/>
                </a:rPr>
                <a:t>ONLINE SOLUTION TO CUSOTMER</a:t>
              </a:r>
              <a:endParaRPr b="0" i="0" sz="1400" u="none" cap="none" strike="noStrike">
                <a:solidFill>
                  <a:srgbClr val="000000"/>
                </a:solidFill>
                <a:latin typeface="Arial"/>
                <a:ea typeface="Arial"/>
                <a:cs typeface="Arial"/>
                <a:sym typeface="Arial"/>
              </a:endParaRPr>
            </a:p>
          </p:txBody>
        </p:sp>
        <p:sp>
          <p:nvSpPr>
            <p:cNvPr id="338" name="Google Shape;338;p13"/>
            <p:cNvSpPr/>
            <p:nvPr/>
          </p:nvSpPr>
          <p:spPr>
            <a:xfrm>
              <a:off x="4434480" y="154553"/>
              <a:ext cx="1642020" cy="656808"/>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9" name="Google Shape;339;p13"/>
            <p:cNvSpPr txBox="1"/>
            <p:nvPr/>
          </p:nvSpPr>
          <p:spPr>
            <a:xfrm>
              <a:off x="4762884" y="154553"/>
              <a:ext cx="985212" cy="656808"/>
            </a:xfrm>
            <a:prstGeom prst="rect">
              <a:avLst/>
            </a:prstGeom>
            <a:noFill/>
            <a:ln>
              <a:noFill/>
            </a:ln>
          </p:spPr>
          <p:txBody>
            <a:bodyPr anchorCtr="0" anchor="ctr" bIns="13325" lIns="40000" spcFirstLastPara="1" rIns="13325" wrap="square" tIns="13325">
              <a:noAutofit/>
            </a:bodyPr>
            <a:lstStyle/>
            <a:p>
              <a:pPr indent="0" lvl="0" marL="0" marR="0" rtl="0" algn="ctr">
                <a:lnSpc>
                  <a:spcPct val="90000"/>
                </a:lnSpc>
                <a:spcBef>
                  <a:spcPts val="0"/>
                </a:spcBef>
                <a:spcAft>
                  <a:spcPts val="0"/>
                </a:spcAft>
                <a:buClr>
                  <a:schemeClr val="lt1"/>
                </a:buClr>
                <a:buSzPts val="1000"/>
                <a:buFont typeface="Century Gothic"/>
                <a:buNone/>
              </a:pPr>
              <a:r>
                <a:rPr b="0" i="0" lang="en-US" sz="1000" u="none" cap="none" strike="noStrike">
                  <a:solidFill>
                    <a:schemeClr val="lt1"/>
                  </a:solidFill>
                  <a:latin typeface="Century Gothic"/>
                  <a:ea typeface="Century Gothic"/>
                  <a:cs typeface="Century Gothic"/>
                  <a:sym typeface="Century Gothic"/>
                </a:rPr>
                <a:t>Site Visit with Job Card</a:t>
              </a:r>
              <a:endParaRPr b="0" i="0" sz="1400" u="none" cap="none" strike="noStrike">
                <a:solidFill>
                  <a:srgbClr val="000000"/>
                </a:solidFill>
                <a:latin typeface="Arial"/>
                <a:ea typeface="Arial"/>
                <a:cs typeface="Arial"/>
                <a:sym typeface="Arial"/>
              </a:endParaRPr>
            </a:p>
          </p:txBody>
        </p:sp>
        <p:sp>
          <p:nvSpPr>
            <p:cNvPr id="340" name="Google Shape;340;p13"/>
            <p:cNvSpPr/>
            <p:nvPr/>
          </p:nvSpPr>
          <p:spPr>
            <a:xfrm>
              <a:off x="5912298" y="154553"/>
              <a:ext cx="1642020" cy="656808"/>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1" name="Google Shape;341;p13"/>
            <p:cNvSpPr txBox="1"/>
            <p:nvPr/>
          </p:nvSpPr>
          <p:spPr>
            <a:xfrm>
              <a:off x="6240702" y="154553"/>
              <a:ext cx="985212" cy="656808"/>
            </a:xfrm>
            <a:prstGeom prst="rect">
              <a:avLst/>
            </a:prstGeom>
            <a:noFill/>
            <a:ln>
              <a:noFill/>
            </a:ln>
          </p:spPr>
          <p:txBody>
            <a:bodyPr anchorCtr="0" anchor="ctr" bIns="13325" lIns="40000" spcFirstLastPara="1" rIns="13325" wrap="square" tIns="13325">
              <a:noAutofit/>
            </a:bodyPr>
            <a:lstStyle/>
            <a:p>
              <a:pPr indent="0" lvl="0" marL="0" marR="0" rtl="0" algn="ctr">
                <a:lnSpc>
                  <a:spcPct val="90000"/>
                </a:lnSpc>
                <a:spcBef>
                  <a:spcPts val="0"/>
                </a:spcBef>
                <a:spcAft>
                  <a:spcPts val="0"/>
                </a:spcAft>
                <a:buClr>
                  <a:schemeClr val="lt1"/>
                </a:buClr>
                <a:buSzPts val="1000"/>
                <a:buFont typeface="Century Gothic"/>
                <a:buNone/>
              </a:pPr>
              <a:r>
                <a:rPr b="0" i="0" lang="en-US" sz="1000" u="none" cap="none" strike="noStrike">
                  <a:solidFill>
                    <a:schemeClr val="lt1"/>
                  </a:solidFill>
                  <a:latin typeface="Century Gothic"/>
                  <a:ea typeface="Century Gothic"/>
                  <a:cs typeface="Century Gothic"/>
                  <a:sym typeface="Century Gothic"/>
                </a:rPr>
                <a:t>Completion with stamp and sign</a:t>
              </a:r>
              <a:endParaRPr b="0" i="0" sz="1400" u="none" cap="none" strike="noStrike">
                <a:solidFill>
                  <a:srgbClr val="000000"/>
                </a:solidFill>
                <a:latin typeface="Arial"/>
                <a:ea typeface="Arial"/>
                <a:cs typeface="Arial"/>
                <a:sym typeface="Arial"/>
              </a:endParaRPr>
            </a:p>
          </p:txBody>
        </p:sp>
        <p:sp>
          <p:nvSpPr>
            <p:cNvPr id="342" name="Google Shape;342;p13"/>
            <p:cNvSpPr/>
            <p:nvPr/>
          </p:nvSpPr>
          <p:spPr>
            <a:xfrm>
              <a:off x="7390117" y="154553"/>
              <a:ext cx="1642020" cy="656808"/>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3" name="Google Shape;343;p13"/>
            <p:cNvSpPr txBox="1"/>
            <p:nvPr/>
          </p:nvSpPr>
          <p:spPr>
            <a:xfrm>
              <a:off x="7718521" y="154553"/>
              <a:ext cx="985212" cy="656808"/>
            </a:xfrm>
            <a:prstGeom prst="rect">
              <a:avLst/>
            </a:prstGeom>
            <a:noFill/>
            <a:ln>
              <a:noFill/>
            </a:ln>
          </p:spPr>
          <p:txBody>
            <a:bodyPr anchorCtr="0" anchor="ctr" bIns="13325" lIns="40000" spcFirstLastPara="1" rIns="13325" wrap="square" tIns="13325">
              <a:noAutofit/>
            </a:bodyPr>
            <a:lstStyle/>
            <a:p>
              <a:pPr indent="0" lvl="0" marL="0" marR="0" rtl="0" algn="ctr">
                <a:lnSpc>
                  <a:spcPct val="90000"/>
                </a:lnSpc>
                <a:spcBef>
                  <a:spcPts val="0"/>
                </a:spcBef>
                <a:spcAft>
                  <a:spcPts val="0"/>
                </a:spcAft>
                <a:buClr>
                  <a:schemeClr val="lt1"/>
                </a:buClr>
                <a:buSzPts val="1000"/>
                <a:buFont typeface="Century Gothic"/>
                <a:buNone/>
              </a:pPr>
              <a:r>
                <a:rPr b="0" i="0" lang="en-US" sz="1000" u="none" cap="none" strike="noStrike">
                  <a:solidFill>
                    <a:schemeClr val="lt1"/>
                  </a:solidFill>
                  <a:latin typeface="Century Gothic"/>
                  <a:ea typeface="Century Gothic"/>
                  <a:cs typeface="Century Gothic"/>
                  <a:sym typeface="Century Gothic"/>
                </a:rPr>
                <a:t>Intimation to customer </a:t>
              </a:r>
              <a:endParaRPr b="0" i="0" sz="1000" u="none" cap="none" strike="noStrike">
                <a:solidFill>
                  <a:schemeClr val="lt1"/>
                </a:solidFill>
                <a:latin typeface="Century Gothic"/>
                <a:ea typeface="Century Gothic"/>
                <a:cs typeface="Century Gothic"/>
                <a:sym typeface="Century Gothic"/>
              </a:endParaRPr>
            </a:p>
          </p:txBody>
        </p:sp>
        <p:sp>
          <p:nvSpPr>
            <p:cNvPr id="344" name="Google Shape;344;p13"/>
            <p:cNvSpPr/>
            <p:nvPr/>
          </p:nvSpPr>
          <p:spPr>
            <a:xfrm>
              <a:off x="8867936" y="125417"/>
              <a:ext cx="1642020" cy="656808"/>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5" name="Google Shape;345;p13"/>
            <p:cNvSpPr txBox="1"/>
            <p:nvPr/>
          </p:nvSpPr>
          <p:spPr>
            <a:xfrm>
              <a:off x="9196340" y="125417"/>
              <a:ext cx="985212" cy="656808"/>
            </a:xfrm>
            <a:prstGeom prst="rect">
              <a:avLst/>
            </a:prstGeom>
            <a:noFill/>
            <a:ln>
              <a:noFill/>
            </a:ln>
          </p:spPr>
          <p:txBody>
            <a:bodyPr anchorCtr="0" anchor="ctr" bIns="13325" lIns="40000" spcFirstLastPara="1" rIns="13325" wrap="square" tIns="13325">
              <a:noAutofit/>
            </a:bodyPr>
            <a:lstStyle/>
            <a:p>
              <a:pPr indent="0" lvl="0" marL="0" marR="0" rtl="0" algn="ctr">
                <a:lnSpc>
                  <a:spcPct val="90000"/>
                </a:lnSpc>
                <a:spcBef>
                  <a:spcPts val="0"/>
                </a:spcBef>
                <a:spcAft>
                  <a:spcPts val="0"/>
                </a:spcAft>
                <a:buClr>
                  <a:schemeClr val="lt1"/>
                </a:buClr>
                <a:buSzPts val="1000"/>
                <a:buFont typeface="Century Gothic"/>
                <a:buNone/>
              </a:pPr>
              <a:r>
                <a:rPr b="0" i="0" lang="en-US" sz="1000" u="none" cap="none" strike="noStrike">
                  <a:solidFill>
                    <a:schemeClr val="lt1"/>
                  </a:solidFill>
                  <a:latin typeface="Century Gothic"/>
                  <a:ea typeface="Century Gothic"/>
                  <a:cs typeface="Century Gothic"/>
                  <a:sym typeface="Century Gothic"/>
                </a:rPr>
                <a:t>Feedback + any suggestions for better serivce</a:t>
              </a:r>
              <a:endParaRPr b="0" i="0" sz="1000" u="none" cap="none" strike="noStrike">
                <a:solidFill>
                  <a:schemeClr val="lt1"/>
                </a:solidFill>
                <a:latin typeface="Century Gothic"/>
                <a:ea typeface="Century Gothic"/>
                <a:cs typeface="Century Gothic"/>
                <a:sym typeface="Century Gothic"/>
              </a:endParaRPr>
            </a:p>
          </p:txBody>
        </p:sp>
        <p:sp>
          <p:nvSpPr>
            <p:cNvPr id="346" name="Google Shape;346;p13"/>
            <p:cNvSpPr/>
            <p:nvPr/>
          </p:nvSpPr>
          <p:spPr>
            <a:xfrm>
              <a:off x="10345754" y="125417"/>
              <a:ext cx="1642020" cy="656808"/>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7" name="Google Shape;347;p13"/>
            <p:cNvSpPr txBox="1"/>
            <p:nvPr/>
          </p:nvSpPr>
          <p:spPr>
            <a:xfrm>
              <a:off x="10674158" y="125417"/>
              <a:ext cx="985212" cy="656808"/>
            </a:xfrm>
            <a:prstGeom prst="rect">
              <a:avLst/>
            </a:prstGeom>
            <a:noFill/>
            <a:ln>
              <a:noFill/>
            </a:ln>
          </p:spPr>
          <p:txBody>
            <a:bodyPr anchorCtr="0" anchor="ctr" bIns="13325" lIns="40000" spcFirstLastPara="1" rIns="13325" wrap="square" tIns="13325">
              <a:noAutofit/>
            </a:bodyPr>
            <a:lstStyle/>
            <a:p>
              <a:pPr indent="0" lvl="0" marL="0" marR="0" rtl="0" algn="ctr">
                <a:lnSpc>
                  <a:spcPct val="90000"/>
                </a:lnSpc>
                <a:spcBef>
                  <a:spcPts val="0"/>
                </a:spcBef>
                <a:spcAft>
                  <a:spcPts val="0"/>
                </a:spcAft>
                <a:buClr>
                  <a:schemeClr val="lt1"/>
                </a:buClr>
                <a:buSzPts val="1000"/>
                <a:buFont typeface="Century Gothic"/>
                <a:buNone/>
              </a:pPr>
              <a:r>
                <a:rPr b="0" i="0" lang="en-US" sz="1000" u="none" cap="none" strike="noStrike">
                  <a:solidFill>
                    <a:schemeClr val="lt1"/>
                  </a:solidFill>
                  <a:latin typeface="Century Gothic"/>
                  <a:ea typeface="Century Gothic"/>
                  <a:cs typeface="Century Gothic"/>
                  <a:sym typeface="Century Gothic"/>
                </a:rPr>
                <a:t>Thanks Message </a:t>
              </a:r>
              <a:endParaRPr b="0" i="0" sz="1000" u="none" cap="none" strike="noStrike">
                <a:solidFill>
                  <a:schemeClr val="lt1"/>
                </a:solidFill>
                <a:latin typeface="Century Gothic"/>
                <a:ea typeface="Century Gothic"/>
                <a:cs typeface="Century Gothic"/>
                <a:sym typeface="Century Gothic"/>
              </a:endParaRPr>
            </a:p>
          </p:txBody>
        </p:sp>
      </p:grpSp>
      <p:grpSp>
        <p:nvGrpSpPr>
          <p:cNvPr id="348" name="Google Shape;348;p13"/>
          <p:cNvGrpSpPr/>
          <p:nvPr/>
        </p:nvGrpSpPr>
        <p:grpSpPr>
          <a:xfrm>
            <a:off x="2926" y="3460125"/>
            <a:ext cx="11982946" cy="965915"/>
            <a:chOff x="2926" y="0"/>
            <a:chExt cx="11982946" cy="965915"/>
          </a:xfrm>
        </p:grpSpPr>
        <p:sp>
          <p:nvSpPr>
            <p:cNvPr id="349" name="Google Shape;349;p13"/>
            <p:cNvSpPr/>
            <p:nvPr/>
          </p:nvSpPr>
          <p:spPr>
            <a:xfrm>
              <a:off x="2926" y="0"/>
              <a:ext cx="2604988" cy="965915"/>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0" name="Google Shape;350;p13"/>
            <p:cNvSpPr txBox="1"/>
            <p:nvPr/>
          </p:nvSpPr>
          <p:spPr>
            <a:xfrm>
              <a:off x="485884" y="0"/>
              <a:ext cx="1639073" cy="965915"/>
            </a:xfrm>
            <a:prstGeom prst="rect">
              <a:avLst/>
            </a:prstGeom>
            <a:noFill/>
            <a:ln>
              <a:noFill/>
            </a:ln>
          </p:spPr>
          <p:txBody>
            <a:bodyPr anchorCtr="0" anchor="ctr" bIns="18650" lIns="56000" spcFirstLastPara="1" rIns="18650" wrap="square" tIns="18650">
              <a:noAutofit/>
            </a:bodyPr>
            <a:lstStyle/>
            <a:p>
              <a:pPr indent="0" lvl="0" marL="0" marR="0" rtl="0" algn="ctr">
                <a:lnSpc>
                  <a:spcPct val="90000"/>
                </a:lnSpc>
                <a:spcBef>
                  <a:spcPts val="0"/>
                </a:spcBef>
                <a:spcAft>
                  <a:spcPts val="0"/>
                </a:spcAft>
                <a:buClr>
                  <a:schemeClr val="lt1"/>
                </a:buClr>
                <a:buSzPts val="1400"/>
                <a:buFont typeface="Century Gothic"/>
                <a:buNone/>
              </a:pPr>
              <a:r>
                <a:rPr b="0" i="0" lang="en-US" sz="1400" u="none" cap="none" strike="noStrike">
                  <a:solidFill>
                    <a:schemeClr val="lt1"/>
                  </a:solidFill>
                  <a:latin typeface="Century Gothic"/>
                  <a:ea typeface="Century Gothic"/>
                  <a:cs typeface="Century Gothic"/>
                  <a:sym typeface="Century Gothic"/>
                </a:rPr>
                <a:t>SALES ORD with serial no and period</a:t>
              </a:r>
              <a:endParaRPr b="0" i="0" sz="1400" u="none" cap="none" strike="noStrike">
                <a:solidFill>
                  <a:srgbClr val="000000"/>
                </a:solidFill>
                <a:latin typeface="Arial"/>
                <a:ea typeface="Arial"/>
                <a:cs typeface="Arial"/>
                <a:sym typeface="Arial"/>
              </a:endParaRPr>
            </a:p>
          </p:txBody>
        </p:sp>
        <p:sp>
          <p:nvSpPr>
            <p:cNvPr id="351" name="Google Shape;351;p13"/>
            <p:cNvSpPr/>
            <p:nvPr/>
          </p:nvSpPr>
          <p:spPr>
            <a:xfrm>
              <a:off x="2347416" y="0"/>
              <a:ext cx="2604988" cy="965915"/>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2" name="Google Shape;352;p13"/>
            <p:cNvSpPr txBox="1"/>
            <p:nvPr/>
          </p:nvSpPr>
          <p:spPr>
            <a:xfrm>
              <a:off x="2830374" y="0"/>
              <a:ext cx="1639073" cy="965915"/>
            </a:xfrm>
            <a:prstGeom prst="rect">
              <a:avLst/>
            </a:prstGeom>
            <a:noFill/>
            <a:ln>
              <a:noFill/>
            </a:ln>
          </p:spPr>
          <p:txBody>
            <a:bodyPr anchorCtr="0" anchor="ctr" bIns="18650" lIns="56000" spcFirstLastPara="1" rIns="18650" wrap="square" tIns="18650">
              <a:noAutofit/>
            </a:bodyPr>
            <a:lstStyle/>
            <a:p>
              <a:pPr indent="0" lvl="0" marL="0" marR="0" rtl="0" algn="ctr">
                <a:lnSpc>
                  <a:spcPct val="90000"/>
                </a:lnSpc>
                <a:spcBef>
                  <a:spcPts val="0"/>
                </a:spcBef>
                <a:spcAft>
                  <a:spcPts val="0"/>
                </a:spcAft>
                <a:buClr>
                  <a:schemeClr val="lt1"/>
                </a:buClr>
                <a:buSzPts val="1400"/>
                <a:buFont typeface="Century Gothic"/>
                <a:buNone/>
              </a:pPr>
              <a:r>
                <a:rPr b="0" i="0" lang="en-US" sz="1400" u="none" cap="none" strike="noStrike">
                  <a:solidFill>
                    <a:schemeClr val="lt1"/>
                  </a:solidFill>
                  <a:latin typeface="Century Gothic"/>
                  <a:ea typeface="Century Gothic"/>
                  <a:cs typeface="Century Gothic"/>
                  <a:sym typeface="Century Gothic"/>
                </a:rPr>
                <a:t>Billing as per scheduled </a:t>
              </a:r>
              <a:endParaRPr b="0" i="0" sz="1400" u="none" cap="none" strike="noStrike">
                <a:solidFill>
                  <a:schemeClr val="lt1"/>
                </a:solidFill>
                <a:latin typeface="Century Gothic"/>
                <a:ea typeface="Century Gothic"/>
                <a:cs typeface="Century Gothic"/>
                <a:sym typeface="Century Gothic"/>
              </a:endParaRPr>
            </a:p>
          </p:txBody>
        </p:sp>
        <p:sp>
          <p:nvSpPr>
            <p:cNvPr id="353" name="Google Shape;353;p13"/>
            <p:cNvSpPr/>
            <p:nvPr/>
          </p:nvSpPr>
          <p:spPr>
            <a:xfrm>
              <a:off x="4691905" y="0"/>
              <a:ext cx="2604988" cy="965915"/>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4" name="Google Shape;354;p13"/>
            <p:cNvSpPr txBox="1"/>
            <p:nvPr/>
          </p:nvSpPr>
          <p:spPr>
            <a:xfrm>
              <a:off x="5174863" y="0"/>
              <a:ext cx="1639073" cy="965915"/>
            </a:xfrm>
            <a:prstGeom prst="rect">
              <a:avLst/>
            </a:prstGeom>
            <a:noFill/>
            <a:ln>
              <a:noFill/>
            </a:ln>
          </p:spPr>
          <p:txBody>
            <a:bodyPr anchorCtr="0" anchor="ctr" bIns="18650" lIns="56000" spcFirstLastPara="1" rIns="18650" wrap="square" tIns="18650">
              <a:noAutofit/>
            </a:bodyPr>
            <a:lstStyle/>
            <a:p>
              <a:pPr indent="0" lvl="0" marL="0" marR="0" rtl="0" algn="ctr">
                <a:lnSpc>
                  <a:spcPct val="90000"/>
                </a:lnSpc>
                <a:spcBef>
                  <a:spcPts val="0"/>
                </a:spcBef>
                <a:spcAft>
                  <a:spcPts val="0"/>
                </a:spcAft>
                <a:buClr>
                  <a:schemeClr val="lt1"/>
                </a:buClr>
                <a:buSzPts val="1400"/>
                <a:buFont typeface="Century Gothic"/>
                <a:buNone/>
              </a:pPr>
              <a:r>
                <a:rPr b="0" i="0" lang="en-US" sz="1400" u="none" cap="none" strike="noStrike">
                  <a:solidFill>
                    <a:schemeClr val="lt1"/>
                  </a:solidFill>
                  <a:latin typeface="Century Gothic"/>
                  <a:ea typeface="Century Gothic"/>
                  <a:cs typeface="Century Gothic"/>
                  <a:sym typeface="Century Gothic"/>
                </a:rPr>
                <a:t>Payment </a:t>
              </a:r>
              <a:endParaRPr b="0" i="0" sz="1400" u="none" cap="none" strike="noStrike">
                <a:solidFill>
                  <a:schemeClr val="lt1"/>
                </a:solidFill>
                <a:latin typeface="Century Gothic"/>
                <a:ea typeface="Century Gothic"/>
                <a:cs typeface="Century Gothic"/>
                <a:sym typeface="Century Gothic"/>
              </a:endParaRPr>
            </a:p>
          </p:txBody>
        </p:sp>
        <p:sp>
          <p:nvSpPr>
            <p:cNvPr id="355" name="Google Shape;355;p13"/>
            <p:cNvSpPr/>
            <p:nvPr/>
          </p:nvSpPr>
          <p:spPr>
            <a:xfrm>
              <a:off x="7036395" y="0"/>
              <a:ext cx="2604988" cy="965915"/>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6" name="Google Shape;356;p13"/>
            <p:cNvSpPr txBox="1"/>
            <p:nvPr/>
          </p:nvSpPr>
          <p:spPr>
            <a:xfrm>
              <a:off x="7519353" y="0"/>
              <a:ext cx="1639073" cy="965915"/>
            </a:xfrm>
            <a:prstGeom prst="rect">
              <a:avLst/>
            </a:prstGeom>
            <a:noFill/>
            <a:ln>
              <a:noFill/>
            </a:ln>
          </p:spPr>
          <p:txBody>
            <a:bodyPr anchorCtr="0" anchor="ctr" bIns="18650" lIns="56000" spcFirstLastPara="1" rIns="18650" wrap="square" tIns="18650">
              <a:noAutofit/>
            </a:bodyPr>
            <a:lstStyle/>
            <a:p>
              <a:pPr indent="0" lvl="0" marL="0" marR="0" rtl="0" algn="ctr">
                <a:lnSpc>
                  <a:spcPct val="90000"/>
                </a:lnSpc>
                <a:spcBef>
                  <a:spcPts val="0"/>
                </a:spcBef>
                <a:spcAft>
                  <a:spcPts val="0"/>
                </a:spcAft>
                <a:buClr>
                  <a:schemeClr val="lt1"/>
                </a:buClr>
                <a:buSzPts val="1400"/>
                <a:buFont typeface="Century Gothic"/>
                <a:buNone/>
              </a:pPr>
              <a:r>
                <a:rPr b="0" i="0" lang="en-US" sz="1400" u="none" cap="none" strike="noStrike">
                  <a:solidFill>
                    <a:schemeClr val="lt1"/>
                  </a:solidFill>
                  <a:latin typeface="Century Gothic"/>
                  <a:ea typeface="Century Gothic"/>
                  <a:cs typeface="Century Gothic"/>
                  <a:sym typeface="Century Gothic"/>
                </a:rPr>
                <a:t>Timely service with signed report+ photo</a:t>
              </a:r>
              <a:endParaRPr b="0" i="0" sz="1400" u="none" cap="none" strike="noStrike">
                <a:solidFill>
                  <a:srgbClr val="000000"/>
                </a:solidFill>
                <a:latin typeface="Arial"/>
                <a:ea typeface="Arial"/>
                <a:cs typeface="Arial"/>
                <a:sym typeface="Arial"/>
              </a:endParaRPr>
            </a:p>
          </p:txBody>
        </p:sp>
        <p:sp>
          <p:nvSpPr>
            <p:cNvPr id="357" name="Google Shape;357;p13"/>
            <p:cNvSpPr/>
            <p:nvPr/>
          </p:nvSpPr>
          <p:spPr>
            <a:xfrm>
              <a:off x="9380884" y="0"/>
              <a:ext cx="2604988" cy="965915"/>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8" name="Google Shape;358;p13"/>
            <p:cNvSpPr txBox="1"/>
            <p:nvPr/>
          </p:nvSpPr>
          <p:spPr>
            <a:xfrm>
              <a:off x="9863842" y="0"/>
              <a:ext cx="1639073" cy="965915"/>
            </a:xfrm>
            <a:prstGeom prst="rect">
              <a:avLst/>
            </a:prstGeom>
            <a:noFill/>
            <a:ln>
              <a:noFill/>
            </a:ln>
          </p:spPr>
          <p:txBody>
            <a:bodyPr anchorCtr="0" anchor="ctr" bIns="18650" lIns="56000" spcFirstLastPara="1" rIns="18650" wrap="square" tIns="18650">
              <a:noAutofit/>
            </a:bodyPr>
            <a:lstStyle/>
            <a:p>
              <a:pPr indent="0" lvl="0" marL="0" marR="0" rtl="0" algn="ctr">
                <a:lnSpc>
                  <a:spcPct val="90000"/>
                </a:lnSpc>
                <a:spcBef>
                  <a:spcPts val="0"/>
                </a:spcBef>
                <a:spcAft>
                  <a:spcPts val="0"/>
                </a:spcAft>
                <a:buClr>
                  <a:schemeClr val="lt1"/>
                </a:buClr>
                <a:buSzPts val="1400"/>
                <a:buFont typeface="Century Gothic"/>
                <a:buNone/>
              </a:pPr>
              <a:r>
                <a:rPr b="0" i="0" lang="en-US" sz="1400" u="none" cap="none" strike="noStrike">
                  <a:solidFill>
                    <a:schemeClr val="lt1"/>
                  </a:solidFill>
                  <a:latin typeface="Century Gothic"/>
                  <a:ea typeface="Century Gothic"/>
                  <a:cs typeface="Century Gothic"/>
                  <a:sym typeface="Century Gothic"/>
                </a:rPr>
                <a:t>Renewal + New Reference with new lead  Generation</a:t>
              </a:r>
              <a:endParaRPr b="0" i="0" sz="1400" u="none" cap="none" strike="noStrike">
                <a:solidFill>
                  <a:srgbClr val="000000"/>
                </a:solidFill>
                <a:latin typeface="Arial"/>
                <a:ea typeface="Arial"/>
                <a:cs typeface="Arial"/>
                <a:sym typeface="Arial"/>
              </a:endParaRPr>
            </a:p>
          </p:txBody>
        </p:sp>
      </p:grpSp>
      <p:sp>
        <p:nvSpPr>
          <p:cNvPr id="359" name="Google Shape;359;p13"/>
          <p:cNvSpPr txBox="1"/>
          <p:nvPr/>
        </p:nvSpPr>
        <p:spPr>
          <a:xfrm>
            <a:off x="562409" y="5806155"/>
            <a:ext cx="87189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AUTO REMINDER FOR IMP. TASK., AMC Message one month before due, some of the same as mentioned earalier. </a:t>
            </a:r>
            <a:endParaRPr b="0" i="0" sz="1400" u="none" cap="none" strike="noStrike">
              <a:solidFill>
                <a:srgbClr val="000000"/>
              </a:solidFill>
              <a:latin typeface="Arial"/>
              <a:ea typeface="Arial"/>
              <a:cs typeface="Arial"/>
              <a:sym typeface="Arial"/>
            </a:endParaRPr>
          </a:p>
        </p:txBody>
      </p:sp>
      <p:grpSp>
        <p:nvGrpSpPr>
          <p:cNvPr id="360" name="Google Shape;360;p13"/>
          <p:cNvGrpSpPr/>
          <p:nvPr/>
        </p:nvGrpSpPr>
        <p:grpSpPr>
          <a:xfrm>
            <a:off x="1024" y="2647529"/>
            <a:ext cx="11986630" cy="685850"/>
            <a:chOff x="1024" y="125417"/>
            <a:chExt cx="11986630" cy="685850"/>
          </a:xfrm>
        </p:grpSpPr>
        <p:sp>
          <p:nvSpPr>
            <p:cNvPr id="361" name="Google Shape;361;p13"/>
            <p:cNvSpPr/>
            <p:nvPr/>
          </p:nvSpPr>
          <p:spPr>
            <a:xfrm>
              <a:off x="1024" y="154553"/>
              <a:ext cx="1641900" cy="656700"/>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2" name="Google Shape;362;p13"/>
            <p:cNvSpPr txBox="1"/>
            <p:nvPr/>
          </p:nvSpPr>
          <p:spPr>
            <a:xfrm>
              <a:off x="329428" y="154553"/>
              <a:ext cx="985200" cy="656700"/>
            </a:xfrm>
            <a:prstGeom prst="rect">
              <a:avLst/>
            </a:prstGeom>
            <a:noFill/>
            <a:ln>
              <a:noFill/>
            </a:ln>
          </p:spPr>
          <p:txBody>
            <a:bodyPr anchorCtr="0" anchor="ctr" bIns="14650" lIns="44000" spcFirstLastPara="1" rIns="14650" wrap="square" tIns="14650">
              <a:noAutofit/>
            </a:bodyPr>
            <a:lstStyle/>
            <a:p>
              <a:pPr indent="0" lvl="0" marL="0" marR="0" rtl="0" algn="ctr">
                <a:lnSpc>
                  <a:spcPct val="90000"/>
                </a:lnSpc>
                <a:spcBef>
                  <a:spcPts val="0"/>
                </a:spcBef>
                <a:spcAft>
                  <a:spcPts val="0"/>
                </a:spcAft>
                <a:buClr>
                  <a:schemeClr val="lt1"/>
                </a:buClr>
                <a:buSzPts val="1100"/>
                <a:buFont typeface="Century Gothic"/>
                <a:buNone/>
              </a:pPr>
              <a:r>
                <a:rPr b="0" i="0" lang="en-US" sz="1100" u="none" cap="none" strike="noStrike">
                  <a:solidFill>
                    <a:schemeClr val="lt1"/>
                  </a:solidFill>
                  <a:latin typeface="Century Gothic"/>
                  <a:ea typeface="Century Gothic"/>
                  <a:cs typeface="Century Gothic"/>
                  <a:sym typeface="Century Gothic"/>
                </a:rPr>
                <a:t>ENQ</a:t>
              </a:r>
              <a:endParaRPr b="0" i="0" sz="1400" u="none" cap="none" strike="noStrike">
                <a:solidFill>
                  <a:srgbClr val="000000"/>
                </a:solidFill>
                <a:latin typeface="Arial"/>
                <a:ea typeface="Arial"/>
                <a:cs typeface="Arial"/>
                <a:sym typeface="Arial"/>
              </a:endParaRPr>
            </a:p>
          </p:txBody>
        </p:sp>
        <p:sp>
          <p:nvSpPr>
            <p:cNvPr id="363" name="Google Shape;363;p13"/>
            <p:cNvSpPr/>
            <p:nvPr/>
          </p:nvSpPr>
          <p:spPr>
            <a:xfrm>
              <a:off x="1478843" y="154553"/>
              <a:ext cx="1641900" cy="656700"/>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4" name="Google Shape;364;p13"/>
            <p:cNvSpPr txBox="1"/>
            <p:nvPr/>
          </p:nvSpPr>
          <p:spPr>
            <a:xfrm>
              <a:off x="1807247" y="154553"/>
              <a:ext cx="985200" cy="656700"/>
            </a:xfrm>
            <a:prstGeom prst="rect">
              <a:avLst/>
            </a:prstGeom>
            <a:noFill/>
            <a:ln>
              <a:noFill/>
            </a:ln>
          </p:spPr>
          <p:txBody>
            <a:bodyPr anchorCtr="0" anchor="ctr" bIns="14650" lIns="44000" spcFirstLastPara="1" rIns="14650" wrap="square" tIns="14650">
              <a:noAutofit/>
            </a:bodyPr>
            <a:lstStyle/>
            <a:p>
              <a:pPr indent="0" lvl="0" marL="0" marR="0" rtl="0" algn="ctr">
                <a:lnSpc>
                  <a:spcPct val="90000"/>
                </a:lnSpc>
                <a:spcBef>
                  <a:spcPts val="0"/>
                </a:spcBef>
                <a:spcAft>
                  <a:spcPts val="0"/>
                </a:spcAft>
                <a:buClr>
                  <a:schemeClr val="lt1"/>
                </a:buClr>
                <a:buSzPts val="1100"/>
                <a:buFont typeface="Century Gothic"/>
                <a:buNone/>
              </a:pPr>
              <a:r>
                <a:rPr b="0" i="0" lang="en-US" sz="1100" u="none" cap="none" strike="noStrike">
                  <a:solidFill>
                    <a:schemeClr val="lt1"/>
                  </a:solidFill>
                  <a:latin typeface="Century Gothic"/>
                  <a:ea typeface="Century Gothic"/>
                  <a:cs typeface="Century Gothic"/>
                  <a:sym typeface="Century Gothic"/>
                </a:rPr>
                <a:t>SITE VISIT</a:t>
              </a:r>
              <a:endParaRPr b="0" i="0" sz="1400" u="none" cap="none" strike="noStrike">
                <a:solidFill>
                  <a:srgbClr val="000000"/>
                </a:solidFill>
                <a:latin typeface="Arial"/>
                <a:ea typeface="Arial"/>
                <a:cs typeface="Arial"/>
                <a:sym typeface="Arial"/>
              </a:endParaRPr>
            </a:p>
          </p:txBody>
        </p:sp>
        <p:sp>
          <p:nvSpPr>
            <p:cNvPr id="365" name="Google Shape;365;p13"/>
            <p:cNvSpPr/>
            <p:nvPr/>
          </p:nvSpPr>
          <p:spPr>
            <a:xfrm>
              <a:off x="2956661" y="154553"/>
              <a:ext cx="1641900" cy="656700"/>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6" name="Google Shape;366;p13"/>
            <p:cNvSpPr txBox="1"/>
            <p:nvPr/>
          </p:nvSpPr>
          <p:spPr>
            <a:xfrm>
              <a:off x="3285065" y="154553"/>
              <a:ext cx="985200" cy="656700"/>
            </a:xfrm>
            <a:prstGeom prst="rect">
              <a:avLst/>
            </a:prstGeom>
            <a:noFill/>
            <a:ln>
              <a:noFill/>
            </a:ln>
          </p:spPr>
          <p:txBody>
            <a:bodyPr anchorCtr="0" anchor="ctr" bIns="14650" lIns="44000" spcFirstLastPara="1" rIns="14650" wrap="square" tIns="14650">
              <a:noAutofit/>
            </a:bodyPr>
            <a:lstStyle/>
            <a:p>
              <a:pPr indent="0" lvl="0" marL="0" marR="0" rtl="0" algn="ctr">
                <a:lnSpc>
                  <a:spcPct val="90000"/>
                </a:lnSpc>
                <a:spcBef>
                  <a:spcPts val="0"/>
                </a:spcBef>
                <a:spcAft>
                  <a:spcPts val="0"/>
                </a:spcAft>
                <a:buClr>
                  <a:schemeClr val="lt1"/>
                </a:buClr>
                <a:buSzPts val="1100"/>
                <a:buFont typeface="Century Gothic"/>
                <a:buNone/>
              </a:pPr>
              <a:r>
                <a:rPr b="0" i="0" lang="en-US" sz="1100" u="none" cap="none" strike="noStrike">
                  <a:solidFill>
                    <a:schemeClr val="lt1"/>
                  </a:solidFill>
                  <a:latin typeface="Century Gothic"/>
                  <a:ea typeface="Century Gothic"/>
                  <a:cs typeface="Century Gothic"/>
                  <a:sym typeface="Century Gothic"/>
                </a:rPr>
                <a:t>For Repair send repair q</a:t>
              </a:r>
              <a:r>
                <a:rPr lang="en-US" sz="1100">
                  <a:solidFill>
                    <a:schemeClr val="lt1"/>
                  </a:solidFill>
                  <a:latin typeface="Century Gothic"/>
                  <a:ea typeface="Century Gothic"/>
                  <a:cs typeface="Century Gothic"/>
                  <a:sym typeface="Century Gothic"/>
                </a:rPr>
                <a:t>uote</a:t>
              </a:r>
              <a:endParaRPr b="0" i="0" sz="1100" u="none" cap="none" strike="noStrike">
                <a:solidFill>
                  <a:schemeClr val="lt1"/>
                </a:solidFill>
                <a:latin typeface="Century Gothic"/>
                <a:ea typeface="Century Gothic"/>
                <a:cs typeface="Century Gothic"/>
                <a:sym typeface="Century Gothic"/>
              </a:endParaRPr>
            </a:p>
          </p:txBody>
        </p:sp>
        <p:sp>
          <p:nvSpPr>
            <p:cNvPr id="367" name="Google Shape;367;p13"/>
            <p:cNvSpPr/>
            <p:nvPr/>
          </p:nvSpPr>
          <p:spPr>
            <a:xfrm>
              <a:off x="4434480" y="154553"/>
              <a:ext cx="1641900" cy="656700"/>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8" name="Google Shape;368;p13"/>
            <p:cNvSpPr txBox="1"/>
            <p:nvPr/>
          </p:nvSpPr>
          <p:spPr>
            <a:xfrm>
              <a:off x="4762884" y="154553"/>
              <a:ext cx="985200" cy="656700"/>
            </a:xfrm>
            <a:prstGeom prst="rect">
              <a:avLst/>
            </a:prstGeom>
            <a:noFill/>
            <a:ln>
              <a:noFill/>
            </a:ln>
          </p:spPr>
          <p:txBody>
            <a:bodyPr anchorCtr="0" anchor="ctr" bIns="14650" lIns="44000" spcFirstLastPara="1" rIns="14650" wrap="square" tIns="14650">
              <a:noAutofit/>
            </a:bodyPr>
            <a:lstStyle/>
            <a:p>
              <a:pPr indent="0" lvl="0" marL="0" marR="0" rtl="0" algn="ctr">
                <a:lnSpc>
                  <a:spcPct val="90000"/>
                </a:lnSpc>
                <a:spcBef>
                  <a:spcPts val="0"/>
                </a:spcBef>
                <a:spcAft>
                  <a:spcPts val="0"/>
                </a:spcAft>
                <a:buClr>
                  <a:schemeClr val="lt1"/>
                </a:buClr>
                <a:buSzPts val="1100"/>
                <a:buFont typeface="Century Gothic"/>
                <a:buNone/>
              </a:pPr>
              <a:r>
                <a:rPr b="0" i="0" lang="en-US" sz="1100" u="none" cap="none" strike="noStrike">
                  <a:solidFill>
                    <a:schemeClr val="lt1"/>
                  </a:solidFill>
                  <a:latin typeface="Century Gothic"/>
                  <a:ea typeface="Century Gothic"/>
                  <a:cs typeface="Century Gothic"/>
                  <a:sym typeface="Century Gothic"/>
                </a:rPr>
                <a:t>QUOTE/BOQ </a:t>
              </a:r>
              <a:endParaRPr b="0" i="0" sz="1100" u="none" cap="none" strike="noStrike">
                <a:solidFill>
                  <a:schemeClr val="lt1"/>
                </a:solidFill>
                <a:latin typeface="Century Gothic"/>
                <a:ea typeface="Century Gothic"/>
                <a:cs typeface="Century Gothic"/>
                <a:sym typeface="Century Gothic"/>
              </a:endParaRPr>
            </a:p>
          </p:txBody>
        </p:sp>
        <p:sp>
          <p:nvSpPr>
            <p:cNvPr id="369" name="Google Shape;369;p13"/>
            <p:cNvSpPr/>
            <p:nvPr/>
          </p:nvSpPr>
          <p:spPr>
            <a:xfrm>
              <a:off x="5912298" y="154553"/>
              <a:ext cx="1641900" cy="656700"/>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0" name="Google Shape;370;p13"/>
            <p:cNvSpPr txBox="1"/>
            <p:nvPr/>
          </p:nvSpPr>
          <p:spPr>
            <a:xfrm>
              <a:off x="6240702" y="154553"/>
              <a:ext cx="985200" cy="656700"/>
            </a:xfrm>
            <a:prstGeom prst="rect">
              <a:avLst/>
            </a:prstGeom>
            <a:noFill/>
            <a:ln>
              <a:noFill/>
            </a:ln>
          </p:spPr>
          <p:txBody>
            <a:bodyPr anchorCtr="0" anchor="ctr" bIns="14650" lIns="44000" spcFirstLastPara="1" rIns="14650" wrap="square" tIns="14650">
              <a:noAutofit/>
            </a:bodyPr>
            <a:lstStyle/>
            <a:p>
              <a:pPr indent="0" lvl="0" marL="0" marR="0" rtl="0" algn="ctr">
                <a:lnSpc>
                  <a:spcPct val="90000"/>
                </a:lnSpc>
                <a:spcBef>
                  <a:spcPts val="0"/>
                </a:spcBef>
                <a:spcAft>
                  <a:spcPts val="0"/>
                </a:spcAft>
                <a:buClr>
                  <a:schemeClr val="lt1"/>
                </a:buClr>
                <a:buSzPts val="1100"/>
                <a:buFont typeface="Century Gothic"/>
                <a:buNone/>
              </a:pPr>
              <a:r>
                <a:rPr lang="en-US" sz="1100">
                  <a:solidFill>
                    <a:schemeClr val="lt1"/>
                  </a:solidFill>
                  <a:latin typeface="Century Gothic"/>
                  <a:ea typeface="Century Gothic"/>
                  <a:cs typeface="Century Gothic"/>
                  <a:sym typeface="Century Gothic"/>
                </a:rPr>
                <a:t>Negotiation</a:t>
              </a:r>
              <a:endParaRPr b="0" i="0" sz="1400" u="none" cap="none" strike="noStrike">
                <a:solidFill>
                  <a:srgbClr val="000000"/>
                </a:solidFill>
                <a:latin typeface="Arial"/>
                <a:ea typeface="Arial"/>
                <a:cs typeface="Arial"/>
                <a:sym typeface="Arial"/>
              </a:endParaRPr>
            </a:p>
          </p:txBody>
        </p:sp>
        <p:sp>
          <p:nvSpPr>
            <p:cNvPr id="371" name="Google Shape;371;p13"/>
            <p:cNvSpPr/>
            <p:nvPr/>
          </p:nvSpPr>
          <p:spPr>
            <a:xfrm>
              <a:off x="7390117" y="154553"/>
              <a:ext cx="1641900" cy="656700"/>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2" name="Google Shape;372;p13"/>
            <p:cNvSpPr txBox="1"/>
            <p:nvPr/>
          </p:nvSpPr>
          <p:spPr>
            <a:xfrm>
              <a:off x="7718521" y="154553"/>
              <a:ext cx="985200" cy="656700"/>
            </a:xfrm>
            <a:prstGeom prst="rect">
              <a:avLst/>
            </a:prstGeom>
            <a:noFill/>
            <a:ln>
              <a:noFill/>
            </a:ln>
          </p:spPr>
          <p:txBody>
            <a:bodyPr anchorCtr="0" anchor="ctr" bIns="14650" lIns="44000" spcFirstLastPara="1" rIns="14650" wrap="square" tIns="14650">
              <a:noAutofit/>
            </a:bodyPr>
            <a:lstStyle/>
            <a:p>
              <a:pPr indent="0" lvl="0" marL="0" marR="0" rtl="0" algn="ctr">
                <a:lnSpc>
                  <a:spcPct val="90000"/>
                </a:lnSpc>
                <a:spcBef>
                  <a:spcPts val="0"/>
                </a:spcBef>
                <a:spcAft>
                  <a:spcPts val="0"/>
                </a:spcAft>
                <a:buClr>
                  <a:schemeClr val="lt1"/>
                </a:buClr>
                <a:buSzPts val="1100"/>
                <a:buFont typeface="Century Gothic"/>
                <a:buNone/>
              </a:pPr>
              <a:r>
                <a:rPr b="0" i="0" lang="en-US" sz="1100" u="none" cap="none" strike="noStrike">
                  <a:solidFill>
                    <a:schemeClr val="lt1"/>
                  </a:solidFill>
                  <a:latin typeface="Century Gothic"/>
                  <a:ea typeface="Century Gothic"/>
                  <a:cs typeface="Century Gothic"/>
                  <a:sym typeface="Century Gothic"/>
                </a:rPr>
                <a:t>ORD</a:t>
              </a:r>
              <a:endParaRPr b="0" i="0" sz="1400" u="none" cap="none" strike="noStrike">
                <a:solidFill>
                  <a:srgbClr val="000000"/>
                </a:solidFill>
                <a:latin typeface="Arial"/>
                <a:ea typeface="Arial"/>
                <a:cs typeface="Arial"/>
                <a:sym typeface="Arial"/>
              </a:endParaRPr>
            </a:p>
          </p:txBody>
        </p:sp>
        <p:sp>
          <p:nvSpPr>
            <p:cNvPr id="373" name="Google Shape;373;p13"/>
            <p:cNvSpPr/>
            <p:nvPr/>
          </p:nvSpPr>
          <p:spPr>
            <a:xfrm>
              <a:off x="8867936" y="154553"/>
              <a:ext cx="1641900" cy="656700"/>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4" name="Google Shape;374;p13"/>
            <p:cNvSpPr txBox="1"/>
            <p:nvPr/>
          </p:nvSpPr>
          <p:spPr>
            <a:xfrm>
              <a:off x="9196340" y="154553"/>
              <a:ext cx="985200" cy="656700"/>
            </a:xfrm>
            <a:prstGeom prst="rect">
              <a:avLst/>
            </a:prstGeom>
            <a:noFill/>
            <a:ln>
              <a:noFill/>
            </a:ln>
          </p:spPr>
          <p:txBody>
            <a:bodyPr anchorCtr="0" anchor="ctr" bIns="14650" lIns="44000" spcFirstLastPara="1" rIns="14650" wrap="square" tIns="14650">
              <a:noAutofit/>
            </a:bodyPr>
            <a:lstStyle/>
            <a:p>
              <a:pPr indent="0" lvl="0" marL="0" marR="0" rtl="0" algn="ctr">
                <a:lnSpc>
                  <a:spcPct val="90000"/>
                </a:lnSpc>
                <a:spcBef>
                  <a:spcPts val="0"/>
                </a:spcBef>
                <a:spcAft>
                  <a:spcPts val="0"/>
                </a:spcAft>
                <a:buClr>
                  <a:schemeClr val="lt1"/>
                </a:buClr>
                <a:buSzPts val="1100"/>
                <a:buFont typeface="Century Gothic"/>
                <a:buNone/>
              </a:pPr>
              <a:r>
                <a:rPr b="0" i="0" lang="en-US" sz="1100" u="none" cap="none" strike="noStrike">
                  <a:solidFill>
                    <a:schemeClr val="lt1"/>
                  </a:solidFill>
                  <a:latin typeface="Century Gothic"/>
                  <a:ea typeface="Century Gothic"/>
                  <a:cs typeface="Century Gothic"/>
                  <a:sym typeface="Century Gothic"/>
                </a:rPr>
                <a:t>New Reference generation </a:t>
              </a:r>
              <a:endParaRPr b="0" i="0" sz="1100" u="none" cap="none" strike="noStrike">
                <a:solidFill>
                  <a:schemeClr val="lt1"/>
                </a:solidFill>
                <a:latin typeface="Century Gothic"/>
                <a:ea typeface="Century Gothic"/>
                <a:cs typeface="Century Gothic"/>
                <a:sym typeface="Century Gothic"/>
              </a:endParaRPr>
            </a:p>
          </p:txBody>
        </p:sp>
        <p:sp>
          <p:nvSpPr>
            <p:cNvPr id="375" name="Google Shape;375;p13"/>
            <p:cNvSpPr/>
            <p:nvPr/>
          </p:nvSpPr>
          <p:spPr>
            <a:xfrm>
              <a:off x="10345754" y="125417"/>
              <a:ext cx="1641900" cy="656700"/>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6" name="Google Shape;376;p13"/>
            <p:cNvSpPr txBox="1"/>
            <p:nvPr/>
          </p:nvSpPr>
          <p:spPr>
            <a:xfrm>
              <a:off x="10674033" y="154567"/>
              <a:ext cx="985200" cy="656700"/>
            </a:xfrm>
            <a:prstGeom prst="rect">
              <a:avLst/>
            </a:prstGeom>
            <a:noFill/>
            <a:ln>
              <a:noFill/>
            </a:ln>
          </p:spPr>
          <p:txBody>
            <a:bodyPr anchorCtr="0" anchor="ctr" bIns="14650" lIns="44000" spcFirstLastPara="1" rIns="14650" wrap="square" tIns="14650">
              <a:noAutofit/>
            </a:bodyPr>
            <a:lstStyle/>
            <a:p>
              <a:pPr indent="0" lvl="0" marL="0" marR="0" rtl="0" algn="ctr">
                <a:lnSpc>
                  <a:spcPct val="90000"/>
                </a:lnSpc>
                <a:spcBef>
                  <a:spcPts val="0"/>
                </a:spcBef>
                <a:spcAft>
                  <a:spcPts val="0"/>
                </a:spcAft>
                <a:buClr>
                  <a:schemeClr val="lt1"/>
                </a:buClr>
                <a:buSzPts val="1100"/>
                <a:buFont typeface="Century Gothic"/>
                <a:buNone/>
              </a:pPr>
              <a:r>
                <a:rPr b="0" i="0" lang="en-US" sz="1100" u="none" cap="none" strike="noStrike">
                  <a:solidFill>
                    <a:schemeClr val="lt1"/>
                  </a:solidFill>
                  <a:latin typeface="Century Gothic"/>
                  <a:ea typeface="Century Gothic"/>
                  <a:cs typeface="Century Gothic"/>
                  <a:sym typeface="Century Gothic"/>
                </a:rPr>
                <a:t>PRODUCT INSP.</a:t>
              </a:r>
              <a:r>
                <a:rPr lang="en-US" sz="1100">
                  <a:solidFill>
                    <a:schemeClr val="lt1"/>
                  </a:solidFill>
                  <a:latin typeface="Century Gothic"/>
                  <a:ea typeface="Century Gothic"/>
                  <a:cs typeface="Century Gothic"/>
                  <a:sym typeface="Century Gothic"/>
                </a:rPr>
                <a:t> (Make, Model, Serial NO, Condition</a:t>
              </a:r>
              <a:endParaRPr b="0" i="0" sz="1100" u="none" cap="none" strike="noStrike">
                <a:solidFill>
                  <a:schemeClr val="lt1"/>
                </a:solidFill>
                <a:latin typeface="Century Gothic"/>
                <a:ea typeface="Century Gothic"/>
                <a:cs typeface="Century Gothic"/>
                <a:sym typeface="Century Gothic"/>
              </a:endParaRPr>
            </a:p>
          </p:txBody>
        </p:sp>
      </p:grpSp>
      <p:sp>
        <p:nvSpPr>
          <p:cNvPr id="377" name="Google Shape;377;p13"/>
          <p:cNvSpPr/>
          <p:nvPr/>
        </p:nvSpPr>
        <p:spPr>
          <a:xfrm>
            <a:off x="9523959" y="5757067"/>
            <a:ext cx="2214600" cy="695400"/>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lang="en-US"/>
              <a:t>Commision to Employee or Cust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81" name="Shape 381"/>
        <p:cNvGrpSpPr/>
        <p:nvPr/>
      </p:nvGrpSpPr>
      <p:grpSpPr>
        <a:xfrm>
          <a:off x="0" y="0"/>
          <a:ext cx="0" cy="0"/>
          <a:chOff x="0" y="0"/>
          <a:chExt cx="0" cy="0"/>
        </a:xfrm>
      </p:grpSpPr>
      <p:sp>
        <p:nvSpPr>
          <p:cNvPr id="382" name="Google Shape;382;p14"/>
          <p:cNvSpPr/>
          <p:nvPr/>
        </p:nvSpPr>
        <p:spPr>
          <a:xfrm>
            <a:off x="477012" y="480060"/>
            <a:ext cx="11237976" cy="589788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pic>
        <p:nvPicPr>
          <p:cNvPr descr="A picture containing graphical user interface&#10;&#10;Description automatically generated" id="383" name="Google Shape;383;p14"/>
          <p:cNvPicPr preferRelativeResize="0"/>
          <p:nvPr/>
        </p:nvPicPr>
        <p:blipFill rotWithShape="1">
          <a:blip r:embed="rId4">
            <a:alphaModFix/>
          </a:blip>
          <a:srcRect b="0" l="0" r="0" t="0"/>
          <a:stretch/>
        </p:blipFill>
        <p:spPr>
          <a:xfrm>
            <a:off x="643467" y="1466089"/>
            <a:ext cx="10905066" cy="3925822"/>
          </a:xfrm>
          <a:prstGeom prst="rect">
            <a:avLst/>
          </a:prstGeom>
          <a:noFill/>
          <a:ln>
            <a:noFill/>
          </a:ln>
        </p:spPr>
      </p:pic>
      <p:sp>
        <p:nvSpPr>
          <p:cNvPr id="384" name="Google Shape;384;p14"/>
          <p:cNvSpPr/>
          <p:nvPr/>
        </p:nvSpPr>
        <p:spPr>
          <a:xfrm>
            <a:off x="10437812" y="0"/>
            <a:ext cx="685800" cy="1143000"/>
          </a:xfrm>
          <a:prstGeom prst="rect">
            <a:avLst/>
          </a:prstGeom>
          <a:solidFill>
            <a:schemeClr val="accent1"/>
          </a:solidFill>
          <a:ln>
            <a:noFill/>
          </a:ln>
          <a:effectLst>
            <a:outerShdw blurRad="38100" rotWithShape="0" dir="5400000" dist="25400">
              <a:srgbClr val="000000">
                <a:alpha val="43921"/>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88" name="Shape 388"/>
        <p:cNvGrpSpPr/>
        <p:nvPr/>
      </p:nvGrpSpPr>
      <p:grpSpPr>
        <a:xfrm>
          <a:off x="0" y="0"/>
          <a:ext cx="0" cy="0"/>
          <a:chOff x="0" y="0"/>
          <a:chExt cx="0" cy="0"/>
        </a:xfrm>
      </p:grpSpPr>
      <p:sp>
        <p:nvSpPr>
          <p:cNvPr id="389" name="Google Shape;389;p15"/>
          <p:cNvSpPr/>
          <p:nvPr/>
        </p:nvSpPr>
        <p:spPr>
          <a:xfrm>
            <a:off x="477012" y="480060"/>
            <a:ext cx="11237976" cy="589788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pic>
        <p:nvPicPr>
          <p:cNvPr descr="Diagram&#10;&#10;Description automatically generated" id="390" name="Google Shape;390;p15"/>
          <p:cNvPicPr preferRelativeResize="0"/>
          <p:nvPr/>
        </p:nvPicPr>
        <p:blipFill rotWithShape="1">
          <a:blip r:embed="rId4">
            <a:alphaModFix/>
          </a:blip>
          <a:srcRect b="0" l="0" r="0" t="0"/>
          <a:stretch/>
        </p:blipFill>
        <p:spPr>
          <a:xfrm>
            <a:off x="1008268" y="643467"/>
            <a:ext cx="10175464" cy="5571066"/>
          </a:xfrm>
          <a:prstGeom prst="rect">
            <a:avLst/>
          </a:prstGeom>
          <a:noFill/>
          <a:ln>
            <a:noFill/>
          </a:ln>
        </p:spPr>
      </p:pic>
      <p:sp>
        <p:nvSpPr>
          <p:cNvPr id="391" name="Google Shape;391;p15"/>
          <p:cNvSpPr/>
          <p:nvPr/>
        </p:nvSpPr>
        <p:spPr>
          <a:xfrm>
            <a:off x="10437812" y="0"/>
            <a:ext cx="685800" cy="1143000"/>
          </a:xfrm>
          <a:prstGeom prst="rect">
            <a:avLst/>
          </a:prstGeom>
          <a:solidFill>
            <a:schemeClr val="accent1"/>
          </a:solidFill>
          <a:ln>
            <a:noFill/>
          </a:ln>
          <a:effectLst>
            <a:outerShdw blurRad="38100" rotWithShape="0" dir="5400000" dist="25400">
              <a:srgbClr val="000000">
                <a:alpha val="43921"/>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404040"/>
            </a:gs>
            <a:gs pos="100000">
              <a:srgbClr val="292929"/>
            </a:gs>
          </a:gsLst>
          <a:path path="circle">
            <a:fillToRect b="100%" r="100%"/>
          </a:path>
          <a:tileRect l="-100%" t="-100%"/>
        </a:gradFill>
      </p:bgPr>
    </p:bg>
    <p:spTree>
      <p:nvGrpSpPr>
        <p:cNvPr id="395" name="Shape 395"/>
        <p:cNvGrpSpPr/>
        <p:nvPr/>
      </p:nvGrpSpPr>
      <p:grpSpPr>
        <a:xfrm>
          <a:off x="0" y="0"/>
          <a:ext cx="0" cy="0"/>
          <a:chOff x="0" y="0"/>
          <a:chExt cx="0" cy="0"/>
        </a:xfrm>
      </p:grpSpPr>
      <p:sp>
        <p:nvSpPr>
          <p:cNvPr id="396" name="Google Shape;396;p16"/>
          <p:cNvSpPr/>
          <p:nvPr/>
        </p:nvSpPr>
        <p:spPr>
          <a:xfrm>
            <a:off x="0" y="0"/>
            <a:ext cx="12192000" cy="6858000"/>
          </a:xfrm>
          <a:prstGeom prst="rect">
            <a:avLst/>
          </a:prstGeom>
          <a:gradFill>
            <a:gsLst>
              <a:gs pos="0">
                <a:srgbClr val="404040"/>
              </a:gs>
              <a:gs pos="100000">
                <a:srgbClr val="292929"/>
              </a:gs>
            </a:gsLst>
            <a:path path="circle">
              <a:fillToRect b="100%" r="100%"/>
            </a:path>
            <a:tileRect l="-100%" t="-10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397" name="Google Shape;397;p16"/>
          <p:cNvSpPr/>
          <p:nvPr/>
        </p:nvSpPr>
        <p:spPr>
          <a:xfrm>
            <a:off x="477012" y="480060"/>
            <a:ext cx="11237976" cy="589788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pic>
        <p:nvPicPr>
          <p:cNvPr descr="Diagram&#10;&#10;Description automatically generated" id="398" name="Google Shape;398;p16"/>
          <p:cNvPicPr preferRelativeResize="0"/>
          <p:nvPr/>
        </p:nvPicPr>
        <p:blipFill rotWithShape="1">
          <a:blip r:embed="rId3">
            <a:alphaModFix/>
          </a:blip>
          <a:srcRect b="0" l="0" r="0" t="0"/>
          <a:stretch/>
        </p:blipFill>
        <p:spPr>
          <a:xfrm>
            <a:off x="1031393" y="643467"/>
            <a:ext cx="10129213" cy="557106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02" name="Shape 402"/>
        <p:cNvGrpSpPr/>
        <p:nvPr/>
      </p:nvGrpSpPr>
      <p:grpSpPr>
        <a:xfrm>
          <a:off x="0" y="0"/>
          <a:ext cx="0" cy="0"/>
          <a:chOff x="0" y="0"/>
          <a:chExt cx="0" cy="0"/>
        </a:xfrm>
      </p:grpSpPr>
      <p:sp>
        <p:nvSpPr>
          <p:cNvPr id="403" name="Google Shape;403;p17"/>
          <p:cNvSpPr/>
          <p:nvPr/>
        </p:nvSpPr>
        <p:spPr>
          <a:xfrm>
            <a:off x="477012" y="480060"/>
            <a:ext cx="11237976" cy="589788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pic>
        <p:nvPicPr>
          <p:cNvPr descr="Diagram&#10;&#10;Description automatically generated" id="404" name="Google Shape;404;p17"/>
          <p:cNvPicPr preferRelativeResize="0"/>
          <p:nvPr/>
        </p:nvPicPr>
        <p:blipFill rotWithShape="1">
          <a:blip r:embed="rId4">
            <a:alphaModFix/>
          </a:blip>
          <a:srcRect b="0" l="0" r="0" t="0"/>
          <a:stretch/>
        </p:blipFill>
        <p:spPr>
          <a:xfrm>
            <a:off x="687198" y="643467"/>
            <a:ext cx="10817603" cy="5571066"/>
          </a:xfrm>
          <a:prstGeom prst="rect">
            <a:avLst/>
          </a:prstGeom>
          <a:noFill/>
          <a:ln>
            <a:noFill/>
          </a:ln>
        </p:spPr>
      </p:pic>
      <p:sp>
        <p:nvSpPr>
          <p:cNvPr id="405" name="Google Shape;405;p17"/>
          <p:cNvSpPr/>
          <p:nvPr/>
        </p:nvSpPr>
        <p:spPr>
          <a:xfrm>
            <a:off x="10437812" y="0"/>
            <a:ext cx="685800" cy="1143000"/>
          </a:xfrm>
          <a:prstGeom prst="rect">
            <a:avLst/>
          </a:prstGeom>
          <a:solidFill>
            <a:schemeClr val="accent1"/>
          </a:solidFill>
          <a:ln>
            <a:noFill/>
          </a:ln>
          <a:effectLst>
            <a:outerShdw blurRad="38100" rotWithShape="0" dir="5400000" dist="25400">
              <a:srgbClr val="000000">
                <a:alpha val="43921"/>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grpSp>
        <p:nvGrpSpPr>
          <p:cNvPr id="410" name="Google Shape;410;p18"/>
          <p:cNvGrpSpPr/>
          <p:nvPr/>
        </p:nvGrpSpPr>
        <p:grpSpPr>
          <a:xfrm>
            <a:off x="204224" y="1372521"/>
            <a:ext cx="11986750" cy="685944"/>
            <a:chOff x="1024" y="125417"/>
            <a:chExt cx="11986750" cy="685944"/>
          </a:xfrm>
        </p:grpSpPr>
        <p:sp>
          <p:nvSpPr>
            <p:cNvPr id="411" name="Google Shape;411;p18"/>
            <p:cNvSpPr/>
            <p:nvPr/>
          </p:nvSpPr>
          <p:spPr>
            <a:xfrm>
              <a:off x="1024" y="154553"/>
              <a:ext cx="1642020" cy="656808"/>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2" name="Google Shape;412;p18"/>
            <p:cNvSpPr txBox="1"/>
            <p:nvPr/>
          </p:nvSpPr>
          <p:spPr>
            <a:xfrm>
              <a:off x="329428" y="154553"/>
              <a:ext cx="985212" cy="656808"/>
            </a:xfrm>
            <a:prstGeom prst="rect">
              <a:avLst/>
            </a:prstGeom>
            <a:noFill/>
            <a:ln>
              <a:noFill/>
            </a:ln>
          </p:spPr>
          <p:txBody>
            <a:bodyPr anchorCtr="0" anchor="ctr" bIns="12000" lIns="36000" spcFirstLastPara="1" rIns="12000" wrap="square" tIns="12000">
              <a:noAutofit/>
            </a:bodyPr>
            <a:lstStyle/>
            <a:p>
              <a:pPr indent="0" lvl="0" marL="0" marR="0" rtl="0" algn="ctr">
                <a:lnSpc>
                  <a:spcPct val="90000"/>
                </a:lnSpc>
                <a:spcBef>
                  <a:spcPts val="0"/>
                </a:spcBef>
                <a:spcAft>
                  <a:spcPts val="0"/>
                </a:spcAft>
                <a:buClr>
                  <a:schemeClr val="lt1"/>
                </a:buClr>
                <a:buSzPts val="900"/>
                <a:buFont typeface="Century Gothic"/>
                <a:buNone/>
              </a:pPr>
              <a:r>
                <a:rPr b="0" i="0" lang="en-US" sz="900" u="none" cap="none" strike="noStrike">
                  <a:solidFill>
                    <a:schemeClr val="lt1"/>
                  </a:solidFill>
                  <a:latin typeface="Century Gothic"/>
                  <a:ea typeface="Century Gothic"/>
                  <a:cs typeface="Century Gothic"/>
                  <a:sym typeface="Century Gothic"/>
                </a:rPr>
                <a:t>INSTALLATION</a:t>
              </a:r>
              <a:endParaRPr b="0" i="0" sz="1400" u="none" cap="none" strike="noStrike">
                <a:solidFill>
                  <a:srgbClr val="000000"/>
                </a:solidFill>
                <a:latin typeface="Arial"/>
                <a:ea typeface="Arial"/>
                <a:cs typeface="Arial"/>
                <a:sym typeface="Arial"/>
              </a:endParaRPr>
            </a:p>
          </p:txBody>
        </p:sp>
        <p:sp>
          <p:nvSpPr>
            <p:cNvPr id="413" name="Google Shape;413;p18"/>
            <p:cNvSpPr/>
            <p:nvPr/>
          </p:nvSpPr>
          <p:spPr>
            <a:xfrm>
              <a:off x="1478843" y="154553"/>
              <a:ext cx="1642020" cy="656808"/>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4" name="Google Shape;414;p18"/>
            <p:cNvSpPr txBox="1"/>
            <p:nvPr/>
          </p:nvSpPr>
          <p:spPr>
            <a:xfrm>
              <a:off x="1807247" y="154553"/>
              <a:ext cx="985212" cy="656808"/>
            </a:xfrm>
            <a:prstGeom prst="rect">
              <a:avLst/>
            </a:prstGeom>
            <a:noFill/>
            <a:ln>
              <a:noFill/>
            </a:ln>
          </p:spPr>
          <p:txBody>
            <a:bodyPr anchorCtr="0" anchor="ctr" bIns="12000" lIns="36000" spcFirstLastPara="1" rIns="12000" wrap="square" tIns="12000">
              <a:noAutofit/>
            </a:bodyPr>
            <a:lstStyle/>
            <a:p>
              <a:pPr indent="0" lvl="0" marL="0" marR="0" rtl="0" algn="ctr">
                <a:lnSpc>
                  <a:spcPct val="90000"/>
                </a:lnSpc>
                <a:spcBef>
                  <a:spcPts val="0"/>
                </a:spcBef>
                <a:spcAft>
                  <a:spcPts val="0"/>
                </a:spcAft>
                <a:buClr>
                  <a:schemeClr val="lt1"/>
                </a:buClr>
                <a:buSzPts val="900"/>
                <a:buFont typeface="Century Gothic"/>
                <a:buNone/>
              </a:pPr>
              <a:r>
                <a:rPr b="0" i="0" lang="en-US" sz="900" u="none" cap="none" strike="noStrike">
                  <a:solidFill>
                    <a:schemeClr val="lt1"/>
                  </a:solidFill>
                  <a:latin typeface="Century Gothic"/>
                  <a:ea typeface="Century Gothic"/>
                  <a:cs typeface="Century Gothic"/>
                  <a:sym typeface="Century Gothic"/>
                </a:rPr>
                <a:t>SO / Patch with service</a:t>
              </a:r>
              <a:endParaRPr b="0" i="0" sz="1400" u="none" cap="none" strike="noStrike">
                <a:solidFill>
                  <a:srgbClr val="000000"/>
                </a:solidFill>
                <a:latin typeface="Arial"/>
                <a:ea typeface="Arial"/>
                <a:cs typeface="Arial"/>
                <a:sym typeface="Arial"/>
              </a:endParaRPr>
            </a:p>
          </p:txBody>
        </p:sp>
        <p:sp>
          <p:nvSpPr>
            <p:cNvPr id="415" name="Google Shape;415;p18"/>
            <p:cNvSpPr/>
            <p:nvPr/>
          </p:nvSpPr>
          <p:spPr>
            <a:xfrm>
              <a:off x="2956661" y="154553"/>
              <a:ext cx="1642020" cy="656808"/>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6" name="Google Shape;416;p18"/>
            <p:cNvSpPr txBox="1"/>
            <p:nvPr/>
          </p:nvSpPr>
          <p:spPr>
            <a:xfrm>
              <a:off x="3285065" y="154553"/>
              <a:ext cx="985212" cy="656808"/>
            </a:xfrm>
            <a:prstGeom prst="rect">
              <a:avLst/>
            </a:prstGeom>
            <a:noFill/>
            <a:ln>
              <a:noFill/>
            </a:ln>
          </p:spPr>
          <p:txBody>
            <a:bodyPr anchorCtr="0" anchor="ctr" bIns="12000" lIns="36000" spcFirstLastPara="1" rIns="12000" wrap="square" tIns="12000">
              <a:noAutofit/>
            </a:bodyPr>
            <a:lstStyle/>
            <a:p>
              <a:pPr indent="0" lvl="0" marL="0" marR="0" rtl="0" algn="ctr">
                <a:lnSpc>
                  <a:spcPct val="90000"/>
                </a:lnSpc>
                <a:spcBef>
                  <a:spcPts val="0"/>
                </a:spcBef>
                <a:spcAft>
                  <a:spcPts val="0"/>
                </a:spcAft>
                <a:buClr>
                  <a:schemeClr val="lt1"/>
                </a:buClr>
                <a:buSzPts val="900"/>
                <a:buFont typeface="Century Gothic"/>
                <a:buNone/>
              </a:pPr>
              <a:r>
                <a:rPr b="0" i="0" lang="en-US" sz="900" u="none" cap="none" strike="noStrike">
                  <a:solidFill>
                    <a:schemeClr val="lt1"/>
                  </a:solidFill>
                  <a:latin typeface="Century Gothic"/>
                  <a:ea typeface="Century Gothic"/>
                  <a:cs typeface="Century Gothic"/>
                  <a:sym typeface="Century Gothic"/>
                </a:rPr>
                <a:t>Breifing with Sales Manger FIRST</a:t>
              </a:r>
              <a:endParaRPr b="0" i="0" sz="1400" u="none" cap="none" strike="noStrike">
                <a:solidFill>
                  <a:srgbClr val="000000"/>
                </a:solidFill>
                <a:latin typeface="Arial"/>
                <a:ea typeface="Arial"/>
                <a:cs typeface="Arial"/>
                <a:sym typeface="Arial"/>
              </a:endParaRPr>
            </a:p>
          </p:txBody>
        </p:sp>
        <p:sp>
          <p:nvSpPr>
            <p:cNvPr id="417" name="Google Shape;417;p18"/>
            <p:cNvSpPr/>
            <p:nvPr/>
          </p:nvSpPr>
          <p:spPr>
            <a:xfrm>
              <a:off x="4434480" y="154553"/>
              <a:ext cx="1642020" cy="656808"/>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8" name="Google Shape;418;p18"/>
            <p:cNvSpPr txBox="1"/>
            <p:nvPr/>
          </p:nvSpPr>
          <p:spPr>
            <a:xfrm>
              <a:off x="4762884" y="154553"/>
              <a:ext cx="985212" cy="656808"/>
            </a:xfrm>
            <a:prstGeom prst="rect">
              <a:avLst/>
            </a:prstGeom>
            <a:noFill/>
            <a:ln>
              <a:noFill/>
            </a:ln>
          </p:spPr>
          <p:txBody>
            <a:bodyPr anchorCtr="0" anchor="ctr" bIns="12000" lIns="36000" spcFirstLastPara="1" rIns="12000" wrap="square" tIns="12000">
              <a:noAutofit/>
            </a:bodyPr>
            <a:lstStyle/>
            <a:p>
              <a:pPr indent="0" lvl="0" marL="0" marR="0" rtl="0" algn="ctr">
                <a:lnSpc>
                  <a:spcPct val="90000"/>
                </a:lnSpc>
                <a:spcBef>
                  <a:spcPts val="0"/>
                </a:spcBef>
                <a:spcAft>
                  <a:spcPts val="0"/>
                </a:spcAft>
                <a:buClr>
                  <a:schemeClr val="lt1"/>
                </a:buClr>
                <a:buSzPts val="900"/>
                <a:buFont typeface="Century Gothic"/>
                <a:buNone/>
              </a:pPr>
              <a:r>
                <a:rPr b="0" i="0" lang="en-US" sz="900" u="none" cap="none" strike="noStrike">
                  <a:solidFill>
                    <a:schemeClr val="lt1"/>
                  </a:solidFill>
                  <a:latin typeface="Century Gothic"/>
                  <a:ea typeface="Century Gothic"/>
                  <a:cs typeface="Century Gothic"/>
                  <a:sym typeface="Century Gothic"/>
                </a:rPr>
                <a:t>Briefing with other dept, Pur, Sales, Store, Fin + Sales Mgr</a:t>
              </a:r>
              <a:endParaRPr b="0" i="0" sz="900" u="none" cap="none" strike="noStrike">
                <a:solidFill>
                  <a:schemeClr val="lt1"/>
                </a:solidFill>
                <a:latin typeface="Century Gothic"/>
                <a:ea typeface="Century Gothic"/>
                <a:cs typeface="Century Gothic"/>
                <a:sym typeface="Century Gothic"/>
              </a:endParaRPr>
            </a:p>
          </p:txBody>
        </p:sp>
        <p:sp>
          <p:nvSpPr>
            <p:cNvPr id="419" name="Google Shape;419;p18"/>
            <p:cNvSpPr/>
            <p:nvPr/>
          </p:nvSpPr>
          <p:spPr>
            <a:xfrm>
              <a:off x="5912298" y="154553"/>
              <a:ext cx="1642020" cy="656808"/>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0" name="Google Shape;420;p18"/>
            <p:cNvSpPr txBox="1"/>
            <p:nvPr/>
          </p:nvSpPr>
          <p:spPr>
            <a:xfrm>
              <a:off x="6240702" y="154553"/>
              <a:ext cx="985212" cy="656808"/>
            </a:xfrm>
            <a:prstGeom prst="rect">
              <a:avLst/>
            </a:prstGeom>
            <a:noFill/>
            <a:ln>
              <a:noFill/>
            </a:ln>
          </p:spPr>
          <p:txBody>
            <a:bodyPr anchorCtr="0" anchor="ctr" bIns="12000" lIns="36000" spcFirstLastPara="1" rIns="12000" wrap="square" tIns="12000">
              <a:noAutofit/>
            </a:bodyPr>
            <a:lstStyle/>
            <a:p>
              <a:pPr indent="0" lvl="0" marL="0" marR="0" rtl="0" algn="ctr">
                <a:lnSpc>
                  <a:spcPct val="90000"/>
                </a:lnSpc>
                <a:spcBef>
                  <a:spcPts val="0"/>
                </a:spcBef>
                <a:spcAft>
                  <a:spcPts val="0"/>
                </a:spcAft>
                <a:buClr>
                  <a:schemeClr val="lt1"/>
                </a:buClr>
                <a:buSzPts val="900"/>
                <a:buFont typeface="Century Gothic"/>
                <a:buNone/>
              </a:pPr>
              <a:r>
                <a:rPr b="0" i="0" lang="en-US" sz="900" u="none" cap="none" strike="noStrike">
                  <a:solidFill>
                    <a:schemeClr val="lt1"/>
                  </a:solidFill>
                  <a:latin typeface="Century Gothic"/>
                  <a:ea typeface="Century Gothic"/>
                  <a:cs typeface="Century Gothic"/>
                  <a:sym typeface="Century Gothic"/>
                </a:rPr>
                <a:t>Meeting with customer and site review</a:t>
              </a:r>
              <a:endParaRPr b="0" i="0" sz="1400" u="none" cap="none" strike="noStrike">
                <a:solidFill>
                  <a:srgbClr val="000000"/>
                </a:solidFill>
                <a:latin typeface="Arial"/>
                <a:ea typeface="Arial"/>
                <a:cs typeface="Arial"/>
                <a:sym typeface="Arial"/>
              </a:endParaRPr>
            </a:p>
          </p:txBody>
        </p:sp>
        <p:sp>
          <p:nvSpPr>
            <p:cNvPr id="421" name="Google Shape;421;p18"/>
            <p:cNvSpPr/>
            <p:nvPr/>
          </p:nvSpPr>
          <p:spPr>
            <a:xfrm>
              <a:off x="7390117" y="154553"/>
              <a:ext cx="1642020" cy="656808"/>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2" name="Google Shape;422;p18"/>
            <p:cNvSpPr txBox="1"/>
            <p:nvPr/>
          </p:nvSpPr>
          <p:spPr>
            <a:xfrm>
              <a:off x="7718521" y="154553"/>
              <a:ext cx="985212" cy="656808"/>
            </a:xfrm>
            <a:prstGeom prst="rect">
              <a:avLst/>
            </a:prstGeom>
            <a:noFill/>
            <a:ln>
              <a:noFill/>
            </a:ln>
          </p:spPr>
          <p:txBody>
            <a:bodyPr anchorCtr="0" anchor="ctr" bIns="12000" lIns="36000" spcFirstLastPara="1" rIns="12000" wrap="square" tIns="12000">
              <a:noAutofit/>
            </a:bodyPr>
            <a:lstStyle/>
            <a:p>
              <a:pPr indent="0" lvl="0" marL="0" marR="0" rtl="0" algn="ctr">
                <a:lnSpc>
                  <a:spcPct val="90000"/>
                </a:lnSpc>
                <a:spcBef>
                  <a:spcPts val="0"/>
                </a:spcBef>
                <a:spcAft>
                  <a:spcPts val="0"/>
                </a:spcAft>
                <a:buClr>
                  <a:schemeClr val="lt1"/>
                </a:buClr>
                <a:buSzPts val="900"/>
                <a:buFont typeface="Century Gothic"/>
                <a:buNone/>
              </a:pPr>
              <a:r>
                <a:rPr b="0" i="0" lang="en-US" sz="900" u="none" cap="none" strike="noStrike">
                  <a:solidFill>
                    <a:schemeClr val="lt1"/>
                  </a:solidFill>
                  <a:latin typeface="Century Gothic"/>
                  <a:ea typeface="Century Gothic"/>
                  <a:cs typeface="Century Gothic"/>
                  <a:sym typeface="Century Gothic"/>
                </a:rPr>
                <a:t>Gantt Sheet – Work Policy</a:t>
              </a:r>
              <a:endParaRPr b="0" i="0" sz="1400" u="none" cap="none" strike="noStrike">
                <a:solidFill>
                  <a:srgbClr val="000000"/>
                </a:solidFill>
                <a:latin typeface="Arial"/>
                <a:ea typeface="Arial"/>
                <a:cs typeface="Arial"/>
                <a:sym typeface="Arial"/>
              </a:endParaRPr>
            </a:p>
          </p:txBody>
        </p:sp>
        <p:sp>
          <p:nvSpPr>
            <p:cNvPr id="423" name="Google Shape;423;p18"/>
            <p:cNvSpPr/>
            <p:nvPr/>
          </p:nvSpPr>
          <p:spPr>
            <a:xfrm>
              <a:off x="8867936" y="154553"/>
              <a:ext cx="1642020" cy="656808"/>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4" name="Google Shape;424;p18"/>
            <p:cNvSpPr txBox="1"/>
            <p:nvPr/>
          </p:nvSpPr>
          <p:spPr>
            <a:xfrm>
              <a:off x="9196340" y="154553"/>
              <a:ext cx="985212" cy="656808"/>
            </a:xfrm>
            <a:prstGeom prst="rect">
              <a:avLst/>
            </a:prstGeom>
            <a:noFill/>
            <a:ln>
              <a:noFill/>
            </a:ln>
          </p:spPr>
          <p:txBody>
            <a:bodyPr anchorCtr="0" anchor="ctr" bIns="12000" lIns="36000" spcFirstLastPara="1" rIns="12000" wrap="square" tIns="12000">
              <a:noAutofit/>
            </a:bodyPr>
            <a:lstStyle/>
            <a:p>
              <a:pPr indent="0" lvl="0" marL="0" marR="0" rtl="0" algn="ctr">
                <a:lnSpc>
                  <a:spcPct val="90000"/>
                </a:lnSpc>
                <a:spcBef>
                  <a:spcPts val="0"/>
                </a:spcBef>
                <a:spcAft>
                  <a:spcPts val="0"/>
                </a:spcAft>
                <a:buClr>
                  <a:schemeClr val="lt1"/>
                </a:buClr>
                <a:buSzPts val="900"/>
                <a:buFont typeface="Century Gothic"/>
                <a:buNone/>
              </a:pPr>
              <a:r>
                <a:rPr b="0" i="0" lang="en-US" sz="900" u="none" cap="none" strike="noStrike">
                  <a:solidFill>
                    <a:schemeClr val="lt1"/>
                  </a:solidFill>
                  <a:latin typeface="Century Gothic"/>
                  <a:ea typeface="Century Gothic"/>
                  <a:cs typeface="Century Gothic"/>
                  <a:sym typeface="Century Gothic"/>
                </a:rPr>
                <a:t>Drawing and Start Wrok , take approval from Customer </a:t>
              </a:r>
              <a:endParaRPr b="0" i="0" sz="900" u="none" cap="none" strike="noStrike">
                <a:solidFill>
                  <a:schemeClr val="lt1"/>
                </a:solidFill>
                <a:latin typeface="Century Gothic"/>
                <a:ea typeface="Century Gothic"/>
                <a:cs typeface="Century Gothic"/>
                <a:sym typeface="Century Gothic"/>
              </a:endParaRPr>
            </a:p>
          </p:txBody>
        </p:sp>
        <p:sp>
          <p:nvSpPr>
            <p:cNvPr id="425" name="Google Shape;425;p18"/>
            <p:cNvSpPr/>
            <p:nvPr/>
          </p:nvSpPr>
          <p:spPr>
            <a:xfrm>
              <a:off x="10345754" y="125417"/>
              <a:ext cx="1642020" cy="656808"/>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6" name="Google Shape;426;p18"/>
            <p:cNvSpPr txBox="1"/>
            <p:nvPr/>
          </p:nvSpPr>
          <p:spPr>
            <a:xfrm>
              <a:off x="10674158" y="125417"/>
              <a:ext cx="985212" cy="656808"/>
            </a:xfrm>
            <a:prstGeom prst="rect">
              <a:avLst/>
            </a:prstGeom>
            <a:noFill/>
            <a:ln>
              <a:noFill/>
            </a:ln>
          </p:spPr>
          <p:txBody>
            <a:bodyPr anchorCtr="0" anchor="ctr" bIns="12000" lIns="36000" spcFirstLastPara="1" rIns="12000" wrap="square" tIns="12000">
              <a:noAutofit/>
            </a:bodyPr>
            <a:lstStyle/>
            <a:p>
              <a:pPr indent="0" lvl="0" marL="0" marR="0" rtl="0" algn="ctr">
                <a:lnSpc>
                  <a:spcPct val="90000"/>
                </a:lnSpc>
                <a:spcBef>
                  <a:spcPts val="0"/>
                </a:spcBef>
                <a:spcAft>
                  <a:spcPts val="0"/>
                </a:spcAft>
                <a:buClr>
                  <a:schemeClr val="lt1"/>
                </a:buClr>
                <a:buSzPts val="900"/>
                <a:buFont typeface="Century Gothic"/>
                <a:buNone/>
              </a:pPr>
              <a:r>
                <a:rPr b="0" i="0" lang="en-US" sz="900" u="none" cap="none" strike="noStrike">
                  <a:solidFill>
                    <a:schemeClr val="lt1"/>
                  </a:solidFill>
                  <a:latin typeface="Century Gothic"/>
                  <a:ea typeface="Century Gothic"/>
                  <a:cs typeface="Century Gothic"/>
                  <a:sym typeface="Century Gothic"/>
                </a:rPr>
                <a:t>Daily Reporting of site  Mor + Eve with photo</a:t>
              </a:r>
              <a:endParaRPr b="0" i="0" sz="1400" u="none" cap="none" strike="noStrike">
                <a:solidFill>
                  <a:srgbClr val="000000"/>
                </a:solidFill>
                <a:latin typeface="Arial"/>
                <a:ea typeface="Arial"/>
                <a:cs typeface="Arial"/>
                <a:sym typeface="Arial"/>
              </a:endParaRPr>
            </a:p>
          </p:txBody>
        </p:sp>
      </p:grpSp>
      <p:sp>
        <p:nvSpPr>
          <p:cNvPr id="427" name="Google Shape;427;p18"/>
          <p:cNvSpPr txBox="1"/>
          <p:nvPr/>
        </p:nvSpPr>
        <p:spPr>
          <a:xfrm>
            <a:off x="90152" y="257577"/>
            <a:ext cx="12101848" cy="5232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Arial"/>
              <a:buNone/>
            </a:pPr>
            <a:r>
              <a:rPr b="1" i="0" lang="en-US" sz="2800" u="none" cap="none" strike="noStrike">
                <a:solidFill>
                  <a:schemeClr val="lt1"/>
                </a:solidFill>
                <a:latin typeface="Century Gothic"/>
                <a:ea typeface="Century Gothic"/>
                <a:cs typeface="Century Gothic"/>
                <a:sym typeface="Century Gothic"/>
              </a:rPr>
              <a:t>INSTALLATION</a:t>
            </a:r>
            <a:endParaRPr b="0" i="0" sz="1400" u="none" cap="none" strike="noStrike">
              <a:solidFill>
                <a:srgbClr val="000000"/>
              </a:solidFill>
              <a:latin typeface="Arial"/>
              <a:ea typeface="Arial"/>
              <a:cs typeface="Arial"/>
              <a:sym typeface="Arial"/>
            </a:endParaRPr>
          </a:p>
        </p:txBody>
      </p:sp>
      <p:grpSp>
        <p:nvGrpSpPr>
          <p:cNvPr id="428" name="Google Shape;428;p18"/>
          <p:cNvGrpSpPr/>
          <p:nvPr/>
        </p:nvGrpSpPr>
        <p:grpSpPr>
          <a:xfrm>
            <a:off x="204663" y="2522943"/>
            <a:ext cx="11985872" cy="550222"/>
            <a:chOff x="1463" y="196160"/>
            <a:chExt cx="11985872" cy="550222"/>
          </a:xfrm>
        </p:grpSpPr>
        <p:sp>
          <p:nvSpPr>
            <p:cNvPr id="429" name="Google Shape;429;p18"/>
            <p:cNvSpPr/>
            <p:nvPr/>
          </p:nvSpPr>
          <p:spPr>
            <a:xfrm>
              <a:off x="1463" y="219531"/>
              <a:ext cx="1317128" cy="526851"/>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0" name="Google Shape;430;p18"/>
            <p:cNvSpPr txBox="1"/>
            <p:nvPr/>
          </p:nvSpPr>
          <p:spPr>
            <a:xfrm>
              <a:off x="264889" y="219531"/>
              <a:ext cx="790277" cy="526851"/>
            </a:xfrm>
            <a:prstGeom prst="rect">
              <a:avLst/>
            </a:prstGeom>
            <a:noFill/>
            <a:ln>
              <a:noFill/>
            </a:ln>
          </p:spPr>
          <p:txBody>
            <a:bodyPr anchorCtr="0" anchor="ctr" bIns="12000" lIns="36000" spcFirstLastPara="1" rIns="12000" wrap="square" tIns="12000">
              <a:noAutofit/>
            </a:bodyPr>
            <a:lstStyle/>
            <a:p>
              <a:pPr indent="0" lvl="0" marL="0" marR="0" rtl="0" algn="ctr">
                <a:lnSpc>
                  <a:spcPct val="90000"/>
                </a:lnSpc>
                <a:spcBef>
                  <a:spcPts val="0"/>
                </a:spcBef>
                <a:spcAft>
                  <a:spcPts val="0"/>
                </a:spcAft>
                <a:buClr>
                  <a:schemeClr val="lt1"/>
                </a:buClr>
                <a:buSzPts val="900"/>
                <a:buFont typeface="Century Gothic"/>
                <a:buNone/>
              </a:pPr>
              <a:r>
                <a:rPr b="0" i="0" lang="en-US" sz="900" u="none" cap="none" strike="noStrike">
                  <a:solidFill>
                    <a:schemeClr val="lt1"/>
                  </a:solidFill>
                  <a:latin typeface="Century Gothic"/>
                  <a:ea typeface="Century Gothic"/>
                  <a:cs typeface="Century Gothic"/>
                  <a:sym typeface="Century Gothic"/>
                </a:rPr>
                <a:t>Expenditure Detial Daily</a:t>
              </a:r>
              <a:endParaRPr b="0" i="0" sz="1400" u="none" cap="none" strike="noStrike">
                <a:solidFill>
                  <a:srgbClr val="000000"/>
                </a:solidFill>
                <a:latin typeface="Arial"/>
                <a:ea typeface="Arial"/>
                <a:cs typeface="Arial"/>
                <a:sym typeface="Arial"/>
              </a:endParaRPr>
            </a:p>
          </p:txBody>
        </p:sp>
        <p:sp>
          <p:nvSpPr>
            <p:cNvPr id="431" name="Google Shape;431;p18"/>
            <p:cNvSpPr/>
            <p:nvPr/>
          </p:nvSpPr>
          <p:spPr>
            <a:xfrm>
              <a:off x="1186879" y="219531"/>
              <a:ext cx="1317128" cy="526851"/>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2" name="Google Shape;432;p18"/>
            <p:cNvSpPr txBox="1"/>
            <p:nvPr/>
          </p:nvSpPr>
          <p:spPr>
            <a:xfrm>
              <a:off x="1450305" y="219531"/>
              <a:ext cx="790277" cy="526851"/>
            </a:xfrm>
            <a:prstGeom prst="rect">
              <a:avLst/>
            </a:prstGeom>
            <a:noFill/>
            <a:ln>
              <a:noFill/>
            </a:ln>
          </p:spPr>
          <p:txBody>
            <a:bodyPr anchorCtr="0" anchor="ctr" bIns="12000" lIns="36000" spcFirstLastPara="1" rIns="12000" wrap="square" tIns="12000">
              <a:noAutofit/>
            </a:bodyPr>
            <a:lstStyle/>
            <a:p>
              <a:pPr indent="0" lvl="0" marL="0" marR="0" rtl="0" algn="ctr">
                <a:lnSpc>
                  <a:spcPct val="90000"/>
                </a:lnSpc>
                <a:spcBef>
                  <a:spcPts val="0"/>
                </a:spcBef>
                <a:spcAft>
                  <a:spcPts val="0"/>
                </a:spcAft>
                <a:buClr>
                  <a:schemeClr val="lt1"/>
                </a:buClr>
                <a:buSzPts val="900"/>
                <a:buFont typeface="Century Gothic"/>
                <a:buNone/>
              </a:pPr>
              <a:r>
                <a:rPr b="0" i="0" lang="en-US" sz="900" u="none" cap="none" strike="noStrike">
                  <a:solidFill>
                    <a:schemeClr val="lt1"/>
                  </a:solidFill>
                  <a:latin typeface="Century Gothic"/>
                  <a:ea typeface="Century Gothic"/>
                  <a:cs typeface="Century Gothic"/>
                  <a:sym typeface="Century Gothic"/>
                </a:rPr>
                <a:t>Check availability of Customer </a:t>
              </a:r>
              <a:endParaRPr b="0" i="0" sz="900" u="none" cap="none" strike="noStrike">
                <a:solidFill>
                  <a:schemeClr val="lt1"/>
                </a:solidFill>
                <a:latin typeface="Century Gothic"/>
                <a:ea typeface="Century Gothic"/>
                <a:cs typeface="Century Gothic"/>
                <a:sym typeface="Century Gothic"/>
              </a:endParaRPr>
            </a:p>
          </p:txBody>
        </p:sp>
        <p:sp>
          <p:nvSpPr>
            <p:cNvPr id="433" name="Google Shape;433;p18"/>
            <p:cNvSpPr/>
            <p:nvPr/>
          </p:nvSpPr>
          <p:spPr>
            <a:xfrm>
              <a:off x="2372295" y="219531"/>
              <a:ext cx="1317128" cy="526851"/>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4" name="Google Shape;434;p18"/>
            <p:cNvSpPr txBox="1"/>
            <p:nvPr/>
          </p:nvSpPr>
          <p:spPr>
            <a:xfrm>
              <a:off x="2635721" y="219531"/>
              <a:ext cx="790277" cy="526851"/>
            </a:xfrm>
            <a:prstGeom prst="rect">
              <a:avLst/>
            </a:prstGeom>
            <a:noFill/>
            <a:ln>
              <a:noFill/>
            </a:ln>
          </p:spPr>
          <p:txBody>
            <a:bodyPr anchorCtr="0" anchor="ctr" bIns="12000" lIns="36000" spcFirstLastPara="1" rIns="12000" wrap="square" tIns="12000">
              <a:noAutofit/>
            </a:bodyPr>
            <a:lstStyle/>
            <a:p>
              <a:pPr indent="0" lvl="0" marL="0" marR="0" rtl="0" algn="ctr">
                <a:lnSpc>
                  <a:spcPct val="90000"/>
                </a:lnSpc>
                <a:spcBef>
                  <a:spcPts val="0"/>
                </a:spcBef>
                <a:spcAft>
                  <a:spcPts val="0"/>
                </a:spcAft>
                <a:buClr>
                  <a:schemeClr val="lt1"/>
                </a:buClr>
                <a:buSzPts val="900"/>
                <a:buFont typeface="Century Gothic"/>
                <a:buNone/>
              </a:pPr>
              <a:r>
                <a:rPr b="0" i="0" lang="en-US" sz="900" u="none" cap="none" strike="noStrike">
                  <a:solidFill>
                    <a:schemeClr val="lt1"/>
                  </a:solidFill>
                  <a:latin typeface="Century Gothic"/>
                  <a:ea typeface="Century Gothic"/>
                  <a:cs typeface="Century Gothic"/>
                  <a:sym typeface="Century Gothic"/>
                </a:rPr>
                <a:t>Daily Job Card+Site photo</a:t>
              </a:r>
              <a:endParaRPr b="0" i="0" sz="1400" u="none" cap="none" strike="noStrike">
                <a:solidFill>
                  <a:srgbClr val="000000"/>
                </a:solidFill>
                <a:latin typeface="Arial"/>
                <a:ea typeface="Arial"/>
                <a:cs typeface="Arial"/>
                <a:sym typeface="Arial"/>
              </a:endParaRPr>
            </a:p>
          </p:txBody>
        </p:sp>
        <p:sp>
          <p:nvSpPr>
            <p:cNvPr id="435" name="Google Shape;435;p18"/>
            <p:cNvSpPr/>
            <p:nvPr/>
          </p:nvSpPr>
          <p:spPr>
            <a:xfrm>
              <a:off x="3557711" y="219531"/>
              <a:ext cx="1317128" cy="526851"/>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6" name="Google Shape;436;p18"/>
            <p:cNvSpPr txBox="1"/>
            <p:nvPr/>
          </p:nvSpPr>
          <p:spPr>
            <a:xfrm>
              <a:off x="3821137" y="219531"/>
              <a:ext cx="790277" cy="526851"/>
            </a:xfrm>
            <a:prstGeom prst="rect">
              <a:avLst/>
            </a:prstGeom>
            <a:noFill/>
            <a:ln>
              <a:noFill/>
            </a:ln>
          </p:spPr>
          <p:txBody>
            <a:bodyPr anchorCtr="0" anchor="ctr" bIns="12000" lIns="36000" spcFirstLastPara="1" rIns="12000" wrap="square" tIns="12000">
              <a:noAutofit/>
            </a:bodyPr>
            <a:lstStyle/>
            <a:p>
              <a:pPr indent="0" lvl="0" marL="0" marR="0" rtl="0" algn="ctr">
                <a:lnSpc>
                  <a:spcPct val="90000"/>
                </a:lnSpc>
                <a:spcBef>
                  <a:spcPts val="0"/>
                </a:spcBef>
                <a:spcAft>
                  <a:spcPts val="0"/>
                </a:spcAft>
                <a:buClr>
                  <a:schemeClr val="lt1"/>
                </a:buClr>
                <a:buSzPts val="900"/>
                <a:buFont typeface="Century Gothic"/>
                <a:buNone/>
              </a:pPr>
              <a:r>
                <a:rPr b="0" i="0" lang="en-US" sz="900" u="none" cap="none" strike="noStrike">
                  <a:solidFill>
                    <a:schemeClr val="lt1"/>
                  </a:solidFill>
                  <a:latin typeface="Century Gothic"/>
                  <a:ea typeface="Century Gothic"/>
                  <a:cs typeface="Century Gothic"/>
                  <a:sym typeface="Century Gothic"/>
                </a:rPr>
                <a:t>Case History to be generate</a:t>
              </a:r>
              <a:endParaRPr b="0" i="0" sz="1400" u="none" cap="none" strike="noStrike">
                <a:solidFill>
                  <a:srgbClr val="000000"/>
                </a:solidFill>
                <a:latin typeface="Arial"/>
                <a:ea typeface="Arial"/>
                <a:cs typeface="Arial"/>
                <a:sym typeface="Arial"/>
              </a:endParaRPr>
            </a:p>
          </p:txBody>
        </p:sp>
        <p:sp>
          <p:nvSpPr>
            <p:cNvPr id="437" name="Google Shape;437;p18"/>
            <p:cNvSpPr/>
            <p:nvPr/>
          </p:nvSpPr>
          <p:spPr>
            <a:xfrm>
              <a:off x="4743127" y="219531"/>
              <a:ext cx="1317128" cy="526851"/>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8" name="Google Shape;438;p18"/>
            <p:cNvSpPr txBox="1"/>
            <p:nvPr/>
          </p:nvSpPr>
          <p:spPr>
            <a:xfrm>
              <a:off x="5006553" y="219531"/>
              <a:ext cx="790277" cy="526851"/>
            </a:xfrm>
            <a:prstGeom prst="rect">
              <a:avLst/>
            </a:prstGeom>
            <a:noFill/>
            <a:ln>
              <a:noFill/>
            </a:ln>
          </p:spPr>
          <p:txBody>
            <a:bodyPr anchorCtr="0" anchor="ctr" bIns="12000" lIns="36000" spcFirstLastPara="1" rIns="12000" wrap="square" tIns="12000">
              <a:noAutofit/>
            </a:bodyPr>
            <a:lstStyle/>
            <a:p>
              <a:pPr indent="0" lvl="0" marL="0" marR="0" rtl="0" algn="ctr">
                <a:lnSpc>
                  <a:spcPct val="90000"/>
                </a:lnSpc>
                <a:spcBef>
                  <a:spcPts val="0"/>
                </a:spcBef>
                <a:spcAft>
                  <a:spcPts val="0"/>
                </a:spcAft>
                <a:buClr>
                  <a:schemeClr val="lt1"/>
                </a:buClr>
                <a:buSzPts val="900"/>
                <a:buFont typeface="Century Gothic"/>
                <a:buNone/>
              </a:pPr>
              <a:r>
                <a:rPr b="0" i="0" lang="en-US" sz="900" u="none" cap="none" strike="noStrike">
                  <a:solidFill>
                    <a:schemeClr val="lt1"/>
                  </a:solidFill>
                  <a:latin typeface="Century Gothic"/>
                  <a:ea typeface="Century Gothic"/>
                  <a:cs typeface="Century Gothic"/>
                  <a:sym typeface="Century Gothic"/>
                </a:rPr>
                <a:t>Extra Goods equipment with approval</a:t>
              </a:r>
              <a:endParaRPr b="0" i="0" sz="1400" u="none" cap="none" strike="noStrike">
                <a:solidFill>
                  <a:srgbClr val="000000"/>
                </a:solidFill>
                <a:latin typeface="Arial"/>
                <a:ea typeface="Arial"/>
                <a:cs typeface="Arial"/>
                <a:sym typeface="Arial"/>
              </a:endParaRPr>
            </a:p>
          </p:txBody>
        </p:sp>
        <p:sp>
          <p:nvSpPr>
            <p:cNvPr id="439" name="Google Shape;439;p18"/>
            <p:cNvSpPr/>
            <p:nvPr/>
          </p:nvSpPr>
          <p:spPr>
            <a:xfrm>
              <a:off x="5928543" y="219531"/>
              <a:ext cx="1317128" cy="526851"/>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0" name="Google Shape;440;p18"/>
            <p:cNvSpPr txBox="1"/>
            <p:nvPr/>
          </p:nvSpPr>
          <p:spPr>
            <a:xfrm>
              <a:off x="6191969" y="219531"/>
              <a:ext cx="790277" cy="526851"/>
            </a:xfrm>
            <a:prstGeom prst="rect">
              <a:avLst/>
            </a:prstGeom>
            <a:noFill/>
            <a:ln>
              <a:noFill/>
            </a:ln>
          </p:spPr>
          <p:txBody>
            <a:bodyPr anchorCtr="0" anchor="ctr" bIns="12000" lIns="36000" spcFirstLastPara="1" rIns="12000" wrap="square" tIns="12000">
              <a:noAutofit/>
            </a:bodyPr>
            <a:lstStyle/>
            <a:p>
              <a:pPr indent="0" lvl="0" marL="0" marR="0" rtl="0" algn="ctr">
                <a:lnSpc>
                  <a:spcPct val="90000"/>
                </a:lnSpc>
                <a:spcBef>
                  <a:spcPts val="0"/>
                </a:spcBef>
                <a:spcAft>
                  <a:spcPts val="0"/>
                </a:spcAft>
                <a:buClr>
                  <a:schemeClr val="lt1"/>
                </a:buClr>
                <a:buSzPts val="900"/>
                <a:buFont typeface="Century Gothic"/>
                <a:buNone/>
              </a:pPr>
              <a:r>
                <a:rPr b="0" i="0" lang="en-US" sz="900" u="none" cap="none" strike="noStrike">
                  <a:solidFill>
                    <a:schemeClr val="lt1"/>
                  </a:solidFill>
                  <a:latin typeface="Century Gothic"/>
                  <a:ea typeface="Century Gothic"/>
                  <a:cs typeface="Century Gothic"/>
                  <a:sym typeface="Century Gothic"/>
                </a:rPr>
                <a:t>Extra Billing</a:t>
              </a:r>
              <a:endParaRPr b="0" i="0" sz="1400" u="none" cap="none" strike="noStrike">
                <a:solidFill>
                  <a:srgbClr val="000000"/>
                </a:solidFill>
                <a:latin typeface="Arial"/>
                <a:ea typeface="Arial"/>
                <a:cs typeface="Arial"/>
                <a:sym typeface="Arial"/>
              </a:endParaRPr>
            </a:p>
          </p:txBody>
        </p:sp>
        <p:sp>
          <p:nvSpPr>
            <p:cNvPr id="441" name="Google Shape;441;p18"/>
            <p:cNvSpPr/>
            <p:nvPr/>
          </p:nvSpPr>
          <p:spPr>
            <a:xfrm>
              <a:off x="7113959" y="219531"/>
              <a:ext cx="1317128" cy="526851"/>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2" name="Google Shape;442;p18"/>
            <p:cNvSpPr txBox="1"/>
            <p:nvPr/>
          </p:nvSpPr>
          <p:spPr>
            <a:xfrm>
              <a:off x="7377385" y="219531"/>
              <a:ext cx="790277" cy="526851"/>
            </a:xfrm>
            <a:prstGeom prst="rect">
              <a:avLst/>
            </a:prstGeom>
            <a:noFill/>
            <a:ln>
              <a:noFill/>
            </a:ln>
          </p:spPr>
          <p:txBody>
            <a:bodyPr anchorCtr="0" anchor="ctr" bIns="12000" lIns="36000" spcFirstLastPara="1" rIns="12000" wrap="square" tIns="12000">
              <a:noAutofit/>
            </a:bodyPr>
            <a:lstStyle/>
            <a:p>
              <a:pPr indent="0" lvl="0" marL="0" marR="0" rtl="0" algn="ctr">
                <a:lnSpc>
                  <a:spcPct val="90000"/>
                </a:lnSpc>
                <a:spcBef>
                  <a:spcPts val="0"/>
                </a:spcBef>
                <a:spcAft>
                  <a:spcPts val="0"/>
                </a:spcAft>
                <a:buClr>
                  <a:schemeClr val="lt1"/>
                </a:buClr>
                <a:buSzPts val="900"/>
                <a:buFont typeface="Century Gothic"/>
                <a:buNone/>
              </a:pPr>
              <a:r>
                <a:rPr b="0" i="0" lang="en-US" sz="900" u="none" cap="none" strike="noStrike">
                  <a:solidFill>
                    <a:schemeClr val="lt1"/>
                  </a:solidFill>
                  <a:latin typeface="Century Gothic"/>
                  <a:ea typeface="Century Gothic"/>
                  <a:cs typeface="Century Gothic"/>
                  <a:sym typeface="Century Gothic"/>
                </a:rPr>
                <a:t>Final Testing </a:t>
              </a:r>
              <a:endParaRPr b="0" i="0" sz="900" u="none" cap="none" strike="noStrike">
                <a:solidFill>
                  <a:schemeClr val="lt1"/>
                </a:solidFill>
                <a:latin typeface="Century Gothic"/>
                <a:ea typeface="Century Gothic"/>
                <a:cs typeface="Century Gothic"/>
                <a:sym typeface="Century Gothic"/>
              </a:endParaRPr>
            </a:p>
          </p:txBody>
        </p:sp>
        <p:sp>
          <p:nvSpPr>
            <p:cNvPr id="443" name="Google Shape;443;p18"/>
            <p:cNvSpPr/>
            <p:nvPr/>
          </p:nvSpPr>
          <p:spPr>
            <a:xfrm>
              <a:off x="8299375" y="196160"/>
              <a:ext cx="1317128" cy="526851"/>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4" name="Google Shape;444;p18"/>
            <p:cNvSpPr txBox="1"/>
            <p:nvPr/>
          </p:nvSpPr>
          <p:spPr>
            <a:xfrm>
              <a:off x="8562801" y="196160"/>
              <a:ext cx="790277" cy="526851"/>
            </a:xfrm>
            <a:prstGeom prst="rect">
              <a:avLst/>
            </a:prstGeom>
            <a:noFill/>
            <a:ln>
              <a:noFill/>
            </a:ln>
          </p:spPr>
          <p:txBody>
            <a:bodyPr anchorCtr="0" anchor="ctr" bIns="12000" lIns="36000" spcFirstLastPara="1" rIns="12000" wrap="square" tIns="12000">
              <a:noAutofit/>
            </a:bodyPr>
            <a:lstStyle/>
            <a:p>
              <a:pPr indent="0" lvl="0" marL="0" marR="0" rtl="0" algn="ctr">
                <a:lnSpc>
                  <a:spcPct val="90000"/>
                </a:lnSpc>
                <a:spcBef>
                  <a:spcPts val="0"/>
                </a:spcBef>
                <a:spcAft>
                  <a:spcPts val="0"/>
                </a:spcAft>
                <a:buClr>
                  <a:schemeClr val="lt1"/>
                </a:buClr>
                <a:buSzPts val="900"/>
                <a:buFont typeface="Century Gothic"/>
                <a:buNone/>
              </a:pPr>
              <a:r>
                <a:rPr b="0" i="0" lang="en-US" sz="900" u="none" cap="none" strike="noStrike">
                  <a:solidFill>
                    <a:schemeClr val="lt1"/>
                  </a:solidFill>
                  <a:latin typeface="Century Gothic"/>
                  <a:ea typeface="Century Gothic"/>
                  <a:cs typeface="Century Gothic"/>
                  <a:sym typeface="Century Gothic"/>
                </a:rPr>
                <a:t>Handover  + Testimonial </a:t>
              </a:r>
              <a:endParaRPr b="0" i="0" sz="900" u="none" cap="none" strike="noStrike">
                <a:solidFill>
                  <a:schemeClr val="lt1"/>
                </a:solidFill>
                <a:latin typeface="Century Gothic"/>
                <a:ea typeface="Century Gothic"/>
                <a:cs typeface="Century Gothic"/>
                <a:sym typeface="Century Gothic"/>
              </a:endParaRPr>
            </a:p>
          </p:txBody>
        </p:sp>
        <p:sp>
          <p:nvSpPr>
            <p:cNvPr id="445" name="Google Shape;445;p18"/>
            <p:cNvSpPr/>
            <p:nvPr/>
          </p:nvSpPr>
          <p:spPr>
            <a:xfrm>
              <a:off x="9484791" y="196160"/>
              <a:ext cx="1317128" cy="526851"/>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6" name="Google Shape;446;p18"/>
            <p:cNvSpPr txBox="1"/>
            <p:nvPr/>
          </p:nvSpPr>
          <p:spPr>
            <a:xfrm>
              <a:off x="9748217" y="196160"/>
              <a:ext cx="790277" cy="526851"/>
            </a:xfrm>
            <a:prstGeom prst="rect">
              <a:avLst/>
            </a:prstGeom>
            <a:noFill/>
            <a:ln>
              <a:noFill/>
            </a:ln>
          </p:spPr>
          <p:txBody>
            <a:bodyPr anchorCtr="0" anchor="ctr" bIns="12000" lIns="36000" spcFirstLastPara="1" rIns="12000" wrap="square" tIns="12000">
              <a:noAutofit/>
            </a:bodyPr>
            <a:lstStyle/>
            <a:p>
              <a:pPr indent="0" lvl="0" marL="0" marR="0" rtl="0" algn="ctr">
                <a:lnSpc>
                  <a:spcPct val="90000"/>
                </a:lnSpc>
                <a:spcBef>
                  <a:spcPts val="0"/>
                </a:spcBef>
                <a:spcAft>
                  <a:spcPts val="0"/>
                </a:spcAft>
                <a:buClr>
                  <a:schemeClr val="lt1"/>
                </a:buClr>
                <a:buSzPts val="900"/>
                <a:buFont typeface="Century Gothic"/>
                <a:buNone/>
              </a:pPr>
              <a:r>
                <a:rPr b="0" i="0" lang="en-US" sz="900" u="none" cap="none" strike="noStrike">
                  <a:solidFill>
                    <a:schemeClr val="lt1"/>
                  </a:solidFill>
                  <a:latin typeface="Century Gothic"/>
                  <a:ea typeface="Century Gothic"/>
                  <a:cs typeface="Century Gothic"/>
                  <a:sym typeface="Century Gothic"/>
                </a:rPr>
                <a:t>Site photo for Website</a:t>
              </a:r>
              <a:endParaRPr b="0" i="0" sz="1400" u="none" cap="none" strike="noStrike">
                <a:solidFill>
                  <a:srgbClr val="000000"/>
                </a:solidFill>
                <a:latin typeface="Arial"/>
                <a:ea typeface="Arial"/>
                <a:cs typeface="Arial"/>
                <a:sym typeface="Arial"/>
              </a:endParaRPr>
            </a:p>
          </p:txBody>
        </p:sp>
        <p:sp>
          <p:nvSpPr>
            <p:cNvPr id="447" name="Google Shape;447;p18"/>
            <p:cNvSpPr/>
            <p:nvPr/>
          </p:nvSpPr>
          <p:spPr>
            <a:xfrm>
              <a:off x="10670207" y="196160"/>
              <a:ext cx="1317128" cy="526851"/>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8" name="Google Shape;448;p18"/>
            <p:cNvSpPr txBox="1"/>
            <p:nvPr/>
          </p:nvSpPr>
          <p:spPr>
            <a:xfrm>
              <a:off x="10933633" y="196160"/>
              <a:ext cx="790277" cy="526851"/>
            </a:xfrm>
            <a:prstGeom prst="rect">
              <a:avLst/>
            </a:prstGeom>
            <a:noFill/>
            <a:ln>
              <a:noFill/>
            </a:ln>
          </p:spPr>
          <p:txBody>
            <a:bodyPr anchorCtr="0" anchor="ctr" bIns="12000" lIns="36000" spcFirstLastPara="1" rIns="12000" wrap="square" tIns="12000">
              <a:noAutofit/>
            </a:bodyPr>
            <a:lstStyle/>
            <a:p>
              <a:pPr indent="0" lvl="0" marL="0" marR="0" rtl="0" algn="ctr">
                <a:lnSpc>
                  <a:spcPct val="90000"/>
                </a:lnSpc>
                <a:spcBef>
                  <a:spcPts val="0"/>
                </a:spcBef>
                <a:spcAft>
                  <a:spcPts val="0"/>
                </a:spcAft>
                <a:buClr>
                  <a:schemeClr val="lt1"/>
                </a:buClr>
                <a:buSzPts val="900"/>
                <a:buFont typeface="Century Gothic"/>
                <a:buNone/>
              </a:pPr>
              <a:r>
                <a:rPr b="0" i="0" lang="en-US" sz="900" u="none" cap="none" strike="noStrike">
                  <a:solidFill>
                    <a:schemeClr val="lt1"/>
                  </a:solidFill>
                  <a:latin typeface="Century Gothic"/>
                  <a:ea typeface="Century Gothic"/>
                  <a:cs typeface="Century Gothic"/>
                  <a:sym typeface="Century Gothic"/>
                </a:rPr>
                <a:t>Feedback</a:t>
              </a:r>
              <a:endParaRPr b="0" i="0" sz="1400" u="none" cap="none" strike="noStrike">
                <a:solidFill>
                  <a:srgbClr val="000000"/>
                </a:solidFill>
                <a:latin typeface="Arial"/>
                <a:ea typeface="Arial"/>
                <a:cs typeface="Arial"/>
                <a:sym typeface="Arial"/>
              </a:endParaRPr>
            </a:p>
          </p:txBody>
        </p:sp>
      </p:grpSp>
      <p:grpSp>
        <p:nvGrpSpPr>
          <p:cNvPr id="449" name="Google Shape;449;p18"/>
          <p:cNvGrpSpPr/>
          <p:nvPr/>
        </p:nvGrpSpPr>
        <p:grpSpPr>
          <a:xfrm>
            <a:off x="208761" y="3329188"/>
            <a:ext cx="11977677" cy="965915"/>
            <a:chOff x="5561" y="0"/>
            <a:chExt cx="11977677" cy="965915"/>
          </a:xfrm>
        </p:grpSpPr>
        <p:sp>
          <p:nvSpPr>
            <p:cNvPr id="450" name="Google Shape;450;p18"/>
            <p:cNvSpPr/>
            <p:nvPr/>
          </p:nvSpPr>
          <p:spPr>
            <a:xfrm>
              <a:off x="5561" y="0"/>
              <a:ext cx="3237210" cy="965915"/>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1" name="Google Shape;451;p18"/>
            <p:cNvSpPr txBox="1"/>
            <p:nvPr/>
          </p:nvSpPr>
          <p:spPr>
            <a:xfrm>
              <a:off x="488519" y="0"/>
              <a:ext cx="2271295" cy="965915"/>
            </a:xfrm>
            <a:prstGeom prst="rect">
              <a:avLst/>
            </a:prstGeom>
            <a:noFill/>
            <a:ln>
              <a:noFill/>
            </a:ln>
          </p:spPr>
          <p:txBody>
            <a:bodyPr anchorCtr="0" anchor="ctr" bIns="42650" lIns="128000" spcFirstLastPara="1" rIns="42650" wrap="square" tIns="42650">
              <a:noAutofit/>
            </a:bodyPr>
            <a:lstStyle/>
            <a:p>
              <a:pPr indent="0" lvl="0" marL="0" marR="0" rtl="0" algn="ctr">
                <a:lnSpc>
                  <a:spcPct val="90000"/>
                </a:lnSpc>
                <a:spcBef>
                  <a:spcPts val="0"/>
                </a:spcBef>
                <a:spcAft>
                  <a:spcPts val="0"/>
                </a:spcAft>
                <a:buClr>
                  <a:schemeClr val="lt1"/>
                </a:buClr>
                <a:buSzPts val="3200"/>
                <a:buFont typeface="Century Gothic"/>
                <a:buNone/>
              </a:pPr>
              <a:r>
                <a:rPr b="0" i="0" lang="en-US" sz="3200" u="none" cap="none" strike="noStrike">
                  <a:solidFill>
                    <a:schemeClr val="lt1"/>
                  </a:solidFill>
                  <a:latin typeface="Century Gothic"/>
                  <a:ea typeface="Century Gothic"/>
                  <a:cs typeface="Century Gothic"/>
                  <a:sym typeface="Century Gothic"/>
                </a:rPr>
                <a:t>Audit with P&amp;L</a:t>
              </a:r>
              <a:endParaRPr b="0" i="0" sz="1400" u="none" cap="none" strike="noStrike">
                <a:solidFill>
                  <a:srgbClr val="000000"/>
                </a:solidFill>
                <a:latin typeface="Arial"/>
                <a:ea typeface="Arial"/>
                <a:cs typeface="Arial"/>
                <a:sym typeface="Arial"/>
              </a:endParaRPr>
            </a:p>
          </p:txBody>
        </p:sp>
        <p:sp>
          <p:nvSpPr>
            <p:cNvPr id="452" name="Google Shape;452;p18"/>
            <p:cNvSpPr/>
            <p:nvPr/>
          </p:nvSpPr>
          <p:spPr>
            <a:xfrm>
              <a:off x="2919050" y="0"/>
              <a:ext cx="3237210" cy="965915"/>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3" name="Google Shape;453;p18"/>
            <p:cNvSpPr txBox="1"/>
            <p:nvPr/>
          </p:nvSpPr>
          <p:spPr>
            <a:xfrm>
              <a:off x="3402008" y="0"/>
              <a:ext cx="2271295" cy="965915"/>
            </a:xfrm>
            <a:prstGeom prst="rect">
              <a:avLst/>
            </a:prstGeom>
            <a:noFill/>
            <a:ln>
              <a:noFill/>
            </a:ln>
          </p:spPr>
          <p:txBody>
            <a:bodyPr anchorCtr="0" anchor="ctr" bIns="42650" lIns="128000" spcFirstLastPara="1" rIns="42650" wrap="square" tIns="42650">
              <a:noAutofit/>
            </a:bodyPr>
            <a:lstStyle/>
            <a:p>
              <a:pPr indent="0" lvl="0" marL="0" marR="0" rtl="0" algn="ctr">
                <a:lnSpc>
                  <a:spcPct val="90000"/>
                </a:lnSpc>
                <a:spcBef>
                  <a:spcPts val="0"/>
                </a:spcBef>
                <a:spcAft>
                  <a:spcPts val="0"/>
                </a:spcAft>
                <a:buClr>
                  <a:schemeClr val="lt1"/>
                </a:buClr>
                <a:buSzPts val="3200"/>
                <a:buFont typeface="Century Gothic"/>
                <a:buNone/>
              </a:pPr>
              <a:r>
                <a:t/>
              </a:r>
              <a:endParaRPr b="0" i="0" sz="3200" u="none" cap="none" strike="noStrike">
                <a:solidFill>
                  <a:schemeClr val="lt1"/>
                </a:solidFill>
                <a:latin typeface="Century Gothic"/>
                <a:ea typeface="Century Gothic"/>
                <a:cs typeface="Century Gothic"/>
                <a:sym typeface="Century Gothic"/>
              </a:endParaRPr>
            </a:p>
          </p:txBody>
        </p:sp>
        <p:sp>
          <p:nvSpPr>
            <p:cNvPr id="454" name="Google Shape;454;p18"/>
            <p:cNvSpPr/>
            <p:nvPr/>
          </p:nvSpPr>
          <p:spPr>
            <a:xfrm>
              <a:off x="5832539" y="0"/>
              <a:ext cx="3237210" cy="965915"/>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5" name="Google Shape;455;p18"/>
            <p:cNvSpPr txBox="1"/>
            <p:nvPr/>
          </p:nvSpPr>
          <p:spPr>
            <a:xfrm>
              <a:off x="6315497" y="0"/>
              <a:ext cx="2271295" cy="965915"/>
            </a:xfrm>
            <a:prstGeom prst="rect">
              <a:avLst/>
            </a:prstGeom>
            <a:noFill/>
            <a:ln>
              <a:noFill/>
            </a:ln>
          </p:spPr>
          <p:txBody>
            <a:bodyPr anchorCtr="0" anchor="ctr" bIns="42650" lIns="128000" spcFirstLastPara="1" rIns="42650" wrap="square" tIns="42650">
              <a:noAutofit/>
            </a:bodyPr>
            <a:lstStyle/>
            <a:p>
              <a:pPr indent="0" lvl="0" marL="0" marR="0" rtl="0" algn="ctr">
                <a:lnSpc>
                  <a:spcPct val="90000"/>
                </a:lnSpc>
                <a:spcBef>
                  <a:spcPts val="0"/>
                </a:spcBef>
                <a:spcAft>
                  <a:spcPts val="0"/>
                </a:spcAft>
                <a:buClr>
                  <a:schemeClr val="lt1"/>
                </a:buClr>
                <a:buSzPts val="3200"/>
                <a:buFont typeface="Century Gothic"/>
                <a:buNone/>
              </a:pPr>
              <a:r>
                <a:t/>
              </a:r>
              <a:endParaRPr b="0" i="0" sz="3200" u="none" cap="none" strike="noStrike">
                <a:solidFill>
                  <a:schemeClr val="lt1"/>
                </a:solidFill>
                <a:latin typeface="Century Gothic"/>
                <a:ea typeface="Century Gothic"/>
                <a:cs typeface="Century Gothic"/>
                <a:sym typeface="Century Gothic"/>
              </a:endParaRPr>
            </a:p>
          </p:txBody>
        </p:sp>
        <p:sp>
          <p:nvSpPr>
            <p:cNvPr id="456" name="Google Shape;456;p18"/>
            <p:cNvSpPr/>
            <p:nvPr/>
          </p:nvSpPr>
          <p:spPr>
            <a:xfrm>
              <a:off x="8746028" y="0"/>
              <a:ext cx="3237210" cy="965915"/>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7" name="Google Shape;457;p18"/>
            <p:cNvSpPr txBox="1"/>
            <p:nvPr/>
          </p:nvSpPr>
          <p:spPr>
            <a:xfrm>
              <a:off x="9228986" y="0"/>
              <a:ext cx="2271295" cy="965915"/>
            </a:xfrm>
            <a:prstGeom prst="rect">
              <a:avLst/>
            </a:prstGeom>
            <a:noFill/>
            <a:ln>
              <a:noFill/>
            </a:ln>
          </p:spPr>
          <p:txBody>
            <a:bodyPr anchorCtr="0" anchor="ctr" bIns="42650" lIns="128000" spcFirstLastPara="1" rIns="42650" wrap="square" tIns="42650">
              <a:noAutofit/>
            </a:bodyPr>
            <a:lstStyle/>
            <a:p>
              <a:pPr indent="0" lvl="0" marL="0" marR="0" rtl="0" algn="ctr">
                <a:lnSpc>
                  <a:spcPct val="90000"/>
                </a:lnSpc>
                <a:spcBef>
                  <a:spcPts val="0"/>
                </a:spcBef>
                <a:spcAft>
                  <a:spcPts val="0"/>
                </a:spcAft>
                <a:buClr>
                  <a:schemeClr val="lt1"/>
                </a:buClr>
                <a:buSzPts val="3200"/>
                <a:buFont typeface="Century Gothic"/>
                <a:buNone/>
              </a:pPr>
              <a:r>
                <a:t/>
              </a:r>
              <a:endParaRPr b="0" i="0" sz="3200" u="none" cap="none" strike="noStrike">
                <a:solidFill>
                  <a:schemeClr val="lt1"/>
                </a:solidFill>
                <a:latin typeface="Century Gothic"/>
                <a:ea typeface="Century Gothic"/>
                <a:cs typeface="Century Gothic"/>
                <a:sym typeface="Century Gothic"/>
              </a:endParaRPr>
            </a:p>
          </p:txBody>
        </p:sp>
      </p:grpSp>
      <p:sp>
        <p:nvSpPr>
          <p:cNvPr id="458" name="Google Shape;458;p18"/>
          <p:cNvSpPr txBox="1"/>
          <p:nvPr/>
        </p:nvSpPr>
        <p:spPr>
          <a:xfrm>
            <a:off x="1503872" y="5047060"/>
            <a:ext cx="7588369" cy="147732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Form for the  boys to take the update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 </a:t>
            </a:r>
            <a:r>
              <a:rPr b="0" i="0" lang="en-US" sz="1800" u="sng" cap="none" strike="noStrike">
                <a:solidFill>
                  <a:schemeClr val="lt1"/>
                </a:solidFill>
                <a:latin typeface="Century Gothic"/>
                <a:ea typeface="Century Gothic"/>
                <a:cs typeface="Century Gothic"/>
                <a:sym typeface="Century Gothic"/>
                <a:hlinkClick r:id="rId3">
                  <a:extLst>
                    <a:ext uri="{A12FA001-AC4F-418D-AE19-62706E023703}">
                      <ahyp:hlinkClr val="tx"/>
                    </a:ext>
                  </a:extLst>
                </a:hlinkClick>
              </a:rPr>
              <a:t>https://docs.google.com/spreadsheets/d/1NFdgFnrengsjZz2vXhzGSgGO1KUdIVpjdHUO5r1Iepw/edit?ts=60dc07fb#gid=1387659889</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459" name="Google Shape;459;p18"/>
          <p:cNvSpPr txBox="1"/>
          <p:nvPr/>
        </p:nvSpPr>
        <p:spPr>
          <a:xfrm>
            <a:off x="4724400" y="3200400"/>
            <a:ext cx="274320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Click to add text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 name="Shape 463"/>
        <p:cNvGrpSpPr/>
        <p:nvPr/>
      </p:nvGrpSpPr>
      <p:grpSpPr>
        <a:xfrm>
          <a:off x="0" y="0"/>
          <a:ext cx="0" cy="0"/>
          <a:chOff x="0" y="0"/>
          <a:chExt cx="0" cy="0"/>
        </a:xfrm>
      </p:grpSpPr>
      <p:grpSp>
        <p:nvGrpSpPr>
          <p:cNvPr id="464" name="Google Shape;464;p19"/>
          <p:cNvGrpSpPr/>
          <p:nvPr/>
        </p:nvGrpSpPr>
        <p:grpSpPr>
          <a:xfrm>
            <a:off x="5655" y="206062"/>
            <a:ext cx="12180689" cy="824248"/>
            <a:chOff x="5655" y="0"/>
            <a:chExt cx="12180689" cy="824248"/>
          </a:xfrm>
        </p:grpSpPr>
        <p:sp>
          <p:nvSpPr>
            <p:cNvPr id="465" name="Google Shape;465;p19"/>
            <p:cNvSpPr/>
            <p:nvPr/>
          </p:nvSpPr>
          <p:spPr>
            <a:xfrm>
              <a:off x="5655" y="0"/>
              <a:ext cx="3292078" cy="824248"/>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6" name="Google Shape;466;p19"/>
            <p:cNvSpPr txBox="1"/>
            <p:nvPr/>
          </p:nvSpPr>
          <p:spPr>
            <a:xfrm>
              <a:off x="417779" y="0"/>
              <a:ext cx="2467830" cy="824248"/>
            </a:xfrm>
            <a:prstGeom prst="rect">
              <a:avLst/>
            </a:prstGeom>
            <a:noFill/>
            <a:ln>
              <a:noFill/>
            </a:ln>
          </p:spPr>
          <p:txBody>
            <a:bodyPr anchorCtr="0" anchor="ctr" bIns="52000" lIns="156000" spcFirstLastPara="1" rIns="52000" wrap="square" tIns="52000">
              <a:noAutofit/>
            </a:bodyPr>
            <a:lstStyle/>
            <a:p>
              <a:pPr indent="0" lvl="0" marL="0" marR="0" rtl="0" algn="ctr">
                <a:lnSpc>
                  <a:spcPct val="90000"/>
                </a:lnSpc>
                <a:spcBef>
                  <a:spcPts val="0"/>
                </a:spcBef>
                <a:spcAft>
                  <a:spcPts val="0"/>
                </a:spcAft>
                <a:buClr>
                  <a:schemeClr val="lt1"/>
                </a:buClr>
                <a:buSzPts val="3900"/>
                <a:buFont typeface="Century Gothic"/>
                <a:buNone/>
              </a:pPr>
              <a:r>
                <a:rPr b="0" i="0" lang="en-US" sz="3900" u="none" cap="none" strike="noStrike">
                  <a:solidFill>
                    <a:schemeClr val="lt1"/>
                  </a:solidFill>
                  <a:latin typeface="Century Gothic"/>
                  <a:ea typeface="Century Gothic"/>
                  <a:cs typeface="Century Gothic"/>
                  <a:sym typeface="Century Gothic"/>
                </a:rPr>
                <a:t>AMC</a:t>
              </a:r>
              <a:endParaRPr b="0" i="0" sz="1400" u="none" cap="none" strike="noStrike">
                <a:solidFill>
                  <a:srgbClr val="000000"/>
                </a:solidFill>
                <a:latin typeface="Arial"/>
                <a:ea typeface="Arial"/>
                <a:cs typeface="Arial"/>
                <a:sym typeface="Arial"/>
              </a:endParaRPr>
            </a:p>
          </p:txBody>
        </p:sp>
        <p:sp>
          <p:nvSpPr>
            <p:cNvPr id="467" name="Google Shape;467;p19"/>
            <p:cNvSpPr/>
            <p:nvPr/>
          </p:nvSpPr>
          <p:spPr>
            <a:xfrm>
              <a:off x="2968525" y="0"/>
              <a:ext cx="3292078" cy="824248"/>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8" name="Google Shape;468;p19"/>
            <p:cNvSpPr txBox="1"/>
            <p:nvPr/>
          </p:nvSpPr>
          <p:spPr>
            <a:xfrm>
              <a:off x="3380649" y="0"/>
              <a:ext cx="2467830" cy="824248"/>
            </a:xfrm>
            <a:prstGeom prst="rect">
              <a:avLst/>
            </a:prstGeom>
            <a:noFill/>
            <a:ln>
              <a:noFill/>
            </a:ln>
          </p:spPr>
          <p:txBody>
            <a:bodyPr anchorCtr="0" anchor="ctr" bIns="52000" lIns="156000" spcFirstLastPara="1" rIns="52000" wrap="square" tIns="52000">
              <a:noAutofit/>
            </a:bodyPr>
            <a:lstStyle/>
            <a:p>
              <a:pPr indent="0" lvl="0" marL="0" marR="0" rtl="0" algn="ctr">
                <a:lnSpc>
                  <a:spcPct val="90000"/>
                </a:lnSpc>
                <a:spcBef>
                  <a:spcPts val="0"/>
                </a:spcBef>
                <a:spcAft>
                  <a:spcPts val="0"/>
                </a:spcAft>
                <a:buClr>
                  <a:schemeClr val="lt1"/>
                </a:buClr>
                <a:buSzPts val="3900"/>
                <a:buFont typeface="Century Gothic"/>
                <a:buNone/>
              </a:pPr>
              <a:r>
                <a:rPr b="0" i="0" lang="en-US" sz="3900" u="none" cap="none" strike="noStrike">
                  <a:solidFill>
                    <a:schemeClr val="lt1"/>
                  </a:solidFill>
                  <a:latin typeface="Century Gothic"/>
                  <a:ea typeface="Century Gothic"/>
                  <a:cs typeface="Century Gothic"/>
                  <a:sym typeface="Century Gothic"/>
                </a:rPr>
                <a:t>NEW</a:t>
              </a:r>
              <a:endParaRPr b="0" i="0" sz="1400" u="none" cap="none" strike="noStrike">
                <a:solidFill>
                  <a:srgbClr val="000000"/>
                </a:solidFill>
                <a:latin typeface="Arial"/>
                <a:ea typeface="Arial"/>
                <a:cs typeface="Arial"/>
                <a:sym typeface="Arial"/>
              </a:endParaRPr>
            </a:p>
          </p:txBody>
        </p:sp>
        <p:sp>
          <p:nvSpPr>
            <p:cNvPr id="469" name="Google Shape;469;p19"/>
            <p:cNvSpPr/>
            <p:nvPr/>
          </p:nvSpPr>
          <p:spPr>
            <a:xfrm>
              <a:off x="5931396" y="0"/>
              <a:ext cx="3292078" cy="824248"/>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0" name="Google Shape;470;p19"/>
            <p:cNvSpPr txBox="1"/>
            <p:nvPr/>
          </p:nvSpPr>
          <p:spPr>
            <a:xfrm>
              <a:off x="6343520" y="0"/>
              <a:ext cx="2467830" cy="824248"/>
            </a:xfrm>
            <a:prstGeom prst="rect">
              <a:avLst/>
            </a:prstGeom>
            <a:noFill/>
            <a:ln>
              <a:noFill/>
            </a:ln>
          </p:spPr>
          <p:txBody>
            <a:bodyPr anchorCtr="0" anchor="ctr" bIns="52000" lIns="156000" spcFirstLastPara="1" rIns="52000" wrap="square" tIns="52000">
              <a:noAutofit/>
            </a:bodyPr>
            <a:lstStyle/>
            <a:p>
              <a:pPr indent="0" lvl="0" marL="0" marR="0" rtl="0" algn="ctr">
                <a:lnSpc>
                  <a:spcPct val="90000"/>
                </a:lnSpc>
                <a:spcBef>
                  <a:spcPts val="0"/>
                </a:spcBef>
                <a:spcAft>
                  <a:spcPts val="0"/>
                </a:spcAft>
                <a:buClr>
                  <a:schemeClr val="lt1"/>
                </a:buClr>
                <a:buSzPts val="3900"/>
                <a:buFont typeface="Century Gothic"/>
                <a:buNone/>
              </a:pPr>
              <a:r>
                <a:rPr b="0" i="0" lang="en-US" sz="3900" u="none" cap="none" strike="noStrike">
                  <a:solidFill>
                    <a:schemeClr val="lt1"/>
                  </a:solidFill>
                  <a:latin typeface="Century Gothic"/>
                  <a:ea typeface="Century Gothic"/>
                  <a:cs typeface="Century Gothic"/>
                  <a:sym typeface="Century Gothic"/>
                </a:rPr>
                <a:t>EXISTING</a:t>
              </a:r>
              <a:endParaRPr b="0" i="0" sz="1400" u="none" cap="none" strike="noStrike">
                <a:solidFill>
                  <a:srgbClr val="000000"/>
                </a:solidFill>
                <a:latin typeface="Arial"/>
                <a:ea typeface="Arial"/>
                <a:cs typeface="Arial"/>
                <a:sym typeface="Arial"/>
              </a:endParaRPr>
            </a:p>
          </p:txBody>
        </p:sp>
        <p:sp>
          <p:nvSpPr>
            <p:cNvPr id="471" name="Google Shape;471;p19"/>
            <p:cNvSpPr/>
            <p:nvPr/>
          </p:nvSpPr>
          <p:spPr>
            <a:xfrm>
              <a:off x="8894266" y="0"/>
              <a:ext cx="3292078" cy="824248"/>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2" name="Google Shape;472;p19"/>
            <p:cNvSpPr txBox="1"/>
            <p:nvPr/>
          </p:nvSpPr>
          <p:spPr>
            <a:xfrm>
              <a:off x="9306390" y="0"/>
              <a:ext cx="2467830" cy="824248"/>
            </a:xfrm>
            <a:prstGeom prst="rect">
              <a:avLst/>
            </a:prstGeom>
            <a:noFill/>
            <a:ln>
              <a:noFill/>
            </a:ln>
          </p:spPr>
          <p:txBody>
            <a:bodyPr anchorCtr="0" anchor="ctr" bIns="52000" lIns="156000" spcFirstLastPara="1" rIns="52000" wrap="square" tIns="52000">
              <a:noAutofit/>
            </a:bodyPr>
            <a:lstStyle/>
            <a:p>
              <a:pPr indent="0" lvl="0" marL="0" marR="0" rtl="0" algn="ctr">
                <a:lnSpc>
                  <a:spcPct val="90000"/>
                </a:lnSpc>
                <a:spcBef>
                  <a:spcPts val="0"/>
                </a:spcBef>
                <a:spcAft>
                  <a:spcPts val="0"/>
                </a:spcAft>
                <a:buClr>
                  <a:schemeClr val="lt1"/>
                </a:buClr>
                <a:buSzPts val="3900"/>
                <a:buFont typeface="Century Gothic"/>
                <a:buNone/>
              </a:pPr>
              <a:r>
                <a:rPr b="0" i="0" lang="en-US" sz="3900" u="none" cap="none" strike="noStrike">
                  <a:solidFill>
                    <a:schemeClr val="lt1"/>
                  </a:solidFill>
                  <a:latin typeface="Century Gothic"/>
                  <a:ea typeface="Century Gothic"/>
                  <a:cs typeface="Century Gothic"/>
                  <a:sym typeface="Century Gothic"/>
                </a:rPr>
                <a:t>OLD SAVI</a:t>
              </a:r>
              <a:endParaRPr b="0" i="0" sz="1400" u="none" cap="none" strike="noStrike">
                <a:solidFill>
                  <a:srgbClr val="000000"/>
                </a:solidFill>
                <a:latin typeface="Arial"/>
                <a:ea typeface="Arial"/>
                <a:cs typeface="Arial"/>
                <a:sym typeface="Arial"/>
              </a:endParaRPr>
            </a:p>
          </p:txBody>
        </p:sp>
      </p:grpSp>
      <p:grpSp>
        <p:nvGrpSpPr>
          <p:cNvPr id="473" name="Google Shape;473;p19"/>
          <p:cNvGrpSpPr/>
          <p:nvPr/>
        </p:nvGrpSpPr>
        <p:grpSpPr>
          <a:xfrm>
            <a:off x="5853" y="1219400"/>
            <a:ext cx="11977092" cy="909701"/>
            <a:chOff x="5853" y="8786"/>
            <a:chExt cx="11977092" cy="909701"/>
          </a:xfrm>
        </p:grpSpPr>
        <p:sp>
          <p:nvSpPr>
            <p:cNvPr id="474" name="Google Shape;474;p19"/>
            <p:cNvSpPr/>
            <p:nvPr/>
          </p:nvSpPr>
          <p:spPr>
            <a:xfrm>
              <a:off x="5853" y="47426"/>
              <a:ext cx="2177653" cy="871061"/>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5" name="Google Shape;475;p19"/>
            <p:cNvSpPr txBox="1"/>
            <p:nvPr/>
          </p:nvSpPr>
          <p:spPr>
            <a:xfrm>
              <a:off x="441384" y="47426"/>
              <a:ext cx="1306592" cy="871061"/>
            </a:xfrm>
            <a:prstGeom prst="rect">
              <a:avLst/>
            </a:prstGeom>
            <a:noFill/>
            <a:ln>
              <a:noFill/>
            </a:ln>
          </p:spPr>
          <p:txBody>
            <a:bodyPr anchorCtr="0" anchor="ctr" bIns="17325" lIns="52000" spcFirstLastPara="1" rIns="17325" wrap="square" tIns="17325">
              <a:noAutofit/>
            </a:bodyPr>
            <a:lstStyle/>
            <a:p>
              <a:pPr indent="0" lvl="0" marL="0" marR="0" rtl="0" algn="ctr">
                <a:lnSpc>
                  <a:spcPct val="90000"/>
                </a:lnSpc>
                <a:spcBef>
                  <a:spcPts val="0"/>
                </a:spcBef>
                <a:spcAft>
                  <a:spcPts val="0"/>
                </a:spcAft>
                <a:buClr>
                  <a:schemeClr val="lt1"/>
                </a:buClr>
                <a:buSzPts val="1300"/>
                <a:buFont typeface="Century Gothic"/>
                <a:buNone/>
              </a:pPr>
              <a:r>
                <a:rPr b="0" i="0" lang="en-US" sz="1300" u="none" cap="none" strike="noStrike">
                  <a:solidFill>
                    <a:schemeClr val="lt1"/>
                  </a:solidFill>
                  <a:latin typeface="Century Gothic"/>
                  <a:ea typeface="Century Gothic"/>
                  <a:cs typeface="Century Gothic"/>
                  <a:sym typeface="Century Gothic"/>
                </a:rPr>
                <a:t>AMC ENQ SOURCE</a:t>
              </a:r>
              <a:endParaRPr b="0" i="0" sz="1400" u="none" cap="none" strike="noStrike">
                <a:solidFill>
                  <a:srgbClr val="000000"/>
                </a:solidFill>
                <a:latin typeface="Arial"/>
                <a:ea typeface="Arial"/>
                <a:cs typeface="Arial"/>
                <a:sym typeface="Arial"/>
              </a:endParaRPr>
            </a:p>
          </p:txBody>
        </p:sp>
        <p:sp>
          <p:nvSpPr>
            <p:cNvPr id="476" name="Google Shape;476;p19"/>
            <p:cNvSpPr/>
            <p:nvPr/>
          </p:nvSpPr>
          <p:spPr>
            <a:xfrm>
              <a:off x="1965741" y="47426"/>
              <a:ext cx="2177653" cy="871061"/>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7" name="Google Shape;477;p19"/>
            <p:cNvSpPr txBox="1"/>
            <p:nvPr/>
          </p:nvSpPr>
          <p:spPr>
            <a:xfrm>
              <a:off x="2401272" y="47426"/>
              <a:ext cx="1306592" cy="871061"/>
            </a:xfrm>
            <a:prstGeom prst="rect">
              <a:avLst/>
            </a:prstGeom>
            <a:noFill/>
            <a:ln>
              <a:noFill/>
            </a:ln>
          </p:spPr>
          <p:txBody>
            <a:bodyPr anchorCtr="0" anchor="ctr" bIns="17325" lIns="52000" spcFirstLastPara="1" rIns="17325" wrap="square" tIns="17325">
              <a:noAutofit/>
            </a:bodyPr>
            <a:lstStyle/>
            <a:p>
              <a:pPr indent="0" lvl="0" marL="0" marR="0" rtl="0" algn="ctr">
                <a:lnSpc>
                  <a:spcPct val="90000"/>
                </a:lnSpc>
                <a:spcBef>
                  <a:spcPts val="0"/>
                </a:spcBef>
                <a:spcAft>
                  <a:spcPts val="0"/>
                </a:spcAft>
                <a:buClr>
                  <a:schemeClr val="lt1"/>
                </a:buClr>
                <a:buSzPts val="1300"/>
                <a:buFont typeface="Century Gothic"/>
                <a:buNone/>
              </a:pPr>
              <a:r>
                <a:rPr b="0" i="0" lang="en-US" sz="1300" u="none" cap="none" strike="noStrike">
                  <a:solidFill>
                    <a:schemeClr val="lt1"/>
                  </a:solidFill>
                  <a:latin typeface="Century Gothic"/>
                  <a:ea typeface="Century Gothic"/>
                  <a:cs typeface="Century Gothic"/>
                  <a:sym typeface="Century Gothic"/>
                </a:rPr>
                <a:t>EMAIL</a:t>
              </a:r>
              <a:endParaRPr b="0" i="0" sz="1400" u="none" cap="none" strike="noStrike">
                <a:solidFill>
                  <a:srgbClr val="000000"/>
                </a:solidFill>
                <a:latin typeface="Arial"/>
                <a:ea typeface="Arial"/>
                <a:cs typeface="Arial"/>
                <a:sym typeface="Arial"/>
              </a:endParaRPr>
            </a:p>
          </p:txBody>
        </p:sp>
        <p:sp>
          <p:nvSpPr>
            <p:cNvPr id="478" name="Google Shape;478;p19"/>
            <p:cNvSpPr/>
            <p:nvPr/>
          </p:nvSpPr>
          <p:spPr>
            <a:xfrm>
              <a:off x="3925629" y="47426"/>
              <a:ext cx="2177653" cy="871061"/>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9" name="Google Shape;479;p19"/>
            <p:cNvSpPr txBox="1"/>
            <p:nvPr/>
          </p:nvSpPr>
          <p:spPr>
            <a:xfrm>
              <a:off x="4361160" y="47426"/>
              <a:ext cx="1306592" cy="871061"/>
            </a:xfrm>
            <a:prstGeom prst="rect">
              <a:avLst/>
            </a:prstGeom>
            <a:noFill/>
            <a:ln>
              <a:noFill/>
            </a:ln>
          </p:spPr>
          <p:txBody>
            <a:bodyPr anchorCtr="0" anchor="ctr" bIns="17325" lIns="52000" spcFirstLastPara="1" rIns="17325" wrap="square" tIns="17325">
              <a:noAutofit/>
            </a:bodyPr>
            <a:lstStyle/>
            <a:p>
              <a:pPr indent="0" lvl="0" marL="0" marR="0" rtl="0" algn="ctr">
                <a:lnSpc>
                  <a:spcPct val="90000"/>
                </a:lnSpc>
                <a:spcBef>
                  <a:spcPts val="0"/>
                </a:spcBef>
                <a:spcAft>
                  <a:spcPts val="0"/>
                </a:spcAft>
                <a:buClr>
                  <a:schemeClr val="lt1"/>
                </a:buClr>
                <a:buSzPts val="1300"/>
                <a:buFont typeface="Century Gothic"/>
                <a:buNone/>
              </a:pPr>
              <a:r>
                <a:rPr b="0" i="0" lang="en-US" sz="1300" u="none" cap="none" strike="noStrike">
                  <a:solidFill>
                    <a:schemeClr val="lt1"/>
                  </a:solidFill>
                  <a:latin typeface="Century Gothic"/>
                  <a:ea typeface="Century Gothic"/>
                  <a:cs typeface="Century Gothic"/>
                  <a:sym typeface="Century Gothic"/>
                </a:rPr>
                <a:t>Reference to further reference </a:t>
              </a:r>
              <a:endParaRPr b="0" i="0" sz="1300" u="none" cap="none" strike="noStrike">
                <a:solidFill>
                  <a:schemeClr val="lt1"/>
                </a:solidFill>
                <a:latin typeface="Century Gothic"/>
                <a:ea typeface="Century Gothic"/>
                <a:cs typeface="Century Gothic"/>
                <a:sym typeface="Century Gothic"/>
              </a:endParaRPr>
            </a:p>
          </p:txBody>
        </p:sp>
        <p:sp>
          <p:nvSpPr>
            <p:cNvPr id="480" name="Google Shape;480;p19"/>
            <p:cNvSpPr/>
            <p:nvPr/>
          </p:nvSpPr>
          <p:spPr>
            <a:xfrm>
              <a:off x="5885517" y="47426"/>
              <a:ext cx="2177653" cy="871061"/>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1" name="Google Shape;481;p19"/>
            <p:cNvSpPr txBox="1"/>
            <p:nvPr/>
          </p:nvSpPr>
          <p:spPr>
            <a:xfrm>
              <a:off x="6321048" y="47426"/>
              <a:ext cx="1306592" cy="871061"/>
            </a:xfrm>
            <a:prstGeom prst="rect">
              <a:avLst/>
            </a:prstGeom>
            <a:noFill/>
            <a:ln>
              <a:noFill/>
            </a:ln>
          </p:spPr>
          <p:txBody>
            <a:bodyPr anchorCtr="0" anchor="ctr" bIns="17325" lIns="52000" spcFirstLastPara="1" rIns="17325" wrap="square" tIns="17325">
              <a:noAutofit/>
            </a:bodyPr>
            <a:lstStyle/>
            <a:p>
              <a:pPr indent="0" lvl="0" marL="0" marR="0" rtl="0" algn="ctr">
                <a:lnSpc>
                  <a:spcPct val="90000"/>
                </a:lnSpc>
                <a:spcBef>
                  <a:spcPts val="0"/>
                </a:spcBef>
                <a:spcAft>
                  <a:spcPts val="0"/>
                </a:spcAft>
                <a:buClr>
                  <a:schemeClr val="lt1"/>
                </a:buClr>
                <a:buSzPts val="1300"/>
                <a:buFont typeface="Century Gothic"/>
                <a:buNone/>
              </a:pPr>
              <a:r>
                <a:rPr b="0" i="0" lang="en-US" sz="1300" u="none" cap="none" strike="noStrike">
                  <a:solidFill>
                    <a:schemeClr val="lt1"/>
                  </a:solidFill>
                  <a:latin typeface="Century Gothic"/>
                  <a:ea typeface="Century Gothic"/>
                  <a:cs typeface="Century Gothic"/>
                  <a:sym typeface="Century Gothic"/>
                </a:rPr>
                <a:t>Telephonic</a:t>
              </a:r>
              <a:endParaRPr b="0" i="0" sz="1400" u="none" cap="none" strike="noStrike">
                <a:solidFill>
                  <a:srgbClr val="000000"/>
                </a:solidFill>
                <a:latin typeface="Arial"/>
                <a:ea typeface="Arial"/>
                <a:cs typeface="Arial"/>
                <a:sym typeface="Arial"/>
              </a:endParaRPr>
            </a:p>
          </p:txBody>
        </p:sp>
        <p:sp>
          <p:nvSpPr>
            <p:cNvPr id="482" name="Google Shape;482;p19"/>
            <p:cNvSpPr/>
            <p:nvPr/>
          </p:nvSpPr>
          <p:spPr>
            <a:xfrm>
              <a:off x="7845405" y="47426"/>
              <a:ext cx="2177653" cy="871061"/>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3" name="Google Shape;483;p19"/>
            <p:cNvSpPr txBox="1"/>
            <p:nvPr/>
          </p:nvSpPr>
          <p:spPr>
            <a:xfrm>
              <a:off x="8280936" y="47426"/>
              <a:ext cx="1306592" cy="871061"/>
            </a:xfrm>
            <a:prstGeom prst="rect">
              <a:avLst/>
            </a:prstGeom>
            <a:noFill/>
            <a:ln>
              <a:noFill/>
            </a:ln>
          </p:spPr>
          <p:txBody>
            <a:bodyPr anchorCtr="0" anchor="ctr" bIns="17325" lIns="52000" spcFirstLastPara="1" rIns="17325" wrap="square" tIns="17325">
              <a:noAutofit/>
            </a:bodyPr>
            <a:lstStyle/>
            <a:p>
              <a:pPr indent="0" lvl="0" marL="0" marR="0" rtl="0" algn="ctr">
                <a:lnSpc>
                  <a:spcPct val="90000"/>
                </a:lnSpc>
                <a:spcBef>
                  <a:spcPts val="0"/>
                </a:spcBef>
                <a:spcAft>
                  <a:spcPts val="0"/>
                </a:spcAft>
                <a:buClr>
                  <a:schemeClr val="lt1"/>
                </a:buClr>
                <a:buSzPts val="1300"/>
                <a:buFont typeface="Century Gothic"/>
                <a:buNone/>
              </a:pPr>
              <a:r>
                <a:rPr b="0" i="0" lang="en-US" sz="1300" u="none" cap="none" strike="noStrike">
                  <a:solidFill>
                    <a:schemeClr val="lt1"/>
                  </a:solidFill>
                  <a:latin typeface="Century Gothic"/>
                  <a:ea typeface="Century Gothic"/>
                  <a:cs typeface="Century Gothic"/>
                  <a:sym typeface="Century Gothic"/>
                </a:rPr>
                <a:t>New Search by Field Managers</a:t>
              </a:r>
              <a:endParaRPr b="0" i="0" sz="1400" u="none" cap="none" strike="noStrike">
                <a:solidFill>
                  <a:srgbClr val="000000"/>
                </a:solidFill>
                <a:latin typeface="Arial"/>
                <a:ea typeface="Arial"/>
                <a:cs typeface="Arial"/>
                <a:sym typeface="Arial"/>
              </a:endParaRPr>
            </a:p>
          </p:txBody>
        </p:sp>
        <p:sp>
          <p:nvSpPr>
            <p:cNvPr id="484" name="Google Shape;484;p19"/>
            <p:cNvSpPr/>
            <p:nvPr/>
          </p:nvSpPr>
          <p:spPr>
            <a:xfrm>
              <a:off x="9805292" y="8786"/>
              <a:ext cx="2177653" cy="871061"/>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5" name="Google Shape;485;p19"/>
            <p:cNvSpPr txBox="1"/>
            <p:nvPr/>
          </p:nvSpPr>
          <p:spPr>
            <a:xfrm>
              <a:off x="10240823" y="8786"/>
              <a:ext cx="1306592" cy="871061"/>
            </a:xfrm>
            <a:prstGeom prst="rect">
              <a:avLst/>
            </a:prstGeom>
            <a:noFill/>
            <a:ln>
              <a:noFill/>
            </a:ln>
          </p:spPr>
          <p:txBody>
            <a:bodyPr anchorCtr="0" anchor="ctr" bIns="17325" lIns="52000" spcFirstLastPara="1" rIns="17325" wrap="square" tIns="17325">
              <a:noAutofit/>
            </a:bodyPr>
            <a:lstStyle/>
            <a:p>
              <a:pPr indent="0" lvl="0" marL="0" marR="0" rtl="0" algn="ctr">
                <a:lnSpc>
                  <a:spcPct val="90000"/>
                </a:lnSpc>
                <a:spcBef>
                  <a:spcPts val="0"/>
                </a:spcBef>
                <a:spcAft>
                  <a:spcPts val="0"/>
                </a:spcAft>
                <a:buClr>
                  <a:schemeClr val="lt1"/>
                </a:buClr>
                <a:buSzPts val="1300"/>
                <a:buFont typeface="Century Gothic"/>
                <a:buNone/>
              </a:pPr>
              <a:r>
                <a:rPr b="0" i="0" lang="en-US" sz="1300" u="none" cap="none" strike="noStrike">
                  <a:solidFill>
                    <a:schemeClr val="lt1"/>
                  </a:solidFill>
                  <a:latin typeface="Century Gothic"/>
                  <a:ea typeface="Century Gothic"/>
                  <a:cs typeface="Century Gothic"/>
                  <a:sym typeface="Century Gothic"/>
                </a:rPr>
                <a:t>Website/Portal</a:t>
              </a:r>
              <a:endParaRPr b="0" i="0" sz="1400" u="none" cap="none" strike="noStrike">
                <a:solidFill>
                  <a:srgbClr val="000000"/>
                </a:solidFill>
                <a:latin typeface="Arial"/>
                <a:ea typeface="Arial"/>
                <a:cs typeface="Arial"/>
                <a:sym typeface="Arial"/>
              </a:endParaRPr>
            </a:p>
          </p:txBody>
        </p:sp>
      </p:grpSp>
      <p:grpSp>
        <p:nvGrpSpPr>
          <p:cNvPr id="486" name="Google Shape;486;p19"/>
          <p:cNvGrpSpPr/>
          <p:nvPr/>
        </p:nvGrpSpPr>
        <p:grpSpPr>
          <a:xfrm>
            <a:off x="1024" y="4851963"/>
            <a:ext cx="11986750" cy="685944"/>
            <a:chOff x="1024" y="125417"/>
            <a:chExt cx="11986750" cy="685944"/>
          </a:xfrm>
        </p:grpSpPr>
        <p:sp>
          <p:nvSpPr>
            <p:cNvPr id="487" name="Google Shape;487;p19"/>
            <p:cNvSpPr/>
            <p:nvPr/>
          </p:nvSpPr>
          <p:spPr>
            <a:xfrm>
              <a:off x="1024" y="154553"/>
              <a:ext cx="1642020" cy="656808"/>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8" name="Google Shape;488;p19"/>
            <p:cNvSpPr txBox="1"/>
            <p:nvPr/>
          </p:nvSpPr>
          <p:spPr>
            <a:xfrm>
              <a:off x="329428" y="154553"/>
              <a:ext cx="985212" cy="656808"/>
            </a:xfrm>
            <a:prstGeom prst="rect">
              <a:avLst/>
            </a:prstGeom>
            <a:noFill/>
            <a:ln>
              <a:noFill/>
            </a:ln>
          </p:spPr>
          <p:txBody>
            <a:bodyPr anchorCtr="0" anchor="ctr" bIns="13325" lIns="40000" spcFirstLastPara="1" rIns="13325" wrap="square" tIns="13325">
              <a:noAutofit/>
            </a:bodyPr>
            <a:lstStyle/>
            <a:p>
              <a:pPr indent="0" lvl="0" marL="0" marR="0" rtl="0" algn="ctr">
                <a:lnSpc>
                  <a:spcPct val="90000"/>
                </a:lnSpc>
                <a:spcBef>
                  <a:spcPts val="0"/>
                </a:spcBef>
                <a:spcAft>
                  <a:spcPts val="0"/>
                </a:spcAft>
                <a:buClr>
                  <a:schemeClr val="lt1"/>
                </a:buClr>
                <a:buSzPts val="1000"/>
                <a:buFont typeface="Century Gothic"/>
                <a:buNone/>
              </a:pPr>
              <a:r>
                <a:rPr b="0" i="0" lang="en-US" sz="1000" u="none" cap="none" strike="noStrike">
                  <a:solidFill>
                    <a:schemeClr val="lt1"/>
                  </a:solidFill>
                  <a:latin typeface="Century Gothic"/>
                  <a:ea typeface="Century Gothic"/>
                  <a:cs typeface="Century Gothic"/>
                  <a:sym typeface="Century Gothic"/>
                </a:rPr>
                <a:t>CALL RCVD – EMAIL/PHONE</a:t>
              </a:r>
              <a:endParaRPr b="0" i="0" sz="1400" u="none" cap="none" strike="noStrike">
                <a:solidFill>
                  <a:srgbClr val="000000"/>
                </a:solidFill>
                <a:latin typeface="Arial"/>
                <a:ea typeface="Arial"/>
                <a:cs typeface="Arial"/>
                <a:sym typeface="Arial"/>
              </a:endParaRPr>
            </a:p>
          </p:txBody>
        </p:sp>
        <p:sp>
          <p:nvSpPr>
            <p:cNvPr id="489" name="Google Shape;489;p19"/>
            <p:cNvSpPr/>
            <p:nvPr/>
          </p:nvSpPr>
          <p:spPr>
            <a:xfrm>
              <a:off x="1478843" y="154553"/>
              <a:ext cx="1642020" cy="656808"/>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0" name="Google Shape;490;p19"/>
            <p:cNvSpPr txBox="1"/>
            <p:nvPr/>
          </p:nvSpPr>
          <p:spPr>
            <a:xfrm>
              <a:off x="1807247" y="154553"/>
              <a:ext cx="985212" cy="656808"/>
            </a:xfrm>
            <a:prstGeom prst="rect">
              <a:avLst/>
            </a:prstGeom>
            <a:noFill/>
            <a:ln>
              <a:noFill/>
            </a:ln>
          </p:spPr>
          <p:txBody>
            <a:bodyPr anchorCtr="0" anchor="ctr" bIns="13325" lIns="40000" spcFirstLastPara="1" rIns="13325" wrap="square" tIns="13325">
              <a:noAutofit/>
            </a:bodyPr>
            <a:lstStyle/>
            <a:p>
              <a:pPr indent="0" lvl="0" marL="0" marR="0" rtl="0" algn="ctr">
                <a:lnSpc>
                  <a:spcPct val="90000"/>
                </a:lnSpc>
                <a:spcBef>
                  <a:spcPts val="0"/>
                </a:spcBef>
                <a:spcAft>
                  <a:spcPts val="0"/>
                </a:spcAft>
                <a:buClr>
                  <a:schemeClr val="lt1"/>
                </a:buClr>
                <a:buSzPts val="1000"/>
                <a:buFont typeface="Century Gothic"/>
                <a:buNone/>
              </a:pPr>
              <a:r>
                <a:rPr b="0" i="0" lang="en-US" sz="1000" u="none" cap="none" strike="noStrike">
                  <a:solidFill>
                    <a:schemeClr val="lt1"/>
                  </a:solidFill>
                  <a:latin typeface="Century Gothic"/>
                  <a:ea typeface="Century Gothic"/>
                  <a:cs typeface="Century Gothic"/>
                  <a:sym typeface="Century Gothic"/>
                </a:rPr>
                <a:t>Ticket Generate + intimation to customer </a:t>
              </a:r>
              <a:endParaRPr b="0" i="0" sz="1000" u="none" cap="none" strike="noStrike">
                <a:solidFill>
                  <a:schemeClr val="lt1"/>
                </a:solidFill>
                <a:latin typeface="Century Gothic"/>
                <a:ea typeface="Century Gothic"/>
                <a:cs typeface="Century Gothic"/>
                <a:sym typeface="Century Gothic"/>
              </a:endParaRPr>
            </a:p>
          </p:txBody>
        </p:sp>
        <p:sp>
          <p:nvSpPr>
            <p:cNvPr id="491" name="Google Shape;491;p19"/>
            <p:cNvSpPr/>
            <p:nvPr/>
          </p:nvSpPr>
          <p:spPr>
            <a:xfrm>
              <a:off x="2956661" y="154553"/>
              <a:ext cx="1642020" cy="656808"/>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2" name="Google Shape;492;p19"/>
            <p:cNvSpPr txBox="1"/>
            <p:nvPr/>
          </p:nvSpPr>
          <p:spPr>
            <a:xfrm>
              <a:off x="3285065" y="154553"/>
              <a:ext cx="985212" cy="656808"/>
            </a:xfrm>
            <a:prstGeom prst="rect">
              <a:avLst/>
            </a:prstGeom>
            <a:noFill/>
            <a:ln>
              <a:noFill/>
            </a:ln>
          </p:spPr>
          <p:txBody>
            <a:bodyPr anchorCtr="0" anchor="ctr" bIns="13325" lIns="40000" spcFirstLastPara="1" rIns="13325" wrap="square" tIns="13325">
              <a:noAutofit/>
            </a:bodyPr>
            <a:lstStyle/>
            <a:p>
              <a:pPr indent="0" lvl="0" marL="0" marR="0" rtl="0" algn="ctr">
                <a:lnSpc>
                  <a:spcPct val="90000"/>
                </a:lnSpc>
                <a:spcBef>
                  <a:spcPts val="0"/>
                </a:spcBef>
                <a:spcAft>
                  <a:spcPts val="0"/>
                </a:spcAft>
                <a:buClr>
                  <a:schemeClr val="lt1"/>
                </a:buClr>
                <a:buSzPts val="1000"/>
                <a:buFont typeface="Century Gothic"/>
                <a:buNone/>
              </a:pPr>
              <a:r>
                <a:rPr b="0" i="0" lang="en-US" sz="1000" u="none" cap="none" strike="noStrike">
                  <a:solidFill>
                    <a:schemeClr val="lt1"/>
                  </a:solidFill>
                  <a:latin typeface="Century Gothic"/>
                  <a:ea typeface="Century Gothic"/>
                  <a:cs typeface="Century Gothic"/>
                  <a:sym typeface="Century Gothic"/>
                </a:rPr>
                <a:t>ONLINE SOLUTION TO CUSTOMER</a:t>
              </a:r>
              <a:endParaRPr b="0" i="0" sz="1400" u="none" cap="none" strike="noStrike">
                <a:solidFill>
                  <a:srgbClr val="000000"/>
                </a:solidFill>
                <a:latin typeface="Arial"/>
                <a:ea typeface="Arial"/>
                <a:cs typeface="Arial"/>
                <a:sym typeface="Arial"/>
              </a:endParaRPr>
            </a:p>
          </p:txBody>
        </p:sp>
        <p:sp>
          <p:nvSpPr>
            <p:cNvPr id="493" name="Google Shape;493;p19"/>
            <p:cNvSpPr/>
            <p:nvPr/>
          </p:nvSpPr>
          <p:spPr>
            <a:xfrm>
              <a:off x="4434480" y="154553"/>
              <a:ext cx="1642020" cy="656808"/>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4" name="Google Shape;494;p19"/>
            <p:cNvSpPr txBox="1"/>
            <p:nvPr/>
          </p:nvSpPr>
          <p:spPr>
            <a:xfrm>
              <a:off x="4762884" y="154553"/>
              <a:ext cx="985212" cy="656808"/>
            </a:xfrm>
            <a:prstGeom prst="rect">
              <a:avLst/>
            </a:prstGeom>
            <a:noFill/>
            <a:ln>
              <a:noFill/>
            </a:ln>
          </p:spPr>
          <p:txBody>
            <a:bodyPr anchorCtr="0" anchor="ctr" bIns="13325" lIns="40000" spcFirstLastPara="1" rIns="13325" wrap="square" tIns="13325">
              <a:noAutofit/>
            </a:bodyPr>
            <a:lstStyle/>
            <a:p>
              <a:pPr indent="0" lvl="0" marL="0" marR="0" rtl="0" algn="ctr">
                <a:lnSpc>
                  <a:spcPct val="90000"/>
                </a:lnSpc>
                <a:spcBef>
                  <a:spcPts val="0"/>
                </a:spcBef>
                <a:spcAft>
                  <a:spcPts val="0"/>
                </a:spcAft>
                <a:buClr>
                  <a:schemeClr val="lt1"/>
                </a:buClr>
                <a:buSzPts val="1000"/>
                <a:buFont typeface="Century Gothic"/>
                <a:buNone/>
              </a:pPr>
              <a:r>
                <a:rPr b="0" i="0" lang="en-US" sz="1000" u="none" cap="none" strike="noStrike">
                  <a:solidFill>
                    <a:schemeClr val="lt1"/>
                  </a:solidFill>
                  <a:latin typeface="Century Gothic"/>
                  <a:ea typeface="Century Gothic"/>
                  <a:cs typeface="Century Gothic"/>
                  <a:sym typeface="Century Gothic"/>
                </a:rPr>
                <a:t>Site Visit with Job Card</a:t>
              </a:r>
              <a:endParaRPr b="0" i="0" sz="1400" u="none" cap="none" strike="noStrike">
                <a:solidFill>
                  <a:srgbClr val="000000"/>
                </a:solidFill>
                <a:latin typeface="Arial"/>
                <a:ea typeface="Arial"/>
                <a:cs typeface="Arial"/>
                <a:sym typeface="Arial"/>
              </a:endParaRPr>
            </a:p>
          </p:txBody>
        </p:sp>
        <p:sp>
          <p:nvSpPr>
            <p:cNvPr id="495" name="Google Shape;495;p19"/>
            <p:cNvSpPr/>
            <p:nvPr/>
          </p:nvSpPr>
          <p:spPr>
            <a:xfrm>
              <a:off x="5912298" y="154553"/>
              <a:ext cx="1642020" cy="656808"/>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6" name="Google Shape;496;p19"/>
            <p:cNvSpPr txBox="1"/>
            <p:nvPr/>
          </p:nvSpPr>
          <p:spPr>
            <a:xfrm>
              <a:off x="6240702" y="154553"/>
              <a:ext cx="985212" cy="656808"/>
            </a:xfrm>
            <a:prstGeom prst="rect">
              <a:avLst/>
            </a:prstGeom>
            <a:noFill/>
            <a:ln>
              <a:noFill/>
            </a:ln>
          </p:spPr>
          <p:txBody>
            <a:bodyPr anchorCtr="0" anchor="ctr" bIns="13325" lIns="40000" spcFirstLastPara="1" rIns="13325" wrap="square" tIns="13325">
              <a:noAutofit/>
            </a:bodyPr>
            <a:lstStyle/>
            <a:p>
              <a:pPr indent="0" lvl="0" marL="0" marR="0" rtl="0" algn="ctr">
                <a:lnSpc>
                  <a:spcPct val="90000"/>
                </a:lnSpc>
                <a:spcBef>
                  <a:spcPts val="0"/>
                </a:spcBef>
                <a:spcAft>
                  <a:spcPts val="0"/>
                </a:spcAft>
                <a:buClr>
                  <a:schemeClr val="lt1"/>
                </a:buClr>
                <a:buSzPts val="1000"/>
                <a:buFont typeface="Century Gothic"/>
                <a:buNone/>
              </a:pPr>
              <a:r>
                <a:rPr b="0" i="0" lang="en-US" sz="1000" u="none" cap="none" strike="noStrike">
                  <a:solidFill>
                    <a:schemeClr val="lt1"/>
                  </a:solidFill>
                  <a:latin typeface="Century Gothic"/>
                  <a:ea typeface="Century Gothic"/>
                  <a:cs typeface="Century Gothic"/>
                  <a:sym typeface="Century Gothic"/>
                </a:rPr>
                <a:t>Completion with stamp and sign</a:t>
              </a:r>
              <a:endParaRPr b="0" i="0" sz="1400" u="none" cap="none" strike="noStrike">
                <a:solidFill>
                  <a:srgbClr val="000000"/>
                </a:solidFill>
                <a:latin typeface="Arial"/>
                <a:ea typeface="Arial"/>
                <a:cs typeface="Arial"/>
                <a:sym typeface="Arial"/>
              </a:endParaRPr>
            </a:p>
          </p:txBody>
        </p:sp>
        <p:sp>
          <p:nvSpPr>
            <p:cNvPr id="497" name="Google Shape;497;p19"/>
            <p:cNvSpPr/>
            <p:nvPr/>
          </p:nvSpPr>
          <p:spPr>
            <a:xfrm>
              <a:off x="7390117" y="154553"/>
              <a:ext cx="1642020" cy="656808"/>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8" name="Google Shape;498;p19"/>
            <p:cNvSpPr txBox="1"/>
            <p:nvPr/>
          </p:nvSpPr>
          <p:spPr>
            <a:xfrm>
              <a:off x="7718521" y="154553"/>
              <a:ext cx="985212" cy="656808"/>
            </a:xfrm>
            <a:prstGeom prst="rect">
              <a:avLst/>
            </a:prstGeom>
            <a:noFill/>
            <a:ln>
              <a:noFill/>
            </a:ln>
          </p:spPr>
          <p:txBody>
            <a:bodyPr anchorCtr="0" anchor="ctr" bIns="13325" lIns="40000" spcFirstLastPara="1" rIns="13325" wrap="square" tIns="13325">
              <a:noAutofit/>
            </a:bodyPr>
            <a:lstStyle/>
            <a:p>
              <a:pPr indent="0" lvl="0" marL="0" marR="0" rtl="0" algn="ctr">
                <a:lnSpc>
                  <a:spcPct val="90000"/>
                </a:lnSpc>
                <a:spcBef>
                  <a:spcPts val="0"/>
                </a:spcBef>
                <a:spcAft>
                  <a:spcPts val="0"/>
                </a:spcAft>
                <a:buClr>
                  <a:schemeClr val="lt1"/>
                </a:buClr>
                <a:buSzPts val="1000"/>
                <a:buFont typeface="Century Gothic"/>
                <a:buNone/>
              </a:pPr>
              <a:r>
                <a:rPr b="0" i="0" lang="en-US" sz="1000" u="none" cap="none" strike="noStrike">
                  <a:solidFill>
                    <a:schemeClr val="lt1"/>
                  </a:solidFill>
                  <a:latin typeface="Century Gothic"/>
                  <a:ea typeface="Century Gothic"/>
                  <a:cs typeface="Century Gothic"/>
                  <a:sym typeface="Century Gothic"/>
                </a:rPr>
                <a:t>Intimation to customer </a:t>
              </a:r>
              <a:endParaRPr b="0" i="0" sz="1000" u="none" cap="none" strike="noStrike">
                <a:solidFill>
                  <a:schemeClr val="lt1"/>
                </a:solidFill>
                <a:latin typeface="Century Gothic"/>
                <a:ea typeface="Century Gothic"/>
                <a:cs typeface="Century Gothic"/>
                <a:sym typeface="Century Gothic"/>
              </a:endParaRPr>
            </a:p>
          </p:txBody>
        </p:sp>
        <p:sp>
          <p:nvSpPr>
            <p:cNvPr id="499" name="Google Shape;499;p19"/>
            <p:cNvSpPr/>
            <p:nvPr/>
          </p:nvSpPr>
          <p:spPr>
            <a:xfrm>
              <a:off x="8867936" y="125417"/>
              <a:ext cx="1642020" cy="656808"/>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0" name="Google Shape;500;p19"/>
            <p:cNvSpPr txBox="1"/>
            <p:nvPr/>
          </p:nvSpPr>
          <p:spPr>
            <a:xfrm>
              <a:off x="9196340" y="125417"/>
              <a:ext cx="985212" cy="656808"/>
            </a:xfrm>
            <a:prstGeom prst="rect">
              <a:avLst/>
            </a:prstGeom>
            <a:noFill/>
            <a:ln>
              <a:noFill/>
            </a:ln>
          </p:spPr>
          <p:txBody>
            <a:bodyPr anchorCtr="0" anchor="ctr" bIns="13325" lIns="40000" spcFirstLastPara="1" rIns="13325" wrap="square" tIns="13325">
              <a:noAutofit/>
            </a:bodyPr>
            <a:lstStyle/>
            <a:p>
              <a:pPr indent="0" lvl="0" marL="0" marR="0" rtl="0" algn="ctr">
                <a:lnSpc>
                  <a:spcPct val="90000"/>
                </a:lnSpc>
                <a:spcBef>
                  <a:spcPts val="0"/>
                </a:spcBef>
                <a:spcAft>
                  <a:spcPts val="0"/>
                </a:spcAft>
                <a:buClr>
                  <a:schemeClr val="lt1"/>
                </a:buClr>
                <a:buSzPts val="1000"/>
                <a:buFont typeface="Century Gothic"/>
                <a:buNone/>
              </a:pPr>
              <a:r>
                <a:rPr b="0" i="0" lang="en-US" sz="1000" u="none" cap="none" strike="noStrike">
                  <a:solidFill>
                    <a:schemeClr val="lt1"/>
                  </a:solidFill>
                  <a:latin typeface="Century Gothic"/>
                  <a:ea typeface="Century Gothic"/>
                  <a:cs typeface="Century Gothic"/>
                  <a:sym typeface="Century Gothic"/>
                </a:rPr>
                <a:t>Feedback + any suggestions for better serivce</a:t>
              </a:r>
              <a:endParaRPr b="0" i="0" sz="1000" u="none" cap="none" strike="noStrike">
                <a:solidFill>
                  <a:schemeClr val="lt1"/>
                </a:solidFill>
                <a:latin typeface="Century Gothic"/>
                <a:ea typeface="Century Gothic"/>
                <a:cs typeface="Century Gothic"/>
                <a:sym typeface="Century Gothic"/>
              </a:endParaRPr>
            </a:p>
          </p:txBody>
        </p:sp>
        <p:sp>
          <p:nvSpPr>
            <p:cNvPr id="501" name="Google Shape;501;p19"/>
            <p:cNvSpPr/>
            <p:nvPr/>
          </p:nvSpPr>
          <p:spPr>
            <a:xfrm>
              <a:off x="10345754" y="125417"/>
              <a:ext cx="1642020" cy="656808"/>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2" name="Google Shape;502;p19"/>
            <p:cNvSpPr txBox="1"/>
            <p:nvPr/>
          </p:nvSpPr>
          <p:spPr>
            <a:xfrm>
              <a:off x="10674158" y="125417"/>
              <a:ext cx="985212" cy="656808"/>
            </a:xfrm>
            <a:prstGeom prst="rect">
              <a:avLst/>
            </a:prstGeom>
            <a:noFill/>
            <a:ln>
              <a:noFill/>
            </a:ln>
          </p:spPr>
          <p:txBody>
            <a:bodyPr anchorCtr="0" anchor="ctr" bIns="13325" lIns="40000" spcFirstLastPara="1" rIns="13325" wrap="square" tIns="13325">
              <a:noAutofit/>
            </a:bodyPr>
            <a:lstStyle/>
            <a:p>
              <a:pPr indent="0" lvl="0" marL="0" marR="0" rtl="0" algn="ctr">
                <a:lnSpc>
                  <a:spcPct val="90000"/>
                </a:lnSpc>
                <a:spcBef>
                  <a:spcPts val="0"/>
                </a:spcBef>
                <a:spcAft>
                  <a:spcPts val="0"/>
                </a:spcAft>
                <a:buClr>
                  <a:schemeClr val="lt1"/>
                </a:buClr>
                <a:buSzPts val="1000"/>
                <a:buFont typeface="Century Gothic"/>
                <a:buNone/>
              </a:pPr>
              <a:r>
                <a:rPr b="0" i="0" lang="en-US" sz="1000" u="none" cap="none" strike="noStrike">
                  <a:solidFill>
                    <a:schemeClr val="lt1"/>
                  </a:solidFill>
                  <a:latin typeface="Century Gothic"/>
                  <a:ea typeface="Century Gothic"/>
                  <a:cs typeface="Century Gothic"/>
                  <a:sym typeface="Century Gothic"/>
                </a:rPr>
                <a:t>Thanks Message </a:t>
              </a:r>
              <a:endParaRPr b="0" i="0" sz="1000" u="none" cap="none" strike="noStrike">
                <a:solidFill>
                  <a:schemeClr val="lt1"/>
                </a:solidFill>
                <a:latin typeface="Century Gothic"/>
                <a:ea typeface="Century Gothic"/>
                <a:cs typeface="Century Gothic"/>
                <a:sym typeface="Century Gothic"/>
              </a:endParaRPr>
            </a:p>
          </p:txBody>
        </p:sp>
      </p:grpSp>
      <p:grpSp>
        <p:nvGrpSpPr>
          <p:cNvPr id="503" name="Google Shape;503;p19"/>
          <p:cNvGrpSpPr/>
          <p:nvPr/>
        </p:nvGrpSpPr>
        <p:grpSpPr>
          <a:xfrm>
            <a:off x="1024" y="2647529"/>
            <a:ext cx="11986750" cy="685944"/>
            <a:chOff x="1024" y="125417"/>
            <a:chExt cx="11986750" cy="685944"/>
          </a:xfrm>
        </p:grpSpPr>
        <p:sp>
          <p:nvSpPr>
            <p:cNvPr id="504" name="Google Shape;504;p19"/>
            <p:cNvSpPr/>
            <p:nvPr/>
          </p:nvSpPr>
          <p:spPr>
            <a:xfrm>
              <a:off x="1024" y="154553"/>
              <a:ext cx="1642020" cy="656808"/>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5" name="Google Shape;505;p19"/>
            <p:cNvSpPr txBox="1"/>
            <p:nvPr/>
          </p:nvSpPr>
          <p:spPr>
            <a:xfrm>
              <a:off x="329428" y="154553"/>
              <a:ext cx="985212" cy="656808"/>
            </a:xfrm>
            <a:prstGeom prst="rect">
              <a:avLst/>
            </a:prstGeom>
            <a:noFill/>
            <a:ln>
              <a:noFill/>
            </a:ln>
          </p:spPr>
          <p:txBody>
            <a:bodyPr anchorCtr="0" anchor="ctr" bIns="14650" lIns="44000" spcFirstLastPara="1" rIns="14650" wrap="square" tIns="14650">
              <a:noAutofit/>
            </a:bodyPr>
            <a:lstStyle/>
            <a:p>
              <a:pPr indent="0" lvl="0" marL="0" marR="0" rtl="0" algn="ctr">
                <a:lnSpc>
                  <a:spcPct val="90000"/>
                </a:lnSpc>
                <a:spcBef>
                  <a:spcPts val="0"/>
                </a:spcBef>
                <a:spcAft>
                  <a:spcPts val="0"/>
                </a:spcAft>
                <a:buClr>
                  <a:schemeClr val="lt1"/>
                </a:buClr>
                <a:buSzPts val="1100"/>
                <a:buFont typeface="Century Gothic"/>
                <a:buNone/>
              </a:pPr>
              <a:r>
                <a:rPr b="0" i="0" lang="en-US" sz="1100" u="none" cap="none" strike="noStrike">
                  <a:solidFill>
                    <a:schemeClr val="lt1"/>
                  </a:solidFill>
                  <a:latin typeface="Century Gothic"/>
                  <a:ea typeface="Century Gothic"/>
                  <a:cs typeface="Century Gothic"/>
                  <a:sym typeface="Century Gothic"/>
                </a:rPr>
                <a:t>ENQ</a:t>
              </a:r>
              <a:endParaRPr b="0" i="0" sz="1400" u="none" cap="none" strike="noStrike">
                <a:solidFill>
                  <a:srgbClr val="000000"/>
                </a:solidFill>
                <a:latin typeface="Arial"/>
                <a:ea typeface="Arial"/>
                <a:cs typeface="Arial"/>
                <a:sym typeface="Arial"/>
              </a:endParaRPr>
            </a:p>
          </p:txBody>
        </p:sp>
        <p:sp>
          <p:nvSpPr>
            <p:cNvPr id="506" name="Google Shape;506;p19"/>
            <p:cNvSpPr/>
            <p:nvPr/>
          </p:nvSpPr>
          <p:spPr>
            <a:xfrm>
              <a:off x="1478843" y="154553"/>
              <a:ext cx="1642020" cy="656808"/>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7" name="Google Shape;507;p19"/>
            <p:cNvSpPr txBox="1"/>
            <p:nvPr/>
          </p:nvSpPr>
          <p:spPr>
            <a:xfrm>
              <a:off x="1807247" y="154553"/>
              <a:ext cx="985212" cy="656808"/>
            </a:xfrm>
            <a:prstGeom prst="rect">
              <a:avLst/>
            </a:prstGeom>
            <a:noFill/>
            <a:ln>
              <a:noFill/>
            </a:ln>
          </p:spPr>
          <p:txBody>
            <a:bodyPr anchorCtr="0" anchor="ctr" bIns="14650" lIns="44000" spcFirstLastPara="1" rIns="14650" wrap="square" tIns="14650">
              <a:noAutofit/>
            </a:bodyPr>
            <a:lstStyle/>
            <a:p>
              <a:pPr indent="0" lvl="0" marL="0" marR="0" rtl="0" algn="ctr">
                <a:lnSpc>
                  <a:spcPct val="90000"/>
                </a:lnSpc>
                <a:spcBef>
                  <a:spcPts val="0"/>
                </a:spcBef>
                <a:spcAft>
                  <a:spcPts val="0"/>
                </a:spcAft>
                <a:buClr>
                  <a:schemeClr val="lt1"/>
                </a:buClr>
                <a:buSzPts val="1100"/>
                <a:buFont typeface="Century Gothic"/>
                <a:buNone/>
              </a:pPr>
              <a:r>
                <a:rPr b="0" i="0" lang="en-US" sz="1100" u="none" cap="none" strike="noStrike">
                  <a:solidFill>
                    <a:schemeClr val="lt1"/>
                  </a:solidFill>
                  <a:latin typeface="Century Gothic"/>
                  <a:ea typeface="Century Gothic"/>
                  <a:cs typeface="Century Gothic"/>
                  <a:sym typeface="Century Gothic"/>
                </a:rPr>
                <a:t>SITE VISIT</a:t>
              </a:r>
              <a:endParaRPr b="0" i="0" sz="1400" u="none" cap="none" strike="noStrike">
                <a:solidFill>
                  <a:srgbClr val="000000"/>
                </a:solidFill>
                <a:latin typeface="Arial"/>
                <a:ea typeface="Arial"/>
                <a:cs typeface="Arial"/>
                <a:sym typeface="Arial"/>
              </a:endParaRPr>
            </a:p>
          </p:txBody>
        </p:sp>
        <p:sp>
          <p:nvSpPr>
            <p:cNvPr id="508" name="Google Shape;508;p19"/>
            <p:cNvSpPr/>
            <p:nvPr/>
          </p:nvSpPr>
          <p:spPr>
            <a:xfrm>
              <a:off x="2956661" y="154553"/>
              <a:ext cx="1642020" cy="656808"/>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9" name="Google Shape;509;p19"/>
            <p:cNvSpPr txBox="1"/>
            <p:nvPr/>
          </p:nvSpPr>
          <p:spPr>
            <a:xfrm>
              <a:off x="3285065" y="154553"/>
              <a:ext cx="985212" cy="656808"/>
            </a:xfrm>
            <a:prstGeom prst="rect">
              <a:avLst/>
            </a:prstGeom>
            <a:noFill/>
            <a:ln>
              <a:noFill/>
            </a:ln>
          </p:spPr>
          <p:txBody>
            <a:bodyPr anchorCtr="0" anchor="ctr" bIns="14650" lIns="44000" spcFirstLastPara="1" rIns="14650" wrap="square" tIns="14650">
              <a:noAutofit/>
            </a:bodyPr>
            <a:lstStyle/>
            <a:p>
              <a:pPr indent="0" lvl="0" marL="0" marR="0" rtl="0" algn="ctr">
                <a:lnSpc>
                  <a:spcPct val="90000"/>
                </a:lnSpc>
                <a:spcBef>
                  <a:spcPts val="0"/>
                </a:spcBef>
                <a:spcAft>
                  <a:spcPts val="0"/>
                </a:spcAft>
                <a:buClr>
                  <a:schemeClr val="lt1"/>
                </a:buClr>
                <a:buSzPts val="1100"/>
                <a:buFont typeface="Century Gothic"/>
                <a:buNone/>
              </a:pPr>
              <a:r>
                <a:rPr b="0" i="0" lang="en-US" sz="1100" u="none" cap="none" strike="noStrike">
                  <a:solidFill>
                    <a:schemeClr val="lt1"/>
                  </a:solidFill>
                  <a:latin typeface="Century Gothic"/>
                  <a:ea typeface="Century Gothic"/>
                  <a:cs typeface="Century Gothic"/>
                  <a:sym typeface="Century Gothic"/>
                </a:rPr>
                <a:t>For Repair send repair qutoe</a:t>
              </a:r>
              <a:endParaRPr b="0" i="0" sz="1100" u="none" cap="none" strike="noStrike">
                <a:solidFill>
                  <a:schemeClr val="lt1"/>
                </a:solidFill>
                <a:latin typeface="Century Gothic"/>
                <a:ea typeface="Century Gothic"/>
                <a:cs typeface="Century Gothic"/>
                <a:sym typeface="Century Gothic"/>
              </a:endParaRPr>
            </a:p>
          </p:txBody>
        </p:sp>
        <p:sp>
          <p:nvSpPr>
            <p:cNvPr id="510" name="Google Shape;510;p19"/>
            <p:cNvSpPr/>
            <p:nvPr/>
          </p:nvSpPr>
          <p:spPr>
            <a:xfrm>
              <a:off x="4434480" y="154553"/>
              <a:ext cx="1642020" cy="656808"/>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1" name="Google Shape;511;p19"/>
            <p:cNvSpPr txBox="1"/>
            <p:nvPr/>
          </p:nvSpPr>
          <p:spPr>
            <a:xfrm>
              <a:off x="4762884" y="154553"/>
              <a:ext cx="985212" cy="656808"/>
            </a:xfrm>
            <a:prstGeom prst="rect">
              <a:avLst/>
            </a:prstGeom>
            <a:noFill/>
            <a:ln>
              <a:noFill/>
            </a:ln>
          </p:spPr>
          <p:txBody>
            <a:bodyPr anchorCtr="0" anchor="ctr" bIns="14650" lIns="44000" spcFirstLastPara="1" rIns="14650" wrap="square" tIns="14650">
              <a:noAutofit/>
            </a:bodyPr>
            <a:lstStyle/>
            <a:p>
              <a:pPr indent="0" lvl="0" marL="0" marR="0" rtl="0" algn="ctr">
                <a:lnSpc>
                  <a:spcPct val="90000"/>
                </a:lnSpc>
                <a:spcBef>
                  <a:spcPts val="0"/>
                </a:spcBef>
                <a:spcAft>
                  <a:spcPts val="0"/>
                </a:spcAft>
                <a:buClr>
                  <a:schemeClr val="lt1"/>
                </a:buClr>
                <a:buSzPts val="1100"/>
                <a:buFont typeface="Century Gothic"/>
                <a:buNone/>
              </a:pPr>
              <a:r>
                <a:rPr b="0" i="0" lang="en-US" sz="1100" u="none" cap="none" strike="noStrike">
                  <a:solidFill>
                    <a:schemeClr val="lt1"/>
                  </a:solidFill>
                  <a:latin typeface="Century Gothic"/>
                  <a:ea typeface="Century Gothic"/>
                  <a:cs typeface="Century Gothic"/>
                  <a:sym typeface="Century Gothic"/>
                </a:rPr>
                <a:t>QUOTE/BOQ </a:t>
              </a:r>
              <a:endParaRPr b="0" i="0" sz="1100" u="none" cap="none" strike="noStrike">
                <a:solidFill>
                  <a:schemeClr val="lt1"/>
                </a:solidFill>
                <a:latin typeface="Century Gothic"/>
                <a:ea typeface="Century Gothic"/>
                <a:cs typeface="Century Gothic"/>
                <a:sym typeface="Century Gothic"/>
              </a:endParaRPr>
            </a:p>
          </p:txBody>
        </p:sp>
        <p:sp>
          <p:nvSpPr>
            <p:cNvPr id="512" name="Google Shape;512;p19"/>
            <p:cNvSpPr/>
            <p:nvPr/>
          </p:nvSpPr>
          <p:spPr>
            <a:xfrm>
              <a:off x="5912298" y="154553"/>
              <a:ext cx="1642020" cy="656808"/>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3" name="Google Shape;513;p19"/>
            <p:cNvSpPr txBox="1"/>
            <p:nvPr/>
          </p:nvSpPr>
          <p:spPr>
            <a:xfrm>
              <a:off x="6240702" y="154553"/>
              <a:ext cx="985212" cy="656808"/>
            </a:xfrm>
            <a:prstGeom prst="rect">
              <a:avLst/>
            </a:prstGeom>
            <a:noFill/>
            <a:ln>
              <a:noFill/>
            </a:ln>
          </p:spPr>
          <p:txBody>
            <a:bodyPr anchorCtr="0" anchor="ctr" bIns="14650" lIns="44000" spcFirstLastPara="1" rIns="14650" wrap="square" tIns="14650">
              <a:noAutofit/>
            </a:bodyPr>
            <a:lstStyle/>
            <a:p>
              <a:pPr indent="0" lvl="0" marL="0" marR="0" rtl="0" algn="ctr">
                <a:lnSpc>
                  <a:spcPct val="90000"/>
                </a:lnSpc>
                <a:spcBef>
                  <a:spcPts val="0"/>
                </a:spcBef>
                <a:spcAft>
                  <a:spcPts val="0"/>
                </a:spcAft>
                <a:buClr>
                  <a:schemeClr val="lt1"/>
                </a:buClr>
                <a:buSzPts val="1100"/>
                <a:buFont typeface="Century Gothic"/>
                <a:buNone/>
              </a:pPr>
              <a:r>
                <a:rPr b="0" i="0" lang="en-US" sz="1100" u="none" cap="none" strike="noStrike">
                  <a:solidFill>
                    <a:schemeClr val="lt1"/>
                  </a:solidFill>
                  <a:latin typeface="Century Gothic"/>
                  <a:ea typeface="Century Gothic"/>
                  <a:cs typeface="Century Gothic"/>
                  <a:sym typeface="Century Gothic"/>
                </a:rPr>
                <a:t>NEGOTATION</a:t>
              </a:r>
              <a:endParaRPr b="0" i="0" sz="1400" u="none" cap="none" strike="noStrike">
                <a:solidFill>
                  <a:srgbClr val="000000"/>
                </a:solidFill>
                <a:latin typeface="Arial"/>
                <a:ea typeface="Arial"/>
                <a:cs typeface="Arial"/>
                <a:sym typeface="Arial"/>
              </a:endParaRPr>
            </a:p>
          </p:txBody>
        </p:sp>
        <p:sp>
          <p:nvSpPr>
            <p:cNvPr id="514" name="Google Shape;514;p19"/>
            <p:cNvSpPr/>
            <p:nvPr/>
          </p:nvSpPr>
          <p:spPr>
            <a:xfrm>
              <a:off x="7390117" y="154553"/>
              <a:ext cx="1642020" cy="656808"/>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5" name="Google Shape;515;p19"/>
            <p:cNvSpPr txBox="1"/>
            <p:nvPr/>
          </p:nvSpPr>
          <p:spPr>
            <a:xfrm>
              <a:off x="7718521" y="154553"/>
              <a:ext cx="985212" cy="656808"/>
            </a:xfrm>
            <a:prstGeom prst="rect">
              <a:avLst/>
            </a:prstGeom>
            <a:noFill/>
            <a:ln>
              <a:noFill/>
            </a:ln>
          </p:spPr>
          <p:txBody>
            <a:bodyPr anchorCtr="0" anchor="ctr" bIns="14650" lIns="44000" spcFirstLastPara="1" rIns="14650" wrap="square" tIns="14650">
              <a:noAutofit/>
            </a:bodyPr>
            <a:lstStyle/>
            <a:p>
              <a:pPr indent="0" lvl="0" marL="0" marR="0" rtl="0" algn="ctr">
                <a:lnSpc>
                  <a:spcPct val="90000"/>
                </a:lnSpc>
                <a:spcBef>
                  <a:spcPts val="0"/>
                </a:spcBef>
                <a:spcAft>
                  <a:spcPts val="0"/>
                </a:spcAft>
                <a:buClr>
                  <a:schemeClr val="lt1"/>
                </a:buClr>
                <a:buSzPts val="1100"/>
                <a:buFont typeface="Century Gothic"/>
                <a:buNone/>
              </a:pPr>
              <a:r>
                <a:rPr b="0" i="0" lang="en-US" sz="1100" u="none" cap="none" strike="noStrike">
                  <a:solidFill>
                    <a:schemeClr val="lt1"/>
                  </a:solidFill>
                  <a:latin typeface="Century Gothic"/>
                  <a:ea typeface="Century Gothic"/>
                  <a:cs typeface="Century Gothic"/>
                  <a:sym typeface="Century Gothic"/>
                </a:rPr>
                <a:t>ORD</a:t>
              </a:r>
              <a:endParaRPr b="0" i="0" sz="1400" u="none" cap="none" strike="noStrike">
                <a:solidFill>
                  <a:srgbClr val="000000"/>
                </a:solidFill>
                <a:latin typeface="Arial"/>
                <a:ea typeface="Arial"/>
                <a:cs typeface="Arial"/>
                <a:sym typeface="Arial"/>
              </a:endParaRPr>
            </a:p>
          </p:txBody>
        </p:sp>
        <p:sp>
          <p:nvSpPr>
            <p:cNvPr id="516" name="Google Shape;516;p19"/>
            <p:cNvSpPr/>
            <p:nvPr/>
          </p:nvSpPr>
          <p:spPr>
            <a:xfrm>
              <a:off x="8867936" y="154553"/>
              <a:ext cx="1642020" cy="656808"/>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7" name="Google Shape;517;p19"/>
            <p:cNvSpPr txBox="1"/>
            <p:nvPr/>
          </p:nvSpPr>
          <p:spPr>
            <a:xfrm>
              <a:off x="9196340" y="154553"/>
              <a:ext cx="985212" cy="656808"/>
            </a:xfrm>
            <a:prstGeom prst="rect">
              <a:avLst/>
            </a:prstGeom>
            <a:noFill/>
            <a:ln>
              <a:noFill/>
            </a:ln>
          </p:spPr>
          <p:txBody>
            <a:bodyPr anchorCtr="0" anchor="ctr" bIns="14650" lIns="44000" spcFirstLastPara="1" rIns="14650" wrap="square" tIns="14650">
              <a:noAutofit/>
            </a:bodyPr>
            <a:lstStyle/>
            <a:p>
              <a:pPr indent="0" lvl="0" marL="0" marR="0" rtl="0" algn="ctr">
                <a:lnSpc>
                  <a:spcPct val="90000"/>
                </a:lnSpc>
                <a:spcBef>
                  <a:spcPts val="0"/>
                </a:spcBef>
                <a:spcAft>
                  <a:spcPts val="0"/>
                </a:spcAft>
                <a:buClr>
                  <a:schemeClr val="lt1"/>
                </a:buClr>
                <a:buSzPts val="1100"/>
                <a:buFont typeface="Century Gothic"/>
                <a:buNone/>
              </a:pPr>
              <a:r>
                <a:rPr b="0" i="0" lang="en-US" sz="1100" u="none" cap="none" strike="noStrike">
                  <a:solidFill>
                    <a:schemeClr val="lt1"/>
                  </a:solidFill>
                  <a:latin typeface="Century Gothic"/>
                  <a:ea typeface="Century Gothic"/>
                  <a:cs typeface="Century Gothic"/>
                  <a:sym typeface="Century Gothic"/>
                </a:rPr>
                <a:t>New Reference generation </a:t>
              </a:r>
              <a:endParaRPr b="0" i="0" sz="1100" u="none" cap="none" strike="noStrike">
                <a:solidFill>
                  <a:schemeClr val="lt1"/>
                </a:solidFill>
                <a:latin typeface="Century Gothic"/>
                <a:ea typeface="Century Gothic"/>
                <a:cs typeface="Century Gothic"/>
                <a:sym typeface="Century Gothic"/>
              </a:endParaRPr>
            </a:p>
          </p:txBody>
        </p:sp>
        <p:sp>
          <p:nvSpPr>
            <p:cNvPr id="518" name="Google Shape;518;p19"/>
            <p:cNvSpPr/>
            <p:nvPr/>
          </p:nvSpPr>
          <p:spPr>
            <a:xfrm>
              <a:off x="10345754" y="125417"/>
              <a:ext cx="1642020" cy="656808"/>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9" name="Google Shape;519;p19"/>
            <p:cNvSpPr txBox="1"/>
            <p:nvPr/>
          </p:nvSpPr>
          <p:spPr>
            <a:xfrm>
              <a:off x="10674158" y="125417"/>
              <a:ext cx="985212" cy="656808"/>
            </a:xfrm>
            <a:prstGeom prst="rect">
              <a:avLst/>
            </a:prstGeom>
            <a:noFill/>
            <a:ln>
              <a:noFill/>
            </a:ln>
          </p:spPr>
          <p:txBody>
            <a:bodyPr anchorCtr="0" anchor="ctr" bIns="14650" lIns="44000" spcFirstLastPara="1" rIns="14650" wrap="square" tIns="14650">
              <a:noAutofit/>
            </a:bodyPr>
            <a:lstStyle/>
            <a:p>
              <a:pPr indent="0" lvl="0" marL="0" marR="0" rtl="0" algn="ctr">
                <a:lnSpc>
                  <a:spcPct val="90000"/>
                </a:lnSpc>
                <a:spcBef>
                  <a:spcPts val="0"/>
                </a:spcBef>
                <a:spcAft>
                  <a:spcPts val="0"/>
                </a:spcAft>
                <a:buClr>
                  <a:schemeClr val="lt1"/>
                </a:buClr>
                <a:buSzPts val="1100"/>
                <a:buFont typeface="Century Gothic"/>
                <a:buNone/>
              </a:pPr>
              <a:r>
                <a:rPr b="0" i="0" lang="en-US" sz="1100" u="none" cap="none" strike="noStrike">
                  <a:solidFill>
                    <a:schemeClr val="lt1"/>
                  </a:solidFill>
                  <a:latin typeface="Century Gothic"/>
                  <a:ea typeface="Century Gothic"/>
                  <a:cs typeface="Century Gothic"/>
                  <a:sym typeface="Century Gothic"/>
                </a:rPr>
                <a:t>PRODUCT INSP. </a:t>
              </a:r>
              <a:endParaRPr b="0" i="0" sz="1100" u="none" cap="none" strike="noStrike">
                <a:solidFill>
                  <a:schemeClr val="lt1"/>
                </a:solidFill>
                <a:latin typeface="Century Gothic"/>
                <a:ea typeface="Century Gothic"/>
                <a:cs typeface="Century Gothic"/>
                <a:sym typeface="Century Gothic"/>
              </a:endParaRPr>
            </a:p>
          </p:txBody>
        </p:sp>
      </p:grpSp>
      <p:grpSp>
        <p:nvGrpSpPr>
          <p:cNvPr id="520" name="Google Shape;520;p19"/>
          <p:cNvGrpSpPr/>
          <p:nvPr/>
        </p:nvGrpSpPr>
        <p:grpSpPr>
          <a:xfrm>
            <a:off x="2926" y="3460125"/>
            <a:ext cx="11982946" cy="965915"/>
            <a:chOff x="2926" y="0"/>
            <a:chExt cx="11982946" cy="965915"/>
          </a:xfrm>
        </p:grpSpPr>
        <p:sp>
          <p:nvSpPr>
            <p:cNvPr id="521" name="Google Shape;521;p19"/>
            <p:cNvSpPr/>
            <p:nvPr/>
          </p:nvSpPr>
          <p:spPr>
            <a:xfrm>
              <a:off x="2926" y="0"/>
              <a:ext cx="2604988" cy="965915"/>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2" name="Google Shape;522;p19"/>
            <p:cNvSpPr txBox="1"/>
            <p:nvPr/>
          </p:nvSpPr>
          <p:spPr>
            <a:xfrm>
              <a:off x="485884" y="0"/>
              <a:ext cx="1639073" cy="965915"/>
            </a:xfrm>
            <a:prstGeom prst="rect">
              <a:avLst/>
            </a:prstGeom>
            <a:noFill/>
            <a:ln>
              <a:noFill/>
            </a:ln>
          </p:spPr>
          <p:txBody>
            <a:bodyPr anchorCtr="0" anchor="ctr" bIns="18650" lIns="56000" spcFirstLastPara="1" rIns="18650" wrap="square" tIns="18650">
              <a:noAutofit/>
            </a:bodyPr>
            <a:lstStyle/>
            <a:p>
              <a:pPr indent="0" lvl="0" marL="0" marR="0" rtl="0" algn="ctr">
                <a:lnSpc>
                  <a:spcPct val="90000"/>
                </a:lnSpc>
                <a:spcBef>
                  <a:spcPts val="0"/>
                </a:spcBef>
                <a:spcAft>
                  <a:spcPts val="0"/>
                </a:spcAft>
                <a:buClr>
                  <a:schemeClr val="lt1"/>
                </a:buClr>
                <a:buSzPts val="1400"/>
                <a:buFont typeface="Century Gothic"/>
                <a:buNone/>
              </a:pPr>
              <a:r>
                <a:rPr b="0" i="0" lang="en-US" sz="1400" u="none" cap="none" strike="noStrike">
                  <a:solidFill>
                    <a:schemeClr val="lt1"/>
                  </a:solidFill>
                  <a:latin typeface="Century Gothic"/>
                  <a:ea typeface="Century Gothic"/>
                  <a:cs typeface="Century Gothic"/>
                  <a:sym typeface="Century Gothic"/>
                </a:rPr>
                <a:t>SALES ORD with serial no and period</a:t>
              </a:r>
              <a:endParaRPr b="0" i="0" sz="1400" u="none" cap="none" strike="noStrike">
                <a:solidFill>
                  <a:srgbClr val="000000"/>
                </a:solidFill>
                <a:latin typeface="Arial"/>
                <a:ea typeface="Arial"/>
                <a:cs typeface="Arial"/>
                <a:sym typeface="Arial"/>
              </a:endParaRPr>
            </a:p>
          </p:txBody>
        </p:sp>
        <p:sp>
          <p:nvSpPr>
            <p:cNvPr id="523" name="Google Shape;523;p19"/>
            <p:cNvSpPr/>
            <p:nvPr/>
          </p:nvSpPr>
          <p:spPr>
            <a:xfrm>
              <a:off x="2347416" y="0"/>
              <a:ext cx="2604988" cy="965915"/>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4" name="Google Shape;524;p19"/>
            <p:cNvSpPr txBox="1"/>
            <p:nvPr/>
          </p:nvSpPr>
          <p:spPr>
            <a:xfrm>
              <a:off x="2830374" y="0"/>
              <a:ext cx="1639073" cy="965915"/>
            </a:xfrm>
            <a:prstGeom prst="rect">
              <a:avLst/>
            </a:prstGeom>
            <a:noFill/>
            <a:ln>
              <a:noFill/>
            </a:ln>
          </p:spPr>
          <p:txBody>
            <a:bodyPr anchorCtr="0" anchor="ctr" bIns="18650" lIns="56000" spcFirstLastPara="1" rIns="18650" wrap="square" tIns="18650">
              <a:noAutofit/>
            </a:bodyPr>
            <a:lstStyle/>
            <a:p>
              <a:pPr indent="0" lvl="0" marL="0" marR="0" rtl="0" algn="ctr">
                <a:lnSpc>
                  <a:spcPct val="90000"/>
                </a:lnSpc>
                <a:spcBef>
                  <a:spcPts val="0"/>
                </a:spcBef>
                <a:spcAft>
                  <a:spcPts val="0"/>
                </a:spcAft>
                <a:buClr>
                  <a:schemeClr val="lt1"/>
                </a:buClr>
                <a:buSzPts val="1400"/>
                <a:buFont typeface="Century Gothic"/>
                <a:buNone/>
              </a:pPr>
              <a:r>
                <a:rPr b="0" i="0" lang="en-US" sz="1400" u="none" cap="none" strike="noStrike">
                  <a:solidFill>
                    <a:schemeClr val="lt1"/>
                  </a:solidFill>
                  <a:latin typeface="Century Gothic"/>
                  <a:ea typeface="Century Gothic"/>
                  <a:cs typeface="Century Gothic"/>
                  <a:sym typeface="Century Gothic"/>
                </a:rPr>
                <a:t>Billing as per scheduled </a:t>
              </a:r>
              <a:endParaRPr b="0" i="0" sz="1400" u="none" cap="none" strike="noStrike">
                <a:solidFill>
                  <a:schemeClr val="lt1"/>
                </a:solidFill>
                <a:latin typeface="Century Gothic"/>
                <a:ea typeface="Century Gothic"/>
                <a:cs typeface="Century Gothic"/>
                <a:sym typeface="Century Gothic"/>
              </a:endParaRPr>
            </a:p>
          </p:txBody>
        </p:sp>
        <p:sp>
          <p:nvSpPr>
            <p:cNvPr id="525" name="Google Shape;525;p19"/>
            <p:cNvSpPr/>
            <p:nvPr/>
          </p:nvSpPr>
          <p:spPr>
            <a:xfrm>
              <a:off x="4691905" y="0"/>
              <a:ext cx="2604988" cy="965915"/>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6" name="Google Shape;526;p19"/>
            <p:cNvSpPr txBox="1"/>
            <p:nvPr/>
          </p:nvSpPr>
          <p:spPr>
            <a:xfrm>
              <a:off x="5174863" y="0"/>
              <a:ext cx="1639073" cy="965915"/>
            </a:xfrm>
            <a:prstGeom prst="rect">
              <a:avLst/>
            </a:prstGeom>
            <a:noFill/>
            <a:ln>
              <a:noFill/>
            </a:ln>
          </p:spPr>
          <p:txBody>
            <a:bodyPr anchorCtr="0" anchor="ctr" bIns="18650" lIns="56000" spcFirstLastPara="1" rIns="18650" wrap="square" tIns="18650">
              <a:noAutofit/>
            </a:bodyPr>
            <a:lstStyle/>
            <a:p>
              <a:pPr indent="0" lvl="0" marL="0" marR="0" rtl="0" algn="ctr">
                <a:lnSpc>
                  <a:spcPct val="90000"/>
                </a:lnSpc>
                <a:spcBef>
                  <a:spcPts val="0"/>
                </a:spcBef>
                <a:spcAft>
                  <a:spcPts val="0"/>
                </a:spcAft>
                <a:buClr>
                  <a:schemeClr val="lt1"/>
                </a:buClr>
                <a:buSzPts val="1400"/>
                <a:buFont typeface="Century Gothic"/>
                <a:buNone/>
              </a:pPr>
              <a:r>
                <a:rPr b="0" i="0" lang="en-US" sz="1400" u="none" cap="none" strike="noStrike">
                  <a:solidFill>
                    <a:schemeClr val="lt1"/>
                  </a:solidFill>
                  <a:latin typeface="Century Gothic"/>
                  <a:ea typeface="Century Gothic"/>
                  <a:cs typeface="Century Gothic"/>
                  <a:sym typeface="Century Gothic"/>
                </a:rPr>
                <a:t>Payment </a:t>
              </a:r>
              <a:endParaRPr b="0" i="0" sz="1400" u="none" cap="none" strike="noStrike">
                <a:solidFill>
                  <a:schemeClr val="lt1"/>
                </a:solidFill>
                <a:latin typeface="Century Gothic"/>
                <a:ea typeface="Century Gothic"/>
                <a:cs typeface="Century Gothic"/>
                <a:sym typeface="Century Gothic"/>
              </a:endParaRPr>
            </a:p>
          </p:txBody>
        </p:sp>
        <p:sp>
          <p:nvSpPr>
            <p:cNvPr id="527" name="Google Shape;527;p19"/>
            <p:cNvSpPr/>
            <p:nvPr/>
          </p:nvSpPr>
          <p:spPr>
            <a:xfrm>
              <a:off x="7036395" y="0"/>
              <a:ext cx="2604988" cy="965915"/>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8" name="Google Shape;528;p19"/>
            <p:cNvSpPr txBox="1"/>
            <p:nvPr/>
          </p:nvSpPr>
          <p:spPr>
            <a:xfrm>
              <a:off x="7519353" y="0"/>
              <a:ext cx="1639073" cy="965915"/>
            </a:xfrm>
            <a:prstGeom prst="rect">
              <a:avLst/>
            </a:prstGeom>
            <a:noFill/>
            <a:ln>
              <a:noFill/>
            </a:ln>
          </p:spPr>
          <p:txBody>
            <a:bodyPr anchorCtr="0" anchor="ctr" bIns="18650" lIns="56000" spcFirstLastPara="1" rIns="18650" wrap="square" tIns="18650">
              <a:noAutofit/>
            </a:bodyPr>
            <a:lstStyle/>
            <a:p>
              <a:pPr indent="0" lvl="0" marL="0" marR="0" rtl="0" algn="ctr">
                <a:lnSpc>
                  <a:spcPct val="90000"/>
                </a:lnSpc>
                <a:spcBef>
                  <a:spcPts val="0"/>
                </a:spcBef>
                <a:spcAft>
                  <a:spcPts val="0"/>
                </a:spcAft>
                <a:buClr>
                  <a:schemeClr val="lt1"/>
                </a:buClr>
                <a:buSzPts val="1400"/>
                <a:buFont typeface="Century Gothic"/>
                <a:buNone/>
              </a:pPr>
              <a:r>
                <a:rPr b="0" i="0" lang="en-US" sz="1400" u="none" cap="none" strike="noStrike">
                  <a:solidFill>
                    <a:schemeClr val="lt1"/>
                  </a:solidFill>
                  <a:latin typeface="Century Gothic"/>
                  <a:ea typeface="Century Gothic"/>
                  <a:cs typeface="Century Gothic"/>
                  <a:sym typeface="Century Gothic"/>
                </a:rPr>
                <a:t>Timely service with signed report+ photo</a:t>
              </a:r>
              <a:endParaRPr b="0" i="0" sz="1400" u="none" cap="none" strike="noStrike">
                <a:solidFill>
                  <a:srgbClr val="000000"/>
                </a:solidFill>
                <a:latin typeface="Arial"/>
                <a:ea typeface="Arial"/>
                <a:cs typeface="Arial"/>
                <a:sym typeface="Arial"/>
              </a:endParaRPr>
            </a:p>
          </p:txBody>
        </p:sp>
        <p:sp>
          <p:nvSpPr>
            <p:cNvPr id="529" name="Google Shape;529;p19"/>
            <p:cNvSpPr/>
            <p:nvPr/>
          </p:nvSpPr>
          <p:spPr>
            <a:xfrm>
              <a:off x="9380884" y="0"/>
              <a:ext cx="2604988" cy="965915"/>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0" name="Google Shape;530;p19"/>
            <p:cNvSpPr txBox="1"/>
            <p:nvPr/>
          </p:nvSpPr>
          <p:spPr>
            <a:xfrm>
              <a:off x="9863842" y="0"/>
              <a:ext cx="1639073" cy="965915"/>
            </a:xfrm>
            <a:prstGeom prst="rect">
              <a:avLst/>
            </a:prstGeom>
            <a:noFill/>
            <a:ln>
              <a:noFill/>
            </a:ln>
          </p:spPr>
          <p:txBody>
            <a:bodyPr anchorCtr="0" anchor="ctr" bIns="18650" lIns="56000" spcFirstLastPara="1" rIns="18650" wrap="square" tIns="18650">
              <a:noAutofit/>
            </a:bodyPr>
            <a:lstStyle/>
            <a:p>
              <a:pPr indent="0" lvl="0" marL="0" marR="0" rtl="0" algn="ctr">
                <a:lnSpc>
                  <a:spcPct val="90000"/>
                </a:lnSpc>
                <a:spcBef>
                  <a:spcPts val="0"/>
                </a:spcBef>
                <a:spcAft>
                  <a:spcPts val="0"/>
                </a:spcAft>
                <a:buClr>
                  <a:schemeClr val="lt1"/>
                </a:buClr>
                <a:buSzPts val="1400"/>
                <a:buFont typeface="Century Gothic"/>
                <a:buNone/>
              </a:pPr>
              <a:r>
                <a:rPr b="0" i="0" lang="en-US" sz="1400" u="none" cap="none" strike="noStrike">
                  <a:solidFill>
                    <a:schemeClr val="lt1"/>
                  </a:solidFill>
                  <a:latin typeface="Century Gothic"/>
                  <a:ea typeface="Century Gothic"/>
                  <a:cs typeface="Century Gothic"/>
                  <a:sym typeface="Century Gothic"/>
                </a:rPr>
                <a:t>Renewal + New Reference with new lead  Generation</a:t>
              </a:r>
              <a:endParaRPr b="0" i="0" sz="1400" u="none" cap="none" strike="noStrike">
                <a:solidFill>
                  <a:srgbClr val="000000"/>
                </a:solidFill>
                <a:latin typeface="Arial"/>
                <a:ea typeface="Arial"/>
                <a:cs typeface="Arial"/>
                <a:sym typeface="Arial"/>
              </a:endParaRPr>
            </a:p>
          </p:txBody>
        </p:sp>
      </p:grpSp>
      <p:sp>
        <p:nvSpPr>
          <p:cNvPr id="531" name="Google Shape;531;p19"/>
          <p:cNvSpPr txBox="1"/>
          <p:nvPr/>
        </p:nvSpPr>
        <p:spPr>
          <a:xfrm>
            <a:off x="1609859" y="5834130"/>
            <a:ext cx="87189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AUTO REMINDER FOR IMP. TASK., AMC Message one month before due, some of the same as mentioned earlier.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5" name="Shape 535"/>
        <p:cNvGrpSpPr/>
        <p:nvPr/>
      </p:nvGrpSpPr>
      <p:grpSpPr>
        <a:xfrm>
          <a:off x="0" y="0"/>
          <a:ext cx="0" cy="0"/>
          <a:chOff x="0" y="0"/>
          <a:chExt cx="0" cy="0"/>
        </a:xfrm>
      </p:grpSpPr>
      <p:grpSp>
        <p:nvGrpSpPr>
          <p:cNvPr id="536" name="Google Shape;536;p20"/>
          <p:cNvGrpSpPr/>
          <p:nvPr/>
        </p:nvGrpSpPr>
        <p:grpSpPr>
          <a:xfrm>
            <a:off x="204224" y="1372521"/>
            <a:ext cx="11986750" cy="685944"/>
            <a:chOff x="1024" y="125417"/>
            <a:chExt cx="11986750" cy="685944"/>
          </a:xfrm>
        </p:grpSpPr>
        <p:sp>
          <p:nvSpPr>
            <p:cNvPr id="537" name="Google Shape;537;p20"/>
            <p:cNvSpPr/>
            <p:nvPr/>
          </p:nvSpPr>
          <p:spPr>
            <a:xfrm>
              <a:off x="1024" y="154553"/>
              <a:ext cx="1642020" cy="656808"/>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8" name="Google Shape;538;p20"/>
            <p:cNvSpPr txBox="1"/>
            <p:nvPr/>
          </p:nvSpPr>
          <p:spPr>
            <a:xfrm>
              <a:off x="329428" y="154553"/>
              <a:ext cx="985212" cy="656808"/>
            </a:xfrm>
            <a:prstGeom prst="rect">
              <a:avLst/>
            </a:prstGeom>
            <a:noFill/>
            <a:ln>
              <a:noFill/>
            </a:ln>
          </p:spPr>
          <p:txBody>
            <a:bodyPr anchorCtr="0" anchor="ctr" bIns="17325" lIns="52000" spcFirstLastPara="1" rIns="17325" wrap="square" tIns="17325">
              <a:noAutofit/>
            </a:bodyPr>
            <a:lstStyle/>
            <a:p>
              <a:pPr indent="0" lvl="0" marL="0" marR="0" rtl="0" algn="ctr">
                <a:lnSpc>
                  <a:spcPct val="90000"/>
                </a:lnSpc>
                <a:spcBef>
                  <a:spcPts val="0"/>
                </a:spcBef>
                <a:spcAft>
                  <a:spcPts val="0"/>
                </a:spcAft>
                <a:buClr>
                  <a:schemeClr val="lt1"/>
                </a:buClr>
                <a:buSzPts val="1300"/>
                <a:buFont typeface="Century Gothic"/>
                <a:buNone/>
              </a:pPr>
              <a:r>
                <a:rPr b="0" i="0" lang="en-US" sz="1300" u="none" cap="none" strike="noStrike">
                  <a:solidFill>
                    <a:schemeClr val="lt1"/>
                  </a:solidFill>
                  <a:latin typeface="Century Gothic"/>
                  <a:ea typeface="Century Gothic"/>
                  <a:cs typeface="Century Gothic"/>
                  <a:sym typeface="Century Gothic"/>
                </a:rPr>
                <a:t>REPAIR </a:t>
              </a:r>
              <a:endParaRPr b="0" i="0" sz="1300" u="none" cap="none" strike="noStrike">
                <a:solidFill>
                  <a:schemeClr val="lt1"/>
                </a:solidFill>
                <a:latin typeface="Century Gothic"/>
                <a:ea typeface="Century Gothic"/>
                <a:cs typeface="Century Gothic"/>
                <a:sym typeface="Century Gothic"/>
              </a:endParaRPr>
            </a:p>
          </p:txBody>
        </p:sp>
        <p:sp>
          <p:nvSpPr>
            <p:cNvPr id="539" name="Google Shape;539;p20"/>
            <p:cNvSpPr/>
            <p:nvPr/>
          </p:nvSpPr>
          <p:spPr>
            <a:xfrm>
              <a:off x="1478843" y="154553"/>
              <a:ext cx="1642020" cy="656808"/>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0" name="Google Shape;540;p20"/>
            <p:cNvSpPr txBox="1"/>
            <p:nvPr/>
          </p:nvSpPr>
          <p:spPr>
            <a:xfrm>
              <a:off x="1807247" y="154553"/>
              <a:ext cx="985212" cy="656808"/>
            </a:xfrm>
            <a:prstGeom prst="rect">
              <a:avLst/>
            </a:prstGeom>
            <a:noFill/>
            <a:ln>
              <a:noFill/>
            </a:ln>
          </p:spPr>
          <p:txBody>
            <a:bodyPr anchorCtr="0" anchor="ctr" bIns="17325" lIns="52000" spcFirstLastPara="1" rIns="17325" wrap="square" tIns="17325">
              <a:noAutofit/>
            </a:bodyPr>
            <a:lstStyle/>
            <a:p>
              <a:pPr indent="0" lvl="0" marL="0" marR="0" rtl="0" algn="ctr">
                <a:lnSpc>
                  <a:spcPct val="90000"/>
                </a:lnSpc>
                <a:spcBef>
                  <a:spcPts val="0"/>
                </a:spcBef>
                <a:spcAft>
                  <a:spcPts val="0"/>
                </a:spcAft>
                <a:buClr>
                  <a:schemeClr val="lt1"/>
                </a:buClr>
                <a:buSzPts val="1300"/>
                <a:buFont typeface="Century Gothic"/>
                <a:buNone/>
              </a:pPr>
              <a:r>
                <a:rPr b="0" i="0" lang="en-US" sz="1300" u="none" cap="none" strike="noStrike">
                  <a:solidFill>
                    <a:schemeClr val="lt1"/>
                  </a:solidFill>
                  <a:latin typeface="Century Gothic"/>
                  <a:ea typeface="Century Gothic"/>
                  <a:cs typeface="Century Gothic"/>
                  <a:sym typeface="Century Gothic"/>
                </a:rPr>
                <a:t>CALL RCVD</a:t>
              </a:r>
              <a:endParaRPr b="0" i="0" sz="1400" u="none" cap="none" strike="noStrike">
                <a:solidFill>
                  <a:srgbClr val="000000"/>
                </a:solidFill>
                <a:latin typeface="Arial"/>
                <a:ea typeface="Arial"/>
                <a:cs typeface="Arial"/>
                <a:sym typeface="Arial"/>
              </a:endParaRPr>
            </a:p>
          </p:txBody>
        </p:sp>
        <p:sp>
          <p:nvSpPr>
            <p:cNvPr id="541" name="Google Shape;541;p20"/>
            <p:cNvSpPr/>
            <p:nvPr/>
          </p:nvSpPr>
          <p:spPr>
            <a:xfrm>
              <a:off x="2956661" y="154553"/>
              <a:ext cx="1642020" cy="656808"/>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2" name="Google Shape;542;p20"/>
            <p:cNvSpPr txBox="1"/>
            <p:nvPr/>
          </p:nvSpPr>
          <p:spPr>
            <a:xfrm>
              <a:off x="3285065" y="154553"/>
              <a:ext cx="985212" cy="656808"/>
            </a:xfrm>
            <a:prstGeom prst="rect">
              <a:avLst/>
            </a:prstGeom>
            <a:noFill/>
            <a:ln>
              <a:noFill/>
            </a:ln>
          </p:spPr>
          <p:txBody>
            <a:bodyPr anchorCtr="0" anchor="ctr" bIns="17325" lIns="52000" spcFirstLastPara="1" rIns="17325" wrap="square" tIns="17325">
              <a:noAutofit/>
            </a:bodyPr>
            <a:lstStyle/>
            <a:p>
              <a:pPr indent="0" lvl="0" marL="0" marR="0" rtl="0" algn="ctr">
                <a:lnSpc>
                  <a:spcPct val="90000"/>
                </a:lnSpc>
                <a:spcBef>
                  <a:spcPts val="0"/>
                </a:spcBef>
                <a:spcAft>
                  <a:spcPts val="0"/>
                </a:spcAft>
                <a:buClr>
                  <a:schemeClr val="lt1"/>
                </a:buClr>
                <a:buSzPts val="1300"/>
                <a:buFont typeface="Century Gothic"/>
                <a:buNone/>
              </a:pPr>
              <a:r>
                <a:rPr b="0" i="0" lang="en-US" sz="1300" u="none" cap="none" strike="noStrike">
                  <a:solidFill>
                    <a:schemeClr val="lt1"/>
                  </a:solidFill>
                  <a:latin typeface="Century Gothic"/>
                  <a:ea typeface="Century Gothic"/>
                  <a:cs typeface="Century Gothic"/>
                  <a:sym typeface="Century Gothic"/>
                </a:rPr>
                <a:t>TICKET GENERATE</a:t>
              </a:r>
              <a:endParaRPr b="0" i="0" sz="1400" u="none" cap="none" strike="noStrike">
                <a:solidFill>
                  <a:srgbClr val="000000"/>
                </a:solidFill>
                <a:latin typeface="Arial"/>
                <a:ea typeface="Arial"/>
                <a:cs typeface="Arial"/>
                <a:sym typeface="Arial"/>
              </a:endParaRPr>
            </a:p>
          </p:txBody>
        </p:sp>
        <p:sp>
          <p:nvSpPr>
            <p:cNvPr id="543" name="Google Shape;543;p20"/>
            <p:cNvSpPr/>
            <p:nvPr/>
          </p:nvSpPr>
          <p:spPr>
            <a:xfrm>
              <a:off x="4434480" y="154553"/>
              <a:ext cx="1642020" cy="656808"/>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4" name="Google Shape;544;p20"/>
            <p:cNvSpPr txBox="1"/>
            <p:nvPr/>
          </p:nvSpPr>
          <p:spPr>
            <a:xfrm>
              <a:off x="4762884" y="154553"/>
              <a:ext cx="985212" cy="656808"/>
            </a:xfrm>
            <a:prstGeom prst="rect">
              <a:avLst/>
            </a:prstGeom>
            <a:noFill/>
            <a:ln>
              <a:noFill/>
            </a:ln>
          </p:spPr>
          <p:txBody>
            <a:bodyPr anchorCtr="0" anchor="ctr" bIns="17325" lIns="52000" spcFirstLastPara="1" rIns="17325" wrap="square" tIns="17325">
              <a:noAutofit/>
            </a:bodyPr>
            <a:lstStyle/>
            <a:p>
              <a:pPr indent="0" lvl="0" marL="0" marR="0" rtl="0" algn="ctr">
                <a:lnSpc>
                  <a:spcPct val="90000"/>
                </a:lnSpc>
                <a:spcBef>
                  <a:spcPts val="0"/>
                </a:spcBef>
                <a:spcAft>
                  <a:spcPts val="0"/>
                </a:spcAft>
                <a:buClr>
                  <a:schemeClr val="lt1"/>
                </a:buClr>
                <a:buSzPts val="1300"/>
                <a:buFont typeface="Century Gothic"/>
                <a:buNone/>
              </a:pPr>
              <a:r>
                <a:rPr b="0" i="0" lang="en-US" sz="1300" u="none" cap="none" strike="noStrike">
                  <a:solidFill>
                    <a:schemeClr val="lt1"/>
                  </a:solidFill>
                  <a:latin typeface="Century Gothic"/>
                  <a:ea typeface="Century Gothic"/>
                  <a:cs typeface="Century Gothic"/>
                  <a:sym typeface="Century Gothic"/>
                </a:rPr>
                <a:t>Allocation of Engg/Shiv</a:t>
              </a:r>
              <a:endParaRPr b="0" i="0" sz="1400" u="none" cap="none" strike="noStrike">
                <a:solidFill>
                  <a:srgbClr val="000000"/>
                </a:solidFill>
                <a:latin typeface="Arial"/>
                <a:ea typeface="Arial"/>
                <a:cs typeface="Arial"/>
                <a:sym typeface="Arial"/>
              </a:endParaRPr>
            </a:p>
          </p:txBody>
        </p:sp>
        <p:sp>
          <p:nvSpPr>
            <p:cNvPr id="545" name="Google Shape;545;p20"/>
            <p:cNvSpPr/>
            <p:nvPr/>
          </p:nvSpPr>
          <p:spPr>
            <a:xfrm>
              <a:off x="5912298" y="154553"/>
              <a:ext cx="1642020" cy="656808"/>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6" name="Google Shape;546;p20"/>
            <p:cNvSpPr txBox="1"/>
            <p:nvPr/>
          </p:nvSpPr>
          <p:spPr>
            <a:xfrm>
              <a:off x="6240702" y="154553"/>
              <a:ext cx="985212" cy="656808"/>
            </a:xfrm>
            <a:prstGeom prst="rect">
              <a:avLst/>
            </a:prstGeom>
            <a:noFill/>
            <a:ln>
              <a:noFill/>
            </a:ln>
          </p:spPr>
          <p:txBody>
            <a:bodyPr anchorCtr="0" anchor="ctr" bIns="17325" lIns="52000" spcFirstLastPara="1" rIns="17325" wrap="square" tIns="17325">
              <a:noAutofit/>
            </a:bodyPr>
            <a:lstStyle/>
            <a:p>
              <a:pPr indent="0" lvl="0" marL="0" marR="0" rtl="0" algn="ctr">
                <a:lnSpc>
                  <a:spcPct val="90000"/>
                </a:lnSpc>
                <a:spcBef>
                  <a:spcPts val="0"/>
                </a:spcBef>
                <a:spcAft>
                  <a:spcPts val="0"/>
                </a:spcAft>
                <a:buClr>
                  <a:schemeClr val="lt1"/>
                </a:buClr>
                <a:buSzPts val="1300"/>
                <a:buFont typeface="Century Gothic"/>
                <a:buNone/>
              </a:pPr>
              <a:r>
                <a:rPr b="0" i="0" lang="en-US" sz="1300" u="none" cap="none" strike="noStrike">
                  <a:solidFill>
                    <a:schemeClr val="lt1"/>
                  </a:solidFill>
                  <a:latin typeface="Century Gothic"/>
                  <a:ea typeface="Century Gothic"/>
                  <a:cs typeface="Century Gothic"/>
                  <a:sym typeface="Century Gothic"/>
                </a:rPr>
                <a:t>Site Visit Charges</a:t>
              </a:r>
              <a:endParaRPr b="0" i="0" sz="1400" u="none" cap="none" strike="noStrike">
                <a:solidFill>
                  <a:srgbClr val="000000"/>
                </a:solidFill>
                <a:latin typeface="Arial"/>
                <a:ea typeface="Arial"/>
                <a:cs typeface="Arial"/>
                <a:sym typeface="Arial"/>
              </a:endParaRPr>
            </a:p>
          </p:txBody>
        </p:sp>
        <p:sp>
          <p:nvSpPr>
            <p:cNvPr id="547" name="Google Shape;547;p20"/>
            <p:cNvSpPr/>
            <p:nvPr/>
          </p:nvSpPr>
          <p:spPr>
            <a:xfrm>
              <a:off x="7390117" y="154553"/>
              <a:ext cx="1642020" cy="656808"/>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8" name="Google Shape;548;p20"/>
            <p:cNvSpPr txBox="1"/>
            <p:nvPr/>
          </p:nvSpPr>
          <p:spPr>
            <a:xfrm>
              <a:off x="7718521" y="154553"/>
              <a:ext cx="985212" cy="656808"/>
            </a:xfrm>
            <a:prstGeom prst="rect">
              <a:avLst/>
            </a:prstGeom>
            <a:noFill/>
            <a:ln>
              <a:noFill/>
            </a:ln>
          </p:spPr>
          <p:txBody>
            <a:bodyPr anchorCtr="0" anchor="ctr" bIns="17325" lIns="52000" spcFirstLastPara="1" rIns="17325" wrap="square" tIns="17325">
              <a:noAutofit/>
            </a:bodyPr>
            <a:lstStyle/>
            <a:p>
              <a:pPr indent="0" lvl="0" marL="0" marR="0" rtl="0" algn="ctr">
                <a:lnSpc>
                  <a:spcPct val="90000"/>
                </a:lnSpc>
                <a:spcBef>
                  <a:spcPts val="0"/>
                </a:spcBef>
                <a:spcAft>
                  <a:spcPts val="0"/>
                </a:spcAft>
                <a:buClr>
                  <a:schemeClr val="lt1"/>
                </a:buClr>
                <a:buSzPts val="1300"/>
                <a:buFont typeface="Century Gothic"/>
                <a:buNone/>
              </a:pPr>
              <a:r>
                <a:rPr b="0" i="0" lang="en-US" sz="1300" u="none" cap="none" strike="noStrike">
                  <a:solidFill>
                    <a:schemeClr val="lt1"/>
                  </a:solidFill>
                  <a:latin typeface="Century Gothic"/>
                  <a:ea typeface="Century Gothic"/>
                  <a:cs typeface="Century Gothic"/>
                  <a:sym typeface="Century Gothic"/>
                </a:rPr>
                <a:t>Photo of Product with issue</a:t>
              </a:r>
              <a:endParaRPr b="0" i="0" sz="1400" u="none" cap="none" strike="noStrike">
                <a:solidFill>
                  <a:srgbClr val="000000"/>
                </a:solidFill>
                <a:latin typeface="Arial"/>
                <a:ea typeface="Arial"/>
                <a:cs typeface="Arial"/>
                <a:sym typeface="Arial"/>
              </a:endParaRPr>
            </a:p>
          </p:txBody>
        </p:sp>
        <p:sp>
          <p:nvSpPr>
            <p:cNvPr id="549" name="Google Shape;549;p20"/>
            <p:cNvSpPr/>
            <p:nvPr/>
          </p:nvSpPr>
          <p:spPr>
            <a:xfrm>
              <a:off x="8867936" y="154553"/>
              <a:ext cx="1642020" cy="656808"/>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0" name="Google Shape;550;p20"/>
            <p:cNvSpPr txBox="1"/>
            <p:nvPr/>
          </p:nvSpPr>
          <p:spPr>
            <a:xfrm>
              <a:off x="9196340" y="154553"/>
              <a:ext cx="985212" cy="656808"/>
            </a:xfrm>
            <a:prstGeom prst="rect">
              <a:avLst/>
            </a:prstGeom>
            <a:noFill/>
            <a:ln>
              <a:noFill/>
            </a:ln>
          </p:spPr>
          <p:txBody>
            <a:bodyPr anchorCtr="0" anchor="ctr" bIns="17325" lIns="52000" spcFirstLastPara="1" rIns="17325" wrap="square" tIns="17325">
              <a:noAutofit/>
            </a:bodyPr>
            <a:lstStyle/>
            <a:p>
              <a:pPr indent="0" lvl="0" marL="0" marR="0" rtl="0" algn="ctr">
                <a:lnSpc>
                  <a:spcPct val="90000"/>
                </a:lnSpc>
                <a:spcBef>
                  <a:spcPts val="0"/>
                </a:spcBef>
                <a:spcAft>
                  <a:spcPts val="0"/>
                </a:spcAft>
                <a:buClr>
                  <a:schemeClr val="lt1"/>
                </a:buClr>
                <a:buSzPts val="1300"/>
                <a:buFont typeface="Century Gothic"/>
                <a:buNone/>
              </a:pPr>
              <a:r>
                <a:rPr b="0" i="0" lang="en-US" sz="1300" u="none" cap="none" strike="noStrike">
                  <a:solidFill>
                    <a:schemeClr val="lt1"/>
                  </a:solidFill>
                  <a:latin typeface="Century Gothic"/>
                  <a:ea typeface="Century Gothic"/>
                  <a:cs typeface="Century Gothic"/>
                  <a:sym typeface="Century Gothic"/>
                </a:rPr>
                <a:t>Payment Advance</a:t>
              </a:r>
              <a:endParaRPr b="0" i="0" sz="1400" u="none" cap="none" strike="noStrike">
                <a:solidFill>
                  <a:srgbClr val="000000"/>
                </a:solidFill>
                <a:latin typeface="Arial"/>
                <a:ea typeface="Arial"/>
                <a:cs typeface="Arial"/>
                <a:sym typeface="Arial"/>
              </a:endParaRPr>
            </a:p>
          </p:txBody>
        </p:sp>
        <p:sp>
          <p:nvSpPr>
            <p:cNvPr id="551" name="Google Shape;551;p20"/>
            <p:cNvSpPr/>
            <p:nvPr/>
          </p:nvSpPr>
          <p:spPr>
            <a:xfrm>
              <a:off x="10345754" y="125417"/>
              <a:ext cx="1642020" cy="656808"/>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2" name="Google Shape;552;p20"/>
            <p:cNvSpPr txBox="1"/>
            <p:nvPr/>
          </p:nvSpPr>
          <p:spPr>
            <a:xfrm>
              <a:off x="10674158" y="125417"/>
              <a:ext cx="985212" cy="656808"/>
            </a:xfrm>
            <a:prstGeom prst="rect">
              <a:avLst/>
            </a:prstGeom>
            <a:noFill/>
            <a:ln>
              <a:noFill/>
            </a:ln>
          </p:spPr>
          <p:txBody>
            <a:bodyPr anchorCtr="0" anchor="ctr" bIns="17325" lIns="52000" spcFirstLastPara="1" rIns="17325" wrap="square" tIns="17325">
              <a:noAutofit/>
            </a:bodyPr>
            <a:lstStyle/>
            <a:p>
              <a:pPr indent="0" lvl="0" marL="0" marR="0" rtl="0" algn="ctr">
                <a:lnSpc>
                  <a:spcPct val="90000"/>
                </a:lnSpc>
                <a:spcBef>
                  <a:spcPts val="0"/>
                </a:spcBef>
                <a:spcAft>
                  <a:spcPts val="0"/>
                </a:spcAft>
                <a:buClr>
                  <a:schemeClr val="lt1"/>
                </a:buClr>
                <a:buSzPts val="1300"/>
                <a:buFont typeface="Century Gothic"/>
                <a:buNone/>
              </a:pPr>
              <a:r>
                <a:rPr b="0" i="0" lang="en-US" sz="1300" u="none" cap="none" strike="noStrike">
                  <a:solidFill>
                    <a:schemeClr val="lt1"/>
                  </a:solidFill>
                  <a:latin typeface="Century Gothic"/>
                  <a:ea typeface="Century Gothic"/>
                  <a:cs typeface="Century Gothic"/>
                  <a:sym typeface="Century Gothic"/>
                </a:rPr>
                <a:t>Inspection </a:t>
              </a:r>
              <a:endParaRPr b="0" i="0" sz="1300" u="none" cap="none" strike="noStrike">
                <a:solidFill>
                  <a:schemeClr val="lt1"/>
                </a:solidFill>
                <a:latin typeface="Century Gothic"/>
                <a:ea typeface="Century Gothic"/>
                <a:cs typeface="Century Gothic"/>
                <a:sym typeface="Century Gothic"/>
              </a:endParaRPr>
            </a:p>
          </p:txBody>
        </p:sp>
      </p:grpSp>
      <p:sp>
        <p:nvSpPr>
          <p:cNvPr id="553" name="Google Shape;553;p20"/>
          <p:cNvSpPr txBox="1"/>
          <p:nvPr/>
        </p:nvSpPr>
        <p:spPr>
          <a:xfrm>
            <a:off x="0" y="257577"/>
            <a:ext cx="12192000" cy="5232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Arial"/>
              <a:buNone/>
            </a:pPr>
            <a:r>
              <a:rPr b="1" i="0" lang="en-US" sz="2800" u="none" cap="none" strike="noStrike">
                <a:solidFill>
                  <a:schemeClr val="lt1"/>
                </a:solidFill>
                <a:latin typeface="Century Gothic"/>
                <a:ea typeface="Century Gothic"/>
                <a:cs typeface="Century Gothic"/>
                <a:sym typeface="Century Gothic"/>
              </a:rPr>
              <a:t>REPAIR</a:t>
            </a:r>
            <a:endParaRPr b="0" i="0" sz="1400" u="none" cap="none" strike="noStrike">
              <a:solidFill>
                <a:srgbClr val="000000"/>
              </a:solidFill>
              <a:latin typeface="Arial"/>
              <a:ea typeface="Arial"/>
              <a:cs typeface="Arial"/>
              <a:sym typeface="Arial"/>
            </a:endParaRPr>
          </a:p>
        </p:txBody>
      </p:sp>
      <p:grpSp>
        <p:nvGrpSpPr>
          <p:cNvPr id="554" name="Google Shape;554;p20"/>
          <p:cNvGrpSpPr/>
          <p:nvPr/>
        </p:nvGrpSpPr>
        <p:grpSpPr>
          <a:xfrm>
            <a:off x="204663" y="2522943"/>
            <a:ext cx="11985872" cy="550222"/>
            <a:chOff x="1463" y="196160"/>
            <a:chExt cx="11985872" cy="550222"/>
          </a:xfrm>
        </p:grpSpPr>
        <p:sp>
          <p:nvSpPr>
            <p:cNvPr id="555" name="Google Shape;555;p20"/>
            <p:cNvSpPr/>
            <p:nvPr/>
          </p:nvSpPr>
          <p:spPr>
            <a:xfrm>
              <a:off x="1463" y="219531"/>
              <a:ext cx="1317128" cy="526851"/>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6" name="Google Shape;556;p20"/>
            <p:cNvSpPr txBox="1"/>
            <p:nvPr/>
          </p:nvSpPr>
          <p:spPr>
            <a:xfrm>
              <a:off x="264889" y="219531"/>
              <a:ext cx="790277" cy="526851"/>
            </a:xfrm>
            <a:prstGeom prst="rect">
              <a:avLst/>
            </a:prstGeom>
            <a:noFill/>
            <a:ln>
              <a:noFill/>
            </a:ln>
          </p:spPr>
          <p:txBody>
            <a:bodyPr anchorCtr="0" anchor="ctr" bIns="12000" lIns="36000" spcFirstLastPara="1" rIns="12000" wrap="square" tIns="12000">
              <a:noAutofit/>
            </a:bodyPr>
            <a:lstStyle/>
            <a:p>
              <a:pPr indent="0" lvl="0" marL="0" marR="0" rtl="0" algn="ctr">
                <a:lnSpc>
                  <a:spcPct val="90000"/>
                </a:lnSpc>
                <a:spcBef>
                  <a:spcPts val="0"/>
                </a:spcBef>
                <a:spcAft>
                  <a:spcPts val="0"/>
                </a:spcAft>
                <a:buClr>
                  <a:schemeClr val="lt1"/>
                </a:buClr>
                <a:buSzPts val="900"/>
                <a:buFont typeface="Century Gothic"/>
                <a:buNone/>
              </a:pPr>
              <a:r>
                <a:rPr b="0" i="0" lang="en-US" sz="900" u="none" cap="none" strike="noStrike">
                  <a:solidFill>
                    <a:schemeClr val="lt1"/>
                  </a:solidFill>
                  <a:latin typeface="Century Gothic"/>
                  <a:ea typeface="Century Gothic"/>
                  <a:cs typeface="Century Gothic"/>
                  <a:sym typeface="Century Gothic"/>
                </a:rPr>
                <a:t>Onsite Repair or OFF Site</a:t>
              </a:r>
              <a:endParaRPr b="0" i="0" sz="1400" u="none" cap="none" strike="noStrike">
                <a:solidFill>
                  <a:srgbClr val="000000"/>
                </a:solidFill>
                <a:latin typeface="Arial"/>
                <a:ea typeface="Arial"/>
                <a:cs typeface="Arial"/>
                <a:sym typeface="Arial"/>
              </a:endParaRPr>
            </a:p>
          </p:txBody>
        </p:sp>
        <p:sp>
          <p:nvSpPr>
            <p:cNvPr id="557" name="Google Shape;557;p20"/>
            <p:cNvSpPr/>
            <p:nvPr/>
          </p:nvSpPr>
          <p:spPr>
            <a:xfrm>
              <a:off x="1186879" y="219531"/>
              <a:ext cx="1317128" cy="526851"/>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8" name="Google Shape;558;p20"/>
            <p:cNvSpPr txBox="1"/>
            <p:nvPr/>
          </p:nvSpPr>
          <p:spPr>
            <a:xfrm>
              <a:off x="1450305" y="219531"/>
              <a:ext cx="790277" cy="526851"/>
            </a:xfrm>
            <a:prstGeom prst="rect">
              <a:avLst/>
            </a:prstGeom>
            <a:noFill/>
            <a:ln>
              <a:noFill/>
            </a:ln>
          </p:spPr>
          <p:txBody>
            <a:bodyPr anchorCtr="0" anchor="ctr" bIns="12000" lIns="36000" spcFirstLastPara="1" rIns="12000" wrap="square" tIns="12000">
              <a:noAutofit/>
            </a:bodyPr>
            <a:lstStyle/>
            <a:p>
              <a:pPr indent="0" lvl="0" marL="0" marR="0" rtl="0" algn="ctr">
                <a:lnSpc>
                  <a:spcPct val="90000"/>
                </a:lnSpc>
                <a:spcBef>
                  <a:spcPts val="0"/>
                </a:spcBef>
                <a:spcAft>
                  <a:spcPts val="0"/>
                </a:spcAft>
                <a:buClr>
                  <a:schemeClr val="lt1"/>
                </a:buClr>
                <a:buSzPts val="900"/>
                <a:buFont typeface="Century Gothic"/>
                <a:buNone/>
              </a:pPr>
              <a:r>
                <a:rPr b="0" i="0" lang="en-US" sz="900" u="none" cap="none" strike="noStrike">
                  <a:solidFill>
                    <a:schemeClr val="lt1"/>
                  </a:solidFill>
                  <a:latin typeface="Century Gothic"/>
                  <a:ea typeface="Century Gothic"/>
                  <a:cs typeface="Century Gothic"/>
                  <a:sym typeface="Century Gothic"/>
                </a:rPr>
                <a:t>Estimate / Quote </a:t>
              </a:r>
              <a:endParaRPr b="0" i="0" sz="900" u="none" cap="none" strike="noStrike">
                <a:solidFill>
                  <a:schemeClr val="lt1"/>
                </a:solidFill>
                <a:latin typeface="Century Gothic"/>
                <a:ea typeface="Century Gothic"/>
                <a:cs typeface="Century Gothic"/>
                <a:sym typeface="Century Gothic"/>
              </a:endParaRPr>
            </a:p>
          </p:txBody>
        </p:sp>
        <p:sp>
          <p:nvSpPr>
            <p:cNvPr id="559" name="Google Shape;559;p20"/>
            <p:cNvSpPr/>
            <p:nvPr/>
          </p:nvSpPr>
          <p:spPr>
            <a:xfrm>
              <a:off x="2372295" y="219531"/>
              <a:ext cx="1317128" cy="526851"/>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0" name="Google Shape;560;p20"/>
            <p:cNvSpPr txBox="1"/>
            <p:nvPr/>
          </p:nvSpPr>
          <p:spPr>
            <a:xfrm>
              <a:off x="2635721" y="219531"/>
              <a:ext cx="790277" cy="526851"/>
            </a:xfrm>
            <a:prstGeom prst="rect">
              <a:avLst/>
            </a:prstGeom>
            <a:noFill/>
            <a:ln>
              <a:noFill/>
            </a:ln>
          </p:spPr>
          <p:txBody>
            <a:bodyPr anchorCtr="0" anchor="ctr" bIns="12000" lIns="36000" spcFirstLastPara="1" rIns="12000" wrap="square" tIns="12000">
              <a:noAutofit/>
            </a:bodyPr>
            <a:lstStyle/>
            <a:p>
              <a:pPr indent="0" lvl="0" marL="0" marR="0" rtl="0" algn="ctr">
                <a:lnSpc>
                  <a:spcPct val="90000"/>
                </a:lnSpc>
                <a:spcBef>
                  <a:spcPts val="0"/>
                </a:spcBef>
                <a:spcAft>
                  <a:spcPts val="0"/>
                </a:spcAft>
                <a:buClr>
                  <a:schemeClr val="lt1"/>
                </a:buClr>
                <a:buSzPts val="900"/>
                <a:buFont typeface="Century Gothic"/>
                <a:buNone/>
              </a:pPr>
              <a:r>
                <a:rPr b="0" i="0" lang="en-US" sz="900" u="none" cap="none" strike="noStrike">
                  <a:solidFill>
                    <a:schemeClr val="lt1"/>
                  </a:solidFill>
                  <a:latin typeface="Century Gothic"/>
                  <a:ea typeface="Century Gothic"/>
                  <a:cs typeface="Century Gothic"/>
                  <a:sym typeface="Century Gothic"/>
                </a:rPr>
                <a:t>PO Collected</a:t>
              </a:r>
              <a:endParaRPr b="0" i="0" sz="1400" u="none" cap="none" strike="noStrike">
                <a:solidFill>
                  <a:srgbClr val="000000"/>
                </a:solidFill>
                <a:latin typeface="Arial"/>
                <a:ea typeface="Arial"/>
                <a:cs typeface="Arial"/>
                <a:sym typeface="Arial"/>
              </a:endParaRPr>
            </a:p>
          </p:txBody>
        </p:sp>
        <p:sp>
          <p:nvSpPr>
            <p:cNvPr id="561" name="Google Shape;561;p20"/>
            <p:cNvSpPr/>
            <p:nvPr/>
          </p:nvSpPr>
          <p:spPr>
            <a:xfrm>
              <a:off x="3557711" y="219531"/>
              <a:ext cx="1317128" cy="526851"/>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2" name="Google Shape;562;p20"/>
            <p:cNvSpPr txBox="1"/>
            <p:nvPr/>
          </p:nvSpPr>
          <p:spPr>
            <a:xfrm>
              <a:off x="3821137" y="219531"/>
              <a:ext cx="790277" cy="526851"/>
            </a:xfrm>
            <a:prstGeom prst="rect">
              <a:avLst/>
            </a:prstGeom>
            <a:noFill/>
            <a:ln>
              <a:noFill/>
            </a:ln>
          </p:spPr>
          <p:txBody>
            <a:bodyPr anchorCtr="0" anchor="ctr" bIns="12000" lIns="36000" spcFirstLastPara="1" rIns="12000" wrap="square" tIns="12000">
              <a:noAutofit/>
            </a:bodyPr>
            <a:lstStyle/>
            <a:p>
              <a:pPr indent="0" lvl="0" marL="0" marR="0" rtl="0" algn="ctr">
                <a:lnSpc>
                  <a:spcPct val="90000"/>
                </a:lnSpc>
                <a:spcBef>
                  <a:spcPts val="0"/>
                </a:spcBef>
                <a:spcAft>
                  <a:spcPts val="0"/>
                </a:spcAft>
                <a:buClr>
                  <a:schemeClr val="lt1"/>
                </a:buClr>
                <a:buSzPts val="900"/>
                <a:buFont typeface="Century Gothic"/>
                <a:buNone/>
              </a:pPr>
              <a:r>
                <a:rPr b="0" i="0" lang="en-US" sz="900" u="none" cap="none" strike="noStrike">
                  <a:solidFill>
                    <a:schemeClr val="lt1"/>
                  </a:solidFill>
                  <a:latin typeface="Century Gothic"/>
                  <a:ea typeface="Century Gothic"/>
                  <a:cs typeface="Century Gothic"/>
                  <a:sym typeface="Century Gothic"/>
                </a:rPr>
                <a:t>PI to be send</a:t>
              </a:r>
              <a:endParaRPr b="0" i="0" sz="1400" u="none" cap="none" strike="noStrike">
                <a:solidFill>
                  <a:srgbClr val="000000"/>
                </a:solidFill>
                <a:latin typeface="Arial"/>
                <a:ea typeface="Arial"/>
                <a:cs typeface="Arial"/>
                <a:sym typeface="Arial"/>
              </a:endParaRPr>
            </a:p>
          </p:txBody>
        </p:sp>
        <p:sp>
          <p:nvSpPr>
            <p:cNvPr id="563" name="Google Shape;563;p20"/>
            <p:cNvSpPr/>
            <p:nvPr/>
          </p:nvSpPr>
          <p:spPr>
            <a:xfrm>
              <a:off x="4743127" y="219531"/>
              <a:ext cx="1317128" cy="526851"/>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4" name="Google Shape;564;p20"/>
            <p:cNvSpPr txBox="1"/>
            <p:nvPr/>
          </p:nvSpPr>
          <p:spPr>
            <a:xfrm>
              <a:off x="5006553" y="219531"/>
              <a:ext cx="790277" cy="526851"/>
            </a:xfrm>
            <a:prstGeom prst="rect">
              <a:avLst/>
            </a:prstGeom>
            <a:noFill/>
            <a:ln>
              <a:noFill/>
            </a:ln>
          </p:spPr>
          <p:txBody>
            <a:bodyPr anchorCtr="0" anchor="ctr" bIns="12000" lIns="36000" spcFirstLastPara="1" rIns="12000" wrap="square" tIns="12000">
              <a:noAutofit/>
            </a:bodyPr>
            <a:lstStyle/>
            <a:p>
              <a:pPr indent="0" lvl="0" marL="0" marR="0" rtl="0" algn="ctr">
                <a:lnSpc>
                  <a:spcPct val="90000"/>
                </a:lnSpc>
                <a:spcBef>
                  <a:spcPts val="0"/>
                </a:spcBef>
                <a:spcAft>
                  <a:spcPts val="0"/>
                </a:spcAft>
                <a:buClr>
                  <a:schemeClr val="lt1"/>
                </a:buClr>
                <a:buSzPts val="900"/>
                <a:buFont typeface="Century Gothic"/>
                <a:buNone/>
              </a:pPr>
              <a:r>
                <a:rPr b="0" i="0" lang="en-US" sz="900" u="none" cap="none" strike="noStrike">
                  <a:solidFill>
                    <a:schemeClr val="lt1"/>
                  </a:solidFill>
                  <a:latin typeface="Century Gothic"/>
                  <a:ea typeface="Century Gothic"/>
                  <a:cs typeface="Century Gothic"/>
                  <a:sym typeface="Century Gothic"/>
                </a:rPr>
                <a:t>Payment Advance</a:t>
              </a:r>
              <a:endParaRPr b="0" i="0" sz="1400" u="none" cap="none" strike="noStrike">
                <a:solidFill>
                  <a:srgbClr val="000000"/>
                </a:solidFill>
                <a:latin typeface="Arial"/>
                <a:ea typeface="Arial"/>
                <a:cs typeface="Arial"/>
                <a:sym typeface="Arial"/>
              </a:endParaRPr>
            </a:p>
          </p:txBody>
        </p:sp>
        <p:sp>
          <p:nvSpPr>
            <p:cNvPr id="565" name="Google Shape;565;p20"/>
            <p:cNvSpPr/>
            <p:nvPr/>
          </p:nvSpPr>
          <p:spPr>
            <a:xfrm>
              <a:off x="5928543" y="219531"/>
              <a:ext cx="1317128" cy="526851"/>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6" name="Google Shape;566;p20"/>
            <p:cNvSpPr txBox="1"/>
            <p:nvPr/>
          </p:nvSpPr>
          <p:spPr>
            <a:xfrm>
              <a:off x="6191969" y="219531"/>
              <a:ext cx="790277" cy="526851"/>
            </a:xfrm>
            <a:prstGeom prst="rect">
              <a:avLst/>
            </a:prstGeom>
            <a:noFill/>
            <a:ln>
              <a:noFill/>
            </a:ln>
          </p:spPr>
          <p:txBody>
            <a:bodyPr anchorCtr="0" anchor="ctr" bIns="12000" lIns="36000" spcFirstLastPara="1" rIns="12000" wrap="square" tIns="12000">
              <a:noAutofit/>
            </a:bodyPr>
            <a:lstStyle/>
            <a:p>
              <a:pPr indent="0" lvl="0" marL="0" marR="0" rtl="0" algn="ctr">
                <a:lnSpc>
                  <a:spcPct val="90000"/>
                </a:lnSpc>
                <a:spcBef>
                  <a:spcPts val="0"/>
                </a:spcBef>
                <a:spcAft>
                  <a:spcPts val="0"/>
                </a:spcAft>
                <a:buClr>
                  <a:schemeClr val="lt1"/>
                </a:buClr>
                <a:buSzPts val="900"/>
                <a:buFont typeface="Century Gothic"/>
                <a:buNone/>
              </a:pPr>
              <a:r>
                <a:rPr b="0" i="0" lang="en-US" sz="900" u="none" cap="none" strike="noStrike">
                  <a:solidFill>
                    <a:schemeClr val="lt1"/>
                  </a:solidFill>
                  <a:latin typeface="Century Gothic"/>
                  <a:ea typeface="Century Gothic"/>
                  <a:cs typeface="Century Gothic"/>
                  <a:sym typeface="Century Gothic"/>
                </a:rPr>
                <a:t>Repair</a:t>
              </a:r>
              <a:endParaRPr b="0" i="0" sz="1400" u="none" cap="none" strike="noStrike">
                <a:solidFill>
                  <a:srgbClr val="000000"/>
                </a:solidFill>
                <a:latin typeface="Arial"/>
                <a:ea typeface="Arial"/>
                <a:cs typeface="Arial"/>
                <a:sym typeface="Arial"/>
              </a:endParaRPr>
            </a:p>
          </p:txBody>
        </p:sp>
        <p:sp>
          <p:nvSpPr>
            <p:cNvPr id="567" name="Google Shape;567;p20"/>
            <p:cNvSpPr/>
            <p:nvPr/>
          </p:nvSpPr>
          <p:spPr>
            <a:xfrm>
              <a:off x="7113959" y="219531"/>
              <a:ext cx="1317128" cy="526851"/>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8" name="Google Shape;568;p20"/>
            <p:cNvSpPr txBox="1"/>
            <p:nvPr/>
          </p:nvSpPr>
          <p:spPr>
            <a:xfrm>
              <a:off x="7377385" y="219531"/>
              <a:ext cx="790277" cy="526851"/>
            </a:xfrm>
            <a:prstGeom prst="rect">
              <a:avLst/>
            </a:prstGeom>
            <a:noFill/>
            <a:ln>
              <a:noFill/>
            </a:ln>
          </p:spPr>
          <p:txBody>
            <a:bodyPr anchorCtr="0" anchor="ctr" bIns="12000" lIns="36000" spcFirstLastPara="1" rIns="12000" wrap="square" tIns="12000">
              <a:noAutofit/>
            </a:bodyPr>
            <a:lstStyle/>
            <a:p>
              <a:pPr indent="0" lvl="0" marL="0" marR="0" rtl="0" algn="ctr">
                <a:lnSpc>
                  <a:spcPct val="90000"/>
                </a:lnSpc>
                <a:spcBef>
                  <a:spcPts val="0"/>
                </a:spcBef>
                <a:spcAft>
                  <a:spcPts val="0"/>
                </a:spcAft>
                <a:buClr>
                  <a:schemeClr val="lt1"/>
                </a:buClr>
                <a:buSzPts val="900"/>
                <a:buFont typeface="Century Gothic"/>
                <a:buNone/>
              </a:pPr>
              <a:r>
                <a:rPr b="0" i="0" lang="en-US" sz="900" u="none" cap="none" strike="noStrike">
                  <a:solidFill>
                    <a:schemeClr val="lt1"/>
                  </a:solidFill>
                  <a:latin typeface="Century Gothic"/>
                  <a:ea typeface="Century Gothic"/>
                  <a:cs typeface="Century Gothic"/>
                  <a:sym typeface="Century Gothic"/>
                </a:rPr>
                <a:t>PHOTO of Product with Solution</a:t>
              </a:r>
              <a:endParaRPr b="0" i="0" sz="1400" u="none" cap="none" strike="noStrike">
                <a:solidFill>
                  <a:srgbClr val="000000"/>
                </a:solidFill>
                <a:latin typeface="Arial"/>
                <a:ea typeface="Arial"/>
                <a:cs typeface="Arial"/>
                <a:sym typeface="Arial"/>
              </a:endParaRPr>
            </a:p>
          </p:txBody>
        </p:sp>
        <p:sp>
          <p:nvSpPr>
            <p:cNvPr id="569" name="Google Shape;569;p20"/>
            <p:cNvSpPr/>
            <p:nvPr/>
          </p:nvSpPr>
          <p:spPr>
            <a:xfrm>
              <a:off x="8299375" y="219531"/>
              <a:ext cx="1317128" cy="526851"/>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0" name="Google Shape;570;p20"/>
            <p:cNvSpPr txBox="1"/>
            <p:nvPr/>
          </p:nvSpPr>
          <p:spPr>
            <a:xfrm>
              <a:off x="8562801" y="219531"/>
              <a:ext cx="790277" cy="526851"/>
            </a:xfrm>
            <a:prstGeom prst="rect">
              <a:avLst/>
            </a:prstGeom>
            <a:noFill/>
            <a:ln>
              <a:noFill/>
            </a:ln>
          </p:spPr>
          <p:txBody>
            <a:bodyPr anchorCtr="0" anchor="ctr" bIns="12000" lIns="36000" spcFirstLastPara="1" rIns="12000" wrap="square" tIns="12000">
              <a:noAutofit/>
            </a:bodyPr>
            <a:lstStyle/>
            <a:p>
              <a:pPr indent="0" lvl="0" marL="0" marR="0" rtl="0" algn="ctr">
                <a:lnSpc>
                  <a:spcPct val="90000"/>
                </a:lnSpc>
                <a:spcBef>
                  <a:spcPts val="0"/>
                </a:spcBef>
                <a:spcAft>
                  <a:spcPts val="0"/>
                </a:spcAft>
                <a:buClr>
                  <a:schemeClr val="lt1"/>
                </a:buClr>
                <a:buSzPts val="900"/>
                <a:buFont typeface="Century Gothic"/>
                <a:buNone/>
              </a:pPr>
              <a:r>
                <a:rPr b="0" i="0" lang="en-US" sz="900" u="none" cap="none" strike="noStrike">
                  <a:solidFill>
                    <a:schemeClr val="lt1"/>
                  </a:solidFill>
                  <a:latin typeface="Century Gothic"/>
                  <a:ea typeface="Century Gothic"/>
                  <a:cs typeface="Century Gothic"/>
                  <a:sym typeface="Century Gothic"/>
                </a:rPr>
                <a:t>New Product Discussion</a:t>
              </a:r>
              <a:endParaRPr b="0" i="0" sz="1400" u="none" cap="none" strike="noStrike">
                <a:solidFill>
                  <a:srgbClr val="000000"/>
                </a:solidFill>
                <a:latin typeface="Arial"/>
                <a:ea typeface="Arial"/>
                <a:cs typeface="Arial"/>
                <a:sym typeface="Arial"/>
              </a:endParaRPr>
            </a:p>
          </p:txBody>
        </p:sp>
        <p:sp>
          <p:nvSpPr>
            <p:cNvPr id="571" name="Google Shape;571;p20"/>
            <p:cNvSpPr/>
            <p:nvPr/>
          </p:nvSpPr>
          <p:spPr>
            <a:xfrm>
              <a:off x="9453796" y="206492"/>
              <a:ext cx="1317128" cy="526851"/>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2" name="Google Shape;572;p20"/>
            <p:cNvSpPr txBox="1"/>
            <p:nvPr/>
          </p:nvSpPr>
          <p:spPr>
            <a:xfrm>
              <a:off x="9717222" y="206492"/>
              <a:ext cx="790277" cy="526851"/>
            </a:xfrm>
            <a:prstGeom prst="rect">
              <a:avLst/>
            </a:prstGeom>
            <a:noFill/>
            <a:ln>
              <a:noFill/>
            </a:ln>
          </p:spPr>
          <p:txBody>
            <a:bodyPr anchorCtr="0" anchor="ctr" bIns="12000" lIns="36000" spcFirstLastPara="1" rIns="12000" wrap="square" tIns="12000">
              <a:noAutofit/>
            </a:bodyPr>
            <a:lstStyle/>
            <a:p>
              <a:pPr indent="0" lvl="0" marL="0" marR="0" rtl="0" algn="ctr">
                <a:lnSpc>
                  <a:spcPct val="90000"/>
                </a:lnSpc>
                <a:spcBef>
                  <a:spcPts val="0"/>
                </a:spcBef>
                <a:spcAft>
                  <a:spcPts val="0"/>
                </a:spcAft>
                <a:buClr>
                  <a:schemeClr val="lt1"/>
                </a:buClr>
                <a:buSzPts val="900"/>
                <a:buFont typeface="Century Gothic"/>
                <a:buNone/>
              </a:pPr>
              <a:r>
                <a:rPr b="0" i="0" lang="en-US" sz="900" u="none" cap="none" strike="noStrike">
                  <a:solidFill>
                    <a:schemeClr val="lt1"/>
                  </a:solidFill>
                  <a:latin typeface="Century Gothic"/>
                  <a:ea typeface="Century Gothic"/>
                  <a:cs typeface="Century Gothic"/>
                  <a:sym typeface="Century Gothic"/>
                </a:rPr>
                <a:t>NEW AMC to be discuss</a:t>
              </a:r>
              <a:endParaRPr b="0" i="0" sz="1400" u="none" cap="none" strike="noStrike">
                <a:solidFill>
                  <a:srgbClr val="000000"/>
                </a:solidFill>
                <a:latin typeface="Arial"/>
                <a:ea typeface="Arial"/>
                <a:cs typeface="Arial"/>
                <a:sym typeface="Arial"/>
              </a:endParaRPr>
            </a:p>
          </p:txBody>
        </p:sp>
        <p:sp>
          <p:nvSpPr>
            <p:cNvPr id="573" name="Google Shape;573;p20"/>
            <p:cNvSpPr/>
            <p:nvPr/>
          </p:nvSpPr>
          <p:spPr>
            <a:xfrm>
              <a:off x="10670207" y="196160"/>
              <a:ext cx="1317128" cy="526851"/>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4" name="Google Shape;574;p20"/>
            <p:cNvSpPr txBox="1"/>
            <p:nvPr/>
          </p:nvSpPr>
          <p:spPr>
            <a:xfrm>
              <a:off x="10933633" y="196160"/>
              <a:ext cx="790277" cy="526851"/>
            </a:xfrm>
            <a:prstGeom prst="rect">
              <a:avLst/>
            </a:prstGeom>
            <a:noFill/>
            <a:ln>
              <a:noFill/>
            </a:ln>
          </p:spPr>
          <p:txBody>
            <a:bodyPr anchorCtr="0" anchor="ctr" bIns="12000" lIns="36000" spcFirstLastPara="1" rIns="12000" wrap="square" tIns="12000">
              <a:noAutofit/>
            </a:bodyPr>
            <a:lstStyle/>
            <a:p>
              <a:pPr indent="0" lvl="0" marL="0" marR="0" rtl="0" algn="ctr">
                <a:lnSpc>
                  <a:spcPct val="90000"/>
                </a:lnSpc>
                <a:spcBef>
                  <a:spcPts val="0"/>
                </a:spcBef>
                <a:spcAft>
                  <a:spcPts val="0"/>
                </a:spcAft>
                <a:buClr>
                  <a:schemeClr val="lt1"/>
                </a:buClr>
                <a:buSzPts val="900"/>
                <a:buFont typeface="Century Gothic"/>
                <a:buNone/>
              </a:pPr>
              <a:r>
                <a:rPr b="0" i="0" lang="en-US" sz="900" u="none" cap="none" strike="noStrike">
                  <a:solidFill>
                    <a:schemeClr val="lt1"/>
                  </a:solidFill>
                  <a:latin typeface="Century Gothic"/>
                  <a:ea typeface="Century Gothic"/>
                  <a:cs typeface="Century Gothic"/>
                  <a:sym typeface="Century Gothic"/>
                </a:rPr>
                <a:t>Feed back form + Testimonials </a:t>
              </a:r>
              <a:endParaRPr b="0" i="0" sz="900" u="none" cap="none" strike="noStrike">
                <a:solidFill>
                  <a:schemeClr val="lt1"/>
                </a:solidFill>
                <a:latin typeface="Century Gothic"/>
                <a:ea typeface="Century Gothic"/>
                <a:cs typeface="Century Gothic"/>
                <a:sym typeface="Century Gothic"/>
              </a:endParaRPr>
            </a:p>
          </p:txBody>
        </p:sp>
      </p:grpSp>
      <p:grpSp>
        <p:nvGrpSpPr>
          <p:cNvPr id="575" name="Google Shape;575;p20"/>
          <p:cNvGrpSpPr/>
          <p:nvPr/>
        </p:nvGrpSpPr>
        <p:grpSpPr>
          <a:xfrm>
            <a:off x="306231" y="3844344"/>
            <a:ext cx="11977092" cy="965915"/>
            <a:chOff x="0" y="0"/>
            <a:chExt cx="11977092" cy="965915"/>
          </a:xfrm>
        </p:grpSpPr>
        <p:sp>
          <p:nvSpPr>
            <p:cNvPr id="576" name="Google Shape;576;p20"/>
            <p:cNvSpPr/>
            <p:nvPr/>
          </p:nvSpPr>
          <p:spPr>
            <a:xfrm>
              <a:off x="0" y="0"/>
              <a:ext cx="11977092" cy="965915"/>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7" name="Google Shape;577;p20"/>
            <p:cNvSpPr txBox="1"/>
            <p:nvPr/>
          </p:nvSpPr>
          <p:spPr>
            <a:xfrm>
              <a:off x="482958" y="0"/>
              <a:ext cx="11011177" cy="965915"/>
            </a:xfrm>
            <a:prstGeom prst="rect">
              <a:avLst/>
            </a:prstGeom>
            <a:noFill/>
            <a:ln>
              <a:noFill/>
            </a:ln>
          </p:spPr>
          <p:txBody>
            <a:bodyPr anchorCtr="0" anchor="ctr" bIns="78675" lIns="236025" spcFirstLastPara="1" rIns="78675" wrap="square" tIns="78675">
              <a:noAutofit/>
            </a:bodyPr>
            <a:lstStyle/>
            <a:p>
              <a:pPr indent="0" lvl="0" marL="0" marR="0" rtl="0" algn="ctr">
                <a:lnSpc>
                  <a:spcPct val="90000"/>
                </a:lnSpc>
                <a:spcBef>
                  <a:spcPts val="0"/>
                </a:spcBef>
                <a:spcAft>
                  <a:spcPts val="0"/>
                </a:spcAft>
                <a:buClr>
                  <a:schemeClr val="lt1"/>
                </a:buClr>
                <a:buSzPts val="5900"/>
                <a:buFont typeface="Century Gothic"/>
                <a:buNone/>
              </a:pPr>
              <a:r>
                <a:rPr b="0" i="0" lang="en-US" sz="5900" u="none" cap="none" strike="noStrike">
                  <a:solidFill>
                    <a:schemeClr val="lt1"/>
                  </a:solidFill>
                  <a:latin typeface="Century Gothic"/>
                  <a:ea typeface="Century Gothic"/>
                  <a:cs typeface="Century Gothic"/>
                  <a:sym typeface="Century Gothic"/>
                </a:rPr>
                <a:t>Audit with P&amp;L</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1" name="Shape 581"/>
        <p:cNvGrpSpPr/>
        <p:nvPr/>
      </p:nvGrpSpPr>
      <p:grpSpPr>
        <a:xfrm>
          <a:off x="0" y="0"/>
          <a:ext cx="0" cy="0"/>
          <a:chOff x="0" y="0"/>
          <a:chExt cx="0" cy="0"/>
        </a:xfrm>
      </p:grpSpPr>
      <p:grpSp>
        <p:nvGrpSpPr>
          <p:cNvPr id="582" name="Google Shape;582;p21"/>
          <p:cNvGrpSpPr/>
          <p:nvPr/>
        </p:nvGrpSpPr>
        <p:grpSpPr>
          <a:xfrm>
            <a:off x="209053" y="1294530"/>
            <a:ext cx="11977092" cy="918488"/>
            <a:chOff x="5853" y="47426"/>
            <a:chExt cx="11977092" cy="918488"/>
          </a:xfrm>
        </p:grpSpPr>
        <p:sp>
          <p:nvSpPr>
            <p:cNvPr id="583" name="Google Shape;583;p21"/>
            <p:cNvSpPr/>
            <p:nvPr/>
          </p:nvSpPr>
          <p:spPr>
            <a:xfrm>
              <a:off x="5853" y="94853"/>
              <a:ext cx="2177653" cy="871061"/>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4" name="Google Shape;584;p21"/>
            <p:cNvSpPr txBox="1"/>
            <p:nvPr/>
          </p:nvSpPr>
          <p:spPr>
            <a:xfrm>
              <a:off x="441384" y="94853"/>
              <a:ext cx="1306592" cy="871061"/>
            </a:xfrm>
            <a:prstGeom prst="rect">
              <a:avLst/>
            </a:prstGeom>
            <a:noFill/>
            <a:ln>
              <a:noFill/>
            </a:ln>
          </p:spPr>
          <p:txBody>
            <a:bodyPr anchorCtr="0" anchor="ctr" bIns="21325" lIns="64000" spcFirstLastPara="1" rIns="21325" wrap="square" tIns="21325">
              <a:noAutofit/>
            </a:bodyPr>
            <a:lstStyle/>
            <a:p>
              <a:pPr indent="0" lvl="0" marL="0" marR="0" rtl="0" algn="ctr">
                <a:lnSpc>
                  <a:spcPct val="90000"/>
                </a:lnSpc>
                <a:spcBef>
                  <a:spcPts val="0"/>
                </a:spcBef>
                <a:spcAft>
                  <a:spcPts val="0"/>
                </a:spcAft>
                <a:buClr>
                  <a:schemeClr val="lt1"/>
                </a:buClr>
                <a:buSzPts val="1600"/>
                <a:buFont typeface="Century Gothic"/>
                <a:buNone/>
              </a:pPr>
              <a:r>
                <a:rPr b="0" i="0" lang="en-US" sz="1600" u="none" cap="none" strike="noStrike">
                  <a:solidFill>
                    <a:schemeClr val="lt1"/>
                  </a:solidFill>
                  <a:latin typeface="Century Gothic"/>
                  <a:ea typeface="Century Gothic"/>
                  <a:cs typeface="Century Gothic"/>
                  <a:sym typeface="Century Gothic"/>
                </a:rPr>
                <a:t>ENQ. Sales Dept. </a:t>
              </a:r>
              <a:endParaRPr b="0" i="0" sz="1600" u="none" cap="none" strike="noStrike">
                <a:solidFill>
                  <a:schemeClr val="lt1"/>
                </a:solidFill>
                <a:latin typeface="Century Gothic"/>
                <a:ea typeface="Century Gothic"/>
                <a:cs typeface="Century Gothic"/>
                <a:sym typeface="Century Gothic"/>
              </a:endParaRPr>
            </a:p>
          </p:txBody>
        </p:sp>
        <p:sp>
          <p:nvSpPr>
            <p:cNvPr id="585" name="Google Shape;585;p21"/>
            <p:cNvSpPr/>
            <p:nvPr/>
          </p:nvSpPr>
          <p:spPr>
            <a:xfrm>
              <a:off x="1965741" y="47426"/>
              <a:ext cx="2177653" cy="871061"/>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6" name="Google Shape;586;p21"/>
            <p:cNvSpPr txBox="1"/>
            <p:nvPr/>
          </p:nvSpPr>
          <p:spPr>
            <a:xfrm>
              <a:off x="2401272" y="47426"/>
              <a:ext cx="1306592" cy="871061"/>
            </a:xfrm>
            <a:prstGeom prst="rect">
              <a:avLst/>
            </a:prstGeom>
            <a:noFill/>
            <a:ln>
              <a:noFill/>
            </a:ln>
          </p:spPr>
          <p:txBody>
            <a:bodyPr anchorCtr="0" anchor="ctr" bIns="21325" lIns="64000" spcFirstLastPara="1" rIns="21325" wrap="square" tIns="21325">
              <a:noAutofit/>
            </a:bodyPr>
            <a:lstStyle/>
            <a:p>
              <a:pPr indent="0" lvl="0" marL="0" marR="0" rtl="0" algn="ctr">
                <a:lnSpc>
                  <a:spcPct val="90000"/>
                </a:lnSpc>
                <a:spcBef>
                  <a:spcPts val="0"/>
                </a:spcBef>
                <a:spcAft>
                  <a:spcPts val="0"/>
                </a:spcAft>
                <a:buClr>
                  <a:schemeClr val="lt1"/>
                </a:buClr>
                <a:buSzPts val="1600"/>
                <a:buFont typeface="Century Gothic"/>
                <a:buNone/>
              </a:pPr>
              <a:r>
                <a:rPr b="0" i="0" lang="en-US" sz="1600" u="none" cap="none" strike="noStrike">
                  <a:solidFill>
                    <a:schemeClr val="lt1"/>
                  </a:solidFill>
                  <a:latin typeface="Century Gothic"/>
                  <a:ea typeface="Century Gothic"/>
                  <a:cs typeface="Century Gothic"/>
                  <a:sym typeface="Century Gothic"/>
                </a:rPr>
                <a:t>Search Vendor / SAP</a:t>
              </a:r>
              <a:endParaRPr b="0" i="0" sz="1400" u="none" cap="none" strike="noStrike">
                <a:solidFill>
                  <a:srgbClr val="000000"/>
                </a:solidFill>
                <a:latin typeface="Arial"/>
                <a:ea typeface="Arial"/>
                <a:cs typeface="Arial"/>
                <a:sym typeface="Arial"/>
              </a:endParaRPr>
            </a:p>
          </p:txBody>
        </p:sp>
        <p:sp>
          <p:nvSpPr>
            <p:cNvPr id="587" name="Google Shape;587;p21"/>
            <p:cNvSpPr/>
            <p:nvPr/>
          </p:nvSpPr>
          <p:spPr>
            <a:xfrm>
              <a:off x="3925629" y="47426"/>
              <a:ext cx="2177653" cy="871061"/>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8" name="Google Shape;588;p21"/>
            <p:cNvSpPr txBox="1"/>
            <p:nvPr/>
          </p:nvSpPr>
          <p:spPr>
            <a:xfrm>
              <a:off x="4361160" y="47426"/>
              <a:ext cx="1306592" cy="871061"/>
            </a:xfrm>
            <a:prstGeom prst="rect">
              <a:avLst/>
            </a:prstGeom>
            <a:noFill/>
            <a:ln>
              <a:noFill/>
            </a:ln>
          </p:spPr>
          <p:txBody>
            <a:bodyPr anchorCtr="0" anchor="ctr" bIns="21325" lIns="64000" spcFirstLastPara="1" rIns="21325" wrap="square" tIns="21325">
              <a:noAutofit/>
            </a:bodyPr>
            <a:lstStyle/>
            <a:p>
              <a:pPr indent="0" lvl="0" marL="0" marR="0" rtl="0" algn="ctr">
                <a:lnSpc>
                  <a:spcPct val="90000"/>
                </a:lnSpc>
                <a:spcBef>
                  <a:spcPts val="0"/>
                </a:spcBef>
                <a:spcAft>
                  <a:spcPts val="0"/>
                </a:spcAft>
                <a:buClr>
                  <a:schemeClr val="lt1"/>
                </a:buClr>
                <a:buSzPts val="1600"/>
                <a:buFont typeface="Century Gothic"/>
                <a:buNone/>
              </a:pPr>
              <a:r>
                <a:rPr b="0" i="0" lang="en-US" sz="1600" u="none" cap="none" strike="noStrike">
                  <a:solidFill>
                    <a:schemeClr val="lt1"/>
                  </a:solidFill>
                  <a:latin typeface="Century Gothic"/>
                  <a:ea typeface="Century Gothic"/>
                  <a:cs typeface="Century Gothic"/>
                  <a:sym typeface="Century Gothic"/>
                </a:rPr>
                <a:t>Take price and give to Sales</a:t>
              </a:r>
              <a:endParaRPr b="0" i="0" sz="1400" u="none" cap="none" strike="noStrike">
                <a:solidFill>
                  <a:srgbClr val="000000"/>
                </a:solidFill>
                <a:latin typeface="Arial"/>
                <a:ea typeface="Arial"/>
                <a:cs typeface="Arial"/>
                <a:sym typeface="Arial"/>
              </a:endParaRPr>
            </a:p>
          </p:txBody>
        </p:sp>
        <p:sp>
          <p:nvSpPr>
            <p:cNvPr id="589" name="Google Shape;589;p21"/>
            <p:cNvSpPr/>
            <p:nvPr/>
          </p:nvSpPr>
          <p:spPr>
            <a:xfrm>
              <a:off x="5885517" y="47426"/>
              <a:ext cx="2177653" cy="871061"/>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0" name="Google Shape;590;p21"/>
            <p:cNvSpPr txBox="1"/>
            <p:nvPr/>
          </p:nvSpPr>
          <p:spPr>
            <a:xfrm>
              <a:off x="6321048" y="47426"/>
              <a:ext cx="1306592" cy="871061"/>
            </a:xfrm>
            <a:prstGeom prst="rect">
              <a:avLst/>
            </a:prstGeom>
            <a:noFill/>
            <a:ln>
              <a:noFill/>
            </a:ln>
          </p:spPr>
          <p:txBody>
            <a:bodyPr anchorCtr="0" anchor="ctr" bIns="21325" lIns="64000" spcFirstLastPara="1" rIns="21325" wrap="square" tIns="21325">
              <a:noAutofit/>
            </a:bodyPr>
            <a:lstStyle/>
            <a:p>
              <a:pPr indent="0" lvl="0" marL="0" marR="0" rtl="0" algn="ctr">
                <a:lnSpc>
                  <a:spcPct val="90000"/>
                </a:lnSpc>
                <a:spcBef>
                  <a:spcPts val="0"/>
                </a:spcBef>
                <a:spcAft>
                  <a:spcPts val="0"/>
                </a:spcAft>
                <a:buClr>
                  <a:schemeClr val="lt1"/>
                </a:buClr>
                <a:buSzPts val="1600"/>
                <a:buFont typeface="Century Gothic"/>
                <a:buNone/>
              </a:pPr>
              <a:r>
                <a:rPr b="0" i="0" lang="en-US" sz="1600" u="none" cap="none" strike="noStrike">
                  <a:solidFill>
                    <a:schemeClr val="lt1"/>
                  </a:solidFill>
                  <a:latin typeface="Century Gothic"/>
                  <a:ea typeface="Century Gothic"/>
                  <a:cs typeface="Century Gothic"/>
                  <a:sym typeface="Century Gothic"/>
                </a:rPr>
                <a:t>If get order</a:t>
              </a:r>
              <a:endParaRPr b="0" i="0" sz="1400" u="none" cap="none" strike="noStrike">
                <a:solidFill>
                  <a:srgbClr val="000000"/>
                </a:solidFill>
                <a:latin typeface="Arial"/>
                <a:ea typeface="Arial"/>
                <a:cs typeface="Arial"/>
                <a:sym typeface="Arial"/>
              </a:endParaRPr>
            </a:p>
          </p:txBody>
        </p:sp>
        <p:sp>
          <p:nvSpPr>
            <p:cNvPr id="591" name="Google Shape;591;p21"/>
            <p:cNvSpPr/>
            <p:nvPr/>
          </p:nvSpPr>
          <p:spPr>
            <a:xfrm>
              <a:off x="7845405" y="47426"/>
              <a:ext cx="2177653" cy="871061"/>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2" name="Google Shape;592;p21"/>
            <p:cNvSpPr txBox="1"/>
            <p:nvPr/>
          </p:nvSpPr>
          <p:spPr>
            <a:xfrm>
              <a:off x="8280936" y="47426"/>
              <a:ext cx="1306592" cy="871061"/>
            </a:xfrm>
            <a:prstGeom prst="rect">
              <a:avLst/>
            </a:prstGeom>
            <a:noFill/>
            <a:ln>
              <a:noFill/>
            </a:ln>
          </p:spPr>
          <p:txBody>
            <a:bodyPr anchorCtr="0" anchor="ctr" bIns="21325" lIns="64000" spcFirstLastPara="1" rIns="21325" wrap="square" tIns="21325">
              <a:noAutofit/>
            </a:bodyPr>
            <a:lstStyle/>
            <a:p>
              <a:pPr indent="0" lvl="0" marL="0" marR="0" rtl="0" algn="ctr">
                <a:lnSpc>
                  <a:spcPct val="90000"/>
                </a:lnSpc>
                <a:spcBef>
                  <a:spcPts val="0"/>
                </a:spcBef>
                <a:spcAft>
                  <a:spcPts val="0"/>
                </a:spcAft>
                <a:buClr>
                  <a:schemeClr val="lt1"/>
                </a:buClr>
                <a:buSzPts val="1600"/>
                <a:buFont typeface="Century Gothic"/>
                <a:buNone/>
              </a:pPr>
              <a:r>
                <a:rPr b="0" i="0" lang="en-US" sz="1600" u="none" cap="none" strike="noStrike">
                  <a:solidFill>
                    <a:schemeClr val="lt1"/>
                  </a:solidFill>
                  <a:latin typeface="Century Gothic"/>
                  <a:ea typeface="Century Gothic"/>
                  <a:cs typeface="Century Gothic"/>
                  <a:sym typeface="Century Gothic"/>
                </a:rPr>
                <a:t>Negotiate vendor for better price</a:t>
              </a:r>
              <a:endParaRPr b="0" i="0" sz="1400" u="none" cap="none" strike="noStrike">
                <a:solidFill>
                  <a:srgbClr val="000000"/>
                </a:solidFill>
                <a:latin typeface="Arial"/>
                <a:ea typeface="Arial"/>
                <a:cs typeface="Arial"/>
                <a:sym typeface="Arial"/>
              </a:endParaRPr>
            </a:p>
          </p:txBody>
        </p:sp>
        <p:sp>
          <p:nvSpPr>
            <p:cNvPr id="593" name="Google Shape;593;p21"/>
            <p:cNvSpPr/>
            <p:nvPr/>
          </p:nvSpPr>
          <p:spPr>
            <a:xfrm>
              <a:off x="9805292" y="47426"/>
              <a:ext cx="2177653" cy="871061"/>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4" name="Google Shape;594;p21"/>
            <p:cNvSpPr txBox="1"/>
            <p:nvPr/>
          </p:nvSpPr>
          <p:spPr>
            <a:xfrm>
              <a:off x="10240823" y="47426"/>
              <a:ext cx="1306592" cy="871061"/>
            </a:xfrm>
            <a:prstGeom prst="rect">
              <a:avLst/>
            </a:prstGeom>
            <a:noFill/>
            <a:ln>
              <a:noFill/>
            </a:ln>
          </p:spPr>
          <p:txBody>
            <a:bodyPr anchorCtr="0" anchor="ctr" bIns="21325" lIns="64000" spcFirstLastPara="1" rIns="21325" wrap="square" tIns="21325">
              <a:noAutofit/>
            </a:bodyPr>
            <a:lstStyle/>
            <a:p>
              <a:pPr indent="0" lvl="0" marL="0" marR="0" rtl="0" algn="ctr">
                <a:lnSpc>
                  <a:spcPct val="90000"/>
                </a:lnSpc>
                <a:spcBef>
                  <a:spcPts val="0"/>
                </a:spcBef>
                <a:spcAft>
                  <a:spcPts val="0"/>
                </a:spcAft>
                <a:buClr>
                  <a:schemeClr val="lt1"/>
                </a:buClr>
                <a:buSzPts val="1600"/>
                <a:buFont typeface="Century Gothic"/>
                <a:buNone/>
              </a:pPr>
              <a:r>
                <a:rPr b="0" i="0" lang="en-US" sz="1600" u="none" cap="none" strike="noStrike">
                  <a:solidFill>
                    <a:schemeClr val="lt1"/>
                  </a:solidFill>
                  <a:latin typeface="Century Gothic"/>
                  <a:ea typeface="Century Gothic"/>
                  <a:cs typeface="Century Gothic"/>
                  <a:sym typeface="Century Gothic"/>
                </a:rPr>
                <a:t>Take Max Credit Period</a:t>
              </a:r>
              <a:endParaRPr b="0" i="0" sz="1400" u="none" cap="none" strike="noStrike">
                <a:solidFill>
                  <a:srgbClr val="000000"/>
                </a:solidFill>
                <a:latin typeface="Arial"/>
                <a:ea typeface="Arial"/>
                <a:cs typeface="Arial"/>
                <a:sym typeface="Arial"/>
              </a:endParaRPr>
            </a:p>
          </p:txBody>
        </p:sp>
      </p:grpSp>
      <p:grpSp>
        <p:nvGrpSpPr>
          <p:cNvPr id="595" name="Google Shape;595;p21"/>
          <p:cNvGrpSpPr/>
          <p:nvPr/>
        </p:nvGrpSpPr>
        <p:grpSpPr>
          <a:xfrm>
            <a:off x="203200" y="2401851"/>
            <a:ext cx="11988800" cy="782539"/>
            <a:chOff x="0" y="75068"/>
            <a:chExt cx="11988800" cy="782539"/>
          </a:xfrm>
        </p:grpSpPr>
        <p:sp>
          <p:nvSpPr>
            <p:cNvPr id="596" name="Google Shape;596;p21"/>
            <p:cNvSpPr/>
            <p:nvPr/>
          </p:nvSpPr>
          <p:spPr>
            <a:xfrm>
              <a:off x="0" y="108307"/>
              <a:ext cx="1873250" cy="749300"/>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7" name="Google Shape;597;p21"/>
            <p:cNvSpPr txBox="1"/>
            <p:nvPr/>
          </p:nvSpPr>
          <p:spPr>
            <a:xfrm>
              <a:off x="374650" y="108307"/>
              <a:ext cx="1123950" cy="749300"/>
            </a:xfrm>
            <a:prstGeom prst="rect">
              <a:avLst/>
            </a:prstGeom>
            <a:noFill/>
            <a:ln>
              <a:noFill/>
            </a:ln>
          </p:spPr>
          <p:txBody>
            <a:bodyPr anchorCtr="0" anchor="ctr" bIns="16000" lIns="48000" spcFirstLastPara="1" rIns="16000" wrap="square" tIns="16000">
              <a:noAutofit/>
            </a:bodyPr>
            <a:lstStyle/>
            <a:p>
              <a:pPr indent="0" lvl="0" marL="0" marR="0" rtl="0" algn="ctr">
                <a:lnSpc>
                  <a:spcPct val="90000"/>
                </a:lnSpc>
                <a:spcBef>
                  <a:spcPts val="0"/>
                </a:spcBef>
                <a:spcAft>
                  <a:spcPts val="0"/>
                </a:spcAft>
                <a:buClr>
                  <a:schemeClr val="lt1"/>
                </a:buClr>
                <a:buSzPts val="1200"/>
                <a:buFont typeface="Century Gothic"/>
                <a:buNone/>
              </a:pPr>
              <a:r>
                <a:rPr b="0" i="0" lang="en-US" sz="1200" u="none" cap="none" strike="noStrike">
                  <a:solidFill>
                    <a:schemeClr val="lt1"/>
                  </a:solidFill>
                  <a:latin typeface="Century Gothic"/>
                  <a:ea typeface="Century Gothic"/>
                  <a:cs typeface="Century Gothic"/>
                  <a:sym typeface="Century Gothic"/>
                </a:rPr>
                <a:t>Before order</a:t>
              </a:r>
              <a:endParaRPr b="0" i="0" sz="1400" u="none" cap="none" strike="noStrike">
                <a:solidFill>
                  <a:srgbClr val="000000"/>
                </a:solidFill>
                <a:latin typeface="Arial"/>
                <a:ea typeface="Arial"/>
                <a:cs typeface="Arial"/>
                <a:sym typeface="Arial"/>
              </a:endParaRPr>
            </a:p>
          </p:txBody>
        </p:sp>
        <p:sp>
          <p:nvSpPr>
            <p:cNvPr id="598" name="Google Shape;598;p21"/>
            <p:cNvSpPr/>
            <p:nvPr/>
          </p:nvSpPr>
          <p:spPr>
            <a:xfrm>
              <a:off x="1685924" y="108307"/>
              <a:ext cx="1873250" cy="749300"/>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9" name="Google Shape;599;p21"/>
            <p:cNvSpPr txBox="1"/>
            <p:nvPr/>
          </p:nvSpPr>
          <p:spPr>
            <a:xfrm>
              <a:off x="2060574" y="108307"/>
              <a:ext cx="1123950" cy="749300"/>
            </a:xfrm>
            <a:prstGeom prst="rect">
              <a:avLst/>
            </a:prstGeom>
            <a:noFill/>
            <a:ln>
              <a:noFill/>
            </a:ln>
          </p:spPr>
          <p:txBody>
            <a:bodyPr anchorCtr="0" anchor="ctr" bIns="16000" lIns="48000" spcFirstLastPara="1" rIns="16000" wrap="square" tIns="16000">
              <a:noAutofit/>
            </a:bodyPr>
            <a:lstStyle/>
            <a:p>
              <a:pPr indent="0" lvl="0" marL="0" marR="0" rtl="0" algn="ctr">
                <a:lnSpc>
                  <a:spcPct val="90000"/>
                </a:lnSpc>
                <a:spcBef>
                  <a:spcPts val="0"/>
                </a:spcBef>
                <a:spcAft>
                  <a:spcPts val="0"/>
                </a:spcAft>
                <a:buClr>
                  <a:schemeClr val="lt1"/>
                </a:buClr>
                <a:buSzPts val="1200"/>
                <a:buFont typeface="Century Gothic"/>
                <a:buNone/>
              </a:pPr>
              <a:r>
                <a:rPr b="0" i="0" lang="en-US" sz="1200" u="none" cap="none" strike="noStrike">
                  <a:solidFill>
                    <a:schemeClr val="lt1"/>
                  </a:solidFill>
                  <a:latin typeface="Century Gothic"/>
                  <a:ea typeface="Century Gothic"/>
                  <a:cs typeface="Century Gothic"/>
                  <a:sym typeface="Century Gothic"/>
                </a:rPr>
                <a:t>Price and delivery time line from Sales</a:t>
              </a:r>
              <a:endParaRPr b="0" i="0" sz="1400" u="none" cap="none" strike="noStrike">
                <a:solidFill>
                  <a:srgbClr val="000000"/>
                </a:solidFill>
                <a:latin typeface="Arial"/>
                <a:ea typeface="Arial"/>
                <a:cs typeface="Arial"/>
                <a:sym typeface="Arial"/>
              </a:endParaRPr>
            </a:p>
          </p:txBody>
        </p:sp>
        <p:sp>
          <p:nvSpPr>
            <p:cNvPr id="600" name="Google Shape;600;p21"/>
            <p:cNvSpPr/>
            <p:nvPr/>
          </p:nvSpPr>
          <p:spPr>
            <a:xfrm>
              <a:off x="3371849" y="108307"/>
              <a:ext cx="1873250" cy="749300"/>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1" name="Google Shape;601;p21"/>
            <p:cNvSpPr txBox="1"/>
            <p:nvPr/>
          </p:nvSpPr>
          <p:spPr>
            <a:xfrm>
              <a:off x="3746499" y="108307"/>
              <a:ext cx="1123950" cy="749300"/>
            </a:xfrm>
            <a:prstGeom prst="rect">
              <a:avLst/>
            </a:prstGeom>
            <a:noFill/>
            <a:ln>
              <a:noFill/>
            </a:ln>
          </p:spPr>
          <p:txBody>
            <a:bodyPr anchorCtr="0" anchor="ctr" bIns="16000" lIns="48000" spcFirstLastPara="1" rIns="16000" wrap="square" tIns="16000">
              <a:noAutofit/>
            </a:bodyPr>
            <a:lstStyle/>
            <a:p>
              <a:pPr indent="0" lvl="0" marL="0" marR="0" rtl="0" algn="ctr">
                <a:lnSpc>
                  <a:spcPct val="90000"/>
                </a:lnSpc>
                <a:spcBef>
                  <a:spcPts val="0"/>
                </a:spcBef>
                <a:spcAft>
                  <a:spcPts val="0"/>
                </a:spcAft>
                <a:buClr>
                  <a:schemeClr val="lt1"/>
                </a:buClr>
                <a:buSzPts val="1200"/>
                <a:buFont typeface="Century Gothic"/>
                <a:buNone/>
              </a:pPr>
              <a:r>
                <a:rPr b="0" i="0" lang="en-US" sz="1200" u="none" cap="none" strike="noStrike">
                  <a:solidFill>
                    <a:schemeClr val="lt1"/>
                  </a:solidFill>
                  <a:latin typeface="Century Gothic"/>
                  <a:ea typeface="Century Gothic"/>
                  <a:cs typeface="Century Gothic"/>
                  <a:sym typeface="Century Gothic"/>
                </a:rPr>
                <a:t>Delivery place</a:t>
              </a:r>
              <a:endParaRPr b="0" i="0" sz="1400" u="none" cap="none" strike="noStrike">
                <a:solidFill>
                  <a:srgbClr val="000000"/>
                </a:solidFill>
                <a:latin typeface="Arial"/>
                <a:ea typeface="Arial"/>
                <a:cs typeface="Arial"/>
                <a:sym typeface="Arial"/>
              </a:endParaRPr>
            </a:p>
          </p:txBody>
        </p:sp>
        <p:sp>
          <p:nvSpPr>
            <p:cNvPr id="602" name="Google Shape;602;p21"/>
            <p:cNvSpPr/>
            <p:nvPr/>
          </p:nvSpPr>
          <p:spPr>
            <a:xfrm>
              <a:off x="5057775" y="108307"/>
              <a:ext cx="1873250" cy="749300"/>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3" name="Google Shape;603;p21"/>
            <p:cNvSpPr txBox="1"/>
            <p:nvPr/>
          </p:nvSpPr>
          <p:spPr>
            <a:xfrm>
              <a:off x="5432425" y="108307"/>
              <a:ext cx="1123950" cy="749300"/>
            </a:xfrm>
            <a:prstGeom prst="rect">
              <a:avLst/>
            </a:prstGeom>
            <a:noFill/>
            <a:ln>
              <a:noFill/>
            </a:ln>
          </p:spPr>
          <p:txBody>
            <a:bodyPr anchorCtr="0" anchor="ctr" bIns="16000" lIns="48000" spcFirstLastPara="1" rIns="16000" wrap="square" tIns="16000">
              <a:noAutofit/>
            </a:bodyPr>
            <a:lstStyle/>
            <a:p>
              <a:pPr indent="0" lvl="0" marL="0" marR="0" rtl="0" algn="ctr">
                <a:lnSpc>
                  <a:spcPct val="90000"/>
                </a:lnSpc>
                <a:spcBef>
                  <a:spcPts val="0"/>
                </a:spcBef>
                <a:spcAft>
                  <a:spcPts val="0"/>
                </a:spcAft>
                <a:buClr>
                  <a:schemeClr val="lt1"/>
                </a:buClr>
                <a:buSzPts val="1200"/>
                <a:buFont typeface="Century Gothic"/>
                <a:buNone/>
              </a:pPr>
              <a:r>
                <a:rPr b="0" i="0" lang="en-US" sz="1200" u="none" cap="none" strike="noStrike">
                  <a:solidFill>
                    <a:schemeClr val="lt1"/>
                  </a:solidFill>
                  <a:latin typeface="Century Gothic"/>
                  <a:ea typeface="Century Gothic"/>
                  <a:cs typeface="Century Gothic"/>
                  <a:sym typeface="Century Gothic"/>
                </a:rPr>
                <a:t>He will ask for delivery according to requirement </a:t>
              </a:r>
              <a:endParaRPr b="0" i="0" sz="1400" u="none" cap="none" strike="noStrike">
                <a:solidFill>
                  <a:srgbClr val="000000"/>
                </a:solidFill>
                <a:latin typeface="Arial"/>
                <a:ea typeface="Arial"/>
                <a:cs typeface="Arial"/>
                <a:sym typeface="Arial"/>
              </a:endParaRPr>
            </a:p>
          </p:txBody>
        </p:sp>
        <p:sp>
          <p:nvSpPr>
            <p:cNvPr id="604" name="Google Shape;604;p21"/>
            <p:cNvSpPr/>
            <p:nvPr/>
          </p:nvSpPr>
          <p:spPr>
            <a:xfrm>
              <a:off x="6743699" y="108307"/>
              <a:ext cx="1873250" cy="749300"/>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5" name="Google Shape;605;p21"/>
            <p:cNvSpPr txBox="1"/>
            <p:nvPr/>
          </p:nvSpPr>
          <p:spPr>
            <a:xfrm>
              <a:off x="7118349" y="108307"/>
              <a:ext cx="1123950" cy="749300"/>
            </a:xfrm>
            <a:prstGeom prst="rect">
              <a:avLst/>
            </a:prstGeom>
            <a:noFill/>
            <a:ln>
              <a:noFill/>
            </a:ln>
          </p:spPr>
          <p:txBody>
            <a:bodyPr anchorCtr="0" anchor="ctr" bIns="16000" lIns="48000" spcFirstLastPara="1" rIns="16000" wrap="square" tIns="16000">
              <a:noAutofit/>
            </a:bodyPr>
            <a:lstStyle/>
            <a:p>
              <a:pPr indent="0" lvl="0" marL="0" marR="0" rtl="0" algn="ctr">
                <a:lnSpc>
                  <a:spcPct val="90000"/>
                </a:lnSpc>
                <a:spcBef>
                  <a:spcPts val="0"/>
                </a:spcBef>
                <a:spcAft>
                  <a:spcPts val="0"/>
                </a:spcAft>
                <a:buClr>
                  <a:schemeClr val="lt1"/>
                </a:buClr>
                <a:buSzPts val="1200"/>
                <a:buFont typeface="Century Gothic"/>
                <a:buNone/>
              </a:pPr>
              <a:r>
                <a:rPr b="0" i="0" lang="en-US" sz="1200" u="none" cap="none" strike="noStrike">
                  <a:solidFill>
                    <a:schemeClr val="lt1"/>
                  </a:solidFill>
                  <a:latin typeface="Century Gothic"/>
                  <a:ea typeface="Century Gothic"/>
                  <a:cs typeface="Century Gothic"/>
                  <a:sym typeface="Century Gothic"/>
                </a:rPr>
                <a:t>ORDER PLACED</a:t>
              </a:r>
              <a:endParaRPr b="0" i="0" sz="1400" u="none" cap="none" strike="noStrike">
                <a:solidFill>
                  <a:srgbClr val="000000"/>
                </a:solidFill>
                <a:latin typeface="Arial"/>
                <a:ea typeface="Arial"/>
                <a:cs typeface="Arial"/>
                <a:sym typeface="Arial"/>
              </a:endParaRPr>
            </a:p>
          </p:txBody>
        </p:sp>
        <p:sp>
          <p:nvSpPr>
            <p:cNvPr id="606" name="Google Shape;606;p21"/>
            <p:cNvSpPr/>
            <p:nvPr/>
          </p:nvSpPr>
          <p:spPr>
            <a:xfrm>
              <a:off x="8429624" y="108307"/>
              <a:ext cx="1873250" cy="749300"/>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7" name="Google Shape;607;p21"/>
            <p:cNvSpPr txBox="1"/>
            <p:nvPr/>
          </p:nvSpPr>
          <p:spPr>
            <a:xfrm>
              <a:off x="8804274" y="108307"/>
              <a:ext cx="1123950" cy="749300"/>
            </a:xfrm>
            <a:prstGeom prst="rect">
              <a:avLst/>
            </a:prstGeom>
            <a:noFill/>
            <a:ln>
              <a:noFill/>
            </a:ln>
          </p:spPr>
          <p:txBody>
            <a:bodyPr anchorCtr="0" anchor="ctr" bIns="16000" lIns="48000" spcFirstLastPara="1" rIns="16000" wrap="square" tIns="16000">
              <a:noAutofit/>
            </a:bodyPr>
            <a:lstStyle/>
            <a:p>
              <a:pPr indent="0" lvl="0" marL="0" marR="0" rtl="0" algn="ctr">
                <a:lnSpc>
                  <a:spcPct val="90000"/>
                </a:lnSpc>
                <a:spcBef>
                  <a:spcPts val="0"/>
                </a:spcBef>
                <a:spcAft>
                  <a:spcPts val="0"/>
                </a:spcAft>
                <a:buClr>
                  <a:schemeClr val="lt1"/>
                </a:buClr>
                <a:buSzPts val="1200"/>
                <a:buFont typeface="Century Gothic"/>
                <a:buNone/>
              </a:pPr>
              <a:r>
                <a:rPr b="0" i="0" lang="en-US" sz="1200" u="none" cap="none" strike="noStrike">
                  <a:solidFill>
                    <a:schemeClr val="lt1"/>
                  </a:solidFill>
                  <a:latin typeface="Century Gothic"/>
                  <a:ea typeface="Century Gothic"/>
                  <a:cs typeface="Century Gothic"/>
                  <a:sym typeface="Century Gothic"/>
                </a:rPr>
                <a:t>Follow up of delivery </a:t>
              </a:r>
              <a:endParaRPr b="0" i="0" sz="1400" u="none" cap="none" strike="noStrike">
                <a:solidFill>
                  <a:srgbClr val="000000"/>
                </a:solidFill>
                <a:latin typeface="Arial"/>
                <a:ea typeface="Arial"/>
                <a:cs typeface="Arial"/>
                <a:sym typeface="Arial"/>
              </a:endParaRPr>
            </a:p>
          </p:txBody>
        </p:sp>
        <p:sp>
          <p:nvSpPr>
            <p:cNvPr id="608" name="Google Shape;608;p21"/>
            <p:cNvSpPr/>
            <p:nvPr/>
          </p:nvSpPr>
          <p:spPr>
            <a:xfrm>
              <a:off x="10115550" y="75068"/>
              <a:ext cx="1873250" cy="749300"/>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9" name="Google Shape;609;p21"/>
            <p:cNvSpPr txBox="1"/>
            <p:nvPr/>
          </p:nvSpPr>
          <p:spPr>
            <a:xfrm>
              <a:off x="10490200" y="75068"/>
              <a:ext cx="1123950" cy="749300"/>
            </a:xfrm>
            <a:prstGeom prst="rect">
              <a:avLst/>
            </a:prstGeom>
            <a:noFill/>
            <a:ln>
              <a:noFill/>
            </a:ln>
          </p:spPr>
          <p:txBody>
            <a:bodyPr anchorCtr="0" anchor="ctr" bIns="16000" lIns="48000" spcFirstLastPara="1" rIns="16000" wrap="square" tIns="16000">
              <a:noAutofit/>
            </a:bodyPr>
            <a:lstStyle/>
            <a:p>
              <a:pPr indent="0" lvl="0" marL="0" marR="0" rtl="0" algn="ctr">
                <a:lnSpc>
                  <a:spcPct val="90000"/>
                </a:lnSpc>
                <a:spcBef>
                  <a:spcPts val="0"/>
                </a:spcBef>
                <a:spcAft>
                  <a:spcPts val="0"/>
                </a:spcAft>
                <a:buClr>
                  <a:schemeClr val="lt1"/>
                </a:buClr>
                <a:buSzPts val="1200"/>
                <a:buFont typeface="Century Gothic"/>
                <a:buNone/>
              </a:pPr>
              <a:r>
                <a:rPr b="0" i="0" lang="en-US" sz="1200" u="none" cap="none" strike="noStrike">
                  <a:solidFill>
                    <a:schemeClr val="lt1"/>
                  </a:solidFill>
                  <a:latin typeface="Century Gothic"/>
                  <a:ea typeface="Century Gothic"/>
                  <a:cs typeface="Century Gothic"/>
                  <a:sym typeface="Century Gothic"/>
                </a:rPr>
                <a:t>After receiving + invoice to be submit in Fin. </a:t>
              </a:r>
              <a:endParaRPr b="0" i="0" sz="1400" u="none" cap="none" strike="noStrike">
                <a:solidFill>
                  <a:srgbClr val="000000"/>
                </a:solidFill>
                <a:latin typeface="Arial"/>
                <a:ea typeface="Arial"/>
                <a:cs typeface="Arial"/>
                <a:sym typeface="Arial"/>
              </a:endParaRPr>
            </a:p>
          </p:txBody>
        </p:sp>
      </p:grpSp>
      <p:grpSp>
        <p:nvGrpSpPr>
          <p:cNvPr id="610" name="Google Shape;610;p21"/>
          <p:cNvGrpSpPr/>
          <p:nvPr/>
        </p:nvGrpSpPr>
        <p:grpSpPr>
          <a:xfrm>
            <a:off x="203200" y="135229"/>
            <a:ext cx="11977092" cy="965915"/>
            <a:chOff x="0" y="0"/>
            <a:chExt cx="11977092" cy="965915"/>
          </a:xfrm>
        </p:grpSpPr>
        <p:sp>
          <p:nvSpPr>
            <p:cNvPr id="611" name="Google Shape;611;p21"/>
            <p:cNvSpPr/>
            <p:nvPr/>
          </p:nvSpPr>
          <p:spPr>
            <a:xfrm>
              <a:off x="0" y="0"/>
              <a:ext cx="11977092" cy="965915"/>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2" name="Google Shape;612;p21"/>
            <p:cNvSpPr txBox="1"/>
            <p:nvPr/>
          </p:nvSpPr>
          <p:spPr>
            <a:xfrm>
              <a:off x="482958" y="0"/>
              <a:ext cx="11011177" cy="965915"/>
            </a:xfrm>
            <a:prstGeom prst="rect">
              <a:avLst/>
            </a:prstGeom>
            <a:noFill/>
            <a:ln>
              <a:noFill/>
            </a:ln>
          </p:spPr>
          <p:txBody>
            <a:bodyPr anchorCtr="0" anchor="ctr" bIns="78675" lIns="236025" spcFirstLastPara="1" rIns="78675" wrap="square" tIns="78675">
              <a:noAutofit/>
            </a:bodyPr>
            <a:lstStyle/>
            <a:p>
              <a:pPr indent="0" lvl="0" marL="0" marR="0" rtl="0" algn="ctr">
                <a:lnSpc>
                  <a:spcPct val="90000"/>
                </a:lnSpc>
                <a:spcBef>
                  <a:spcPts val="0"/>
                </a:spcBef>
                <a:spcAft>
                  <a:spcPts val="0"/>
                </a:spcAft>
                <a:buClr>
                  <a:schemeClr val="lt1"/>
                </a:buClr>
                <a:buSzPts val="5900"/>
                <a:buFont typeface="Century Gothic"/>
                <a:buNone/>
              </a:pPr>
              <a:r>
                <a:rPr b="0" i="0" lang="en-US" sz="5900" u="none" cap="none" strike="noStrike">
                  <a:solidFill>
                    <a:schemeClr val="lt1"/>
                  </a:solidFill>
                  <a:latin typeface="Century Gothic"/>
                  <a:ea typeface="Century Gothic"/>
                  <a:cs typeface="Century Gothic"/>
                  <a:sym typeface="Century Gothic"/>
                </a:rPr>
                <a:t>PURCHASE</a:t>
              </a:r>
              <a:endParaRPr b="0" i="0" sz="1400" u="none" cap="none" strike="noStrike">
                <a:solidFill>
                  <a:srgbClr val="000000"/>
                </a:solidFill>
                <a:latin typeface="Arial"/>
                <a:ea typeface="Arial"/>
                <a:cs typeface="Arial"/>
                <a:sym typeface="Arial"/>
              </a:endParaRPr>
            </a:p>
          </p:txBody>
        </p:sp>
      </p:grpSp>
      <p:grpSp>
        <p:nvGrpSpPr>
          <p:cNvPr id="613" name="Google Shape;613;p21"/>
          <p:cNvGrpSpPr/>
          <p:nvPr/>
        </p:nvGrpSpPr>
        <p:grpSpPr>
          <a:xfrm>
            <a:off x="2926" y="3457978"/>
            <a:ext cx="11982946" cy="965915"/>
            <a:chOff x="2926" y="0"/>
            <a:chExt cx="11982946" cy="965915"/>
          </a:xfrm>
        </p:grpSpPr>
        <p:sp>
          <p:nvSpPr>
            <p:cNvPr id="614" name="Google Shape;614;p21"/>
            <p:cNvSpPr/>
            <p:nvPr/>
          </p:nvSpPr>
          <p:spPr>
            <a:xfrm>
              <a:off x="2926" y="0"/>
              <a:ext cx="2604988" cy="965915"/>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5" name="Google Shape;615;p21"/>
            <p:cNvSpPr txBox="1"/>
            <p:nvPr/>
          </p:nvSpPr>
          <p:spPr>
            <a:xfrm>
              <a:off x="485884" y="0"/>
              <a:ext cx="1639073" cy="965915"/>
            </a:xfrm>
            <a:prstGeom prst="rect">
              <a:avLst/>
            </a:prstGeom>
            <a:noFill/>
            <a:ln>
              <a:noFill/>
            </a:ln>
          </p:spPr>
          <p:txBody>
            <a:bodyPr anchorCtr="0" anchor="ctr" bIns="21325" lIns="64000" spcFirstLastPara="1" rIns="21325" wrap="square" tIns="21325">
              <a:noAutofit/>
            </a:bodyPr>
            <a:lstStyle/>
            <a:p>
              <a:pPr indent="0" lvl="0" marL="0" marR="0" rtl="0" algn="ctr">
                <a:lnSpc>
                  <a:spcPct val="90000"/>
                </a:lnSpc>
                <a:spcBef>
                  <a:spcPts val="0"/>
                </a:spcBef>
                <a:spcAft>
                  <a:spcPts val="0"/>
                </a:spcAft>
                <a:buClr>
                  <a:schemeClr val="lt1"/>
                </a:buClr>
                <a:buSzPts val="1600"/>
                <a:buFont typeface="Century Gothic"/>
                <a:buNone/>
              </a:pPr>
              <a:r>
                <a:rPr b="0" i="0" lang="en-US" sz="1600" u="none" cap="none" strike="noStrike">
                  <a:solidFill>
                    <a:schemeClr val="lt1"/>
                  </a:solidFill>
                  <a:latin typeface="Century Gothic"/>
                  <a:ea typeface="Century Gothic"/>
                  <a:cs typeface="Century Gothic"/>
                  <a:sym typeface="Century Gothic"/>
                </a:rPr>
                <a:t>Other vendors</a:t>
              </a:r>
              <a:endParaRPr b="0" i="0" sz="1400" u="none" cap="none" strike="noStrike">
                <a:solidFill>
                  <a:srgbClr val="000000"/>
                </a:solidFill>
                <a:latin typeface="Arial"/>
                <a:ea typeface="Arial"/>
                <a:cs typeface="Arial"/>
                <a:sym typeface="Arial"/>
              </a:endParaRPr>
            </a:p>
          </p:txBody>
        </p:sp>
        <p:sp>
          <p:nvSpPr>
            <p:cNvPr id="616" name="Google Shape;616;p21"/>
            <p:cNvSpPr/>
            <p:nvPr/>
          </p:nvSpPr>
          <p:spPr>
            <a:xfrm>
              <a:off x="2347416" y="0"/>
              <a:ext cx="2604988" cy="965915"/>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7" name="Google Shape;617;p21"/>
            <p:cNvSpPr txBox="1"/>
            <p:nvPr/>
          </p:nvSpPr>
          <p:spPr>
            <a:xfrm>
              <a:off x="2830374" y="0"/>
              <a:ext cx="1639073" cy="965915"/>
            </a:xfrm>
            <a:prstGeom prst="rect">
              <a:avLst/>
            </a:prstGeom>
            <a:noFill/>
            <a:ln>
              <a:noFill/>
            </a:ln>
          </p:spPr>
          <p:txBody>
            <a:bodyPr anchorCtr="0" anchor="ctr" bIns="21325" lIns="64000" spcFirstLastPara="1" rIns="21325" wrap="square" tIns="21325">
              <a:noAutofit/>
            </a:bodyPr>
            <a:lstStyle/>
            <a:p>
              <a:pPr indent="0" lvl="0" marL="0" marR="0" rtl="0" algn="ctr">
                <a:lnSpc>
                  <a:spcPct val="90000"/>
                </a:lnSpc>
                <a:spcBef>
                  <a:spcPts val="0"/>
                </a:spcBef>
                <a:spcAft>
                  <a:spcPts val="0"/>
                </a:spcAft>
                <a:buClr>
                  <a:schemeClr val="lt1"/>
                </a:buClr>
                <a:buSzPts val="1600"/>
                <a:buFont typeface="Century Gothic"/>
                <a:buNone/>
              </a:pPr>
              <a:r>
                <a:rPr b="0" i="0" lang="en-US" sz="1600" u="none" cap="none" strike="noStrike">
                  <a:solidFill>
                    <a:schemeClr val="lt1"/>
                  </a:solidFill>
                  <a:latin typeface="Century Gothic"/>
                  <a:ea typeface="Century Gothic"/>
                  <a:cs typeface="Century Gothic"/>
                  <a:sym typeface="Century Gothic"/>
                </a:rPr>
                <a:t>Send thanks Mail  with reason</a:t>
              </a:r>
              <a:endParaRPr b="0" i="0" sz="1400" u="none" cap="none" strike="noStrike">
                <a:solidFill>
                  <a:srgbClr val="000000"/>
                </a:solidFill>
                <a:latin typeface="Arial"/>
                <a:ea typeface="Arial"/>
                <a:cs typeface="Arial"/>
                <a:sym typeface="Arial"/>
              </a:endParaRPr>
            </a:p>
          </p:txBody>
        </p:sp>
        <p:sp>
          <p:nvSpPr>
            <p:cNvPr id="618" name="Google Shape;618;p21"/>
            <p:cNvSpPr/>
            <p:nvPr/>
          </p:nvSpPr>
          <p:spPr>
            <a:xfrm>
              <a:off x="4763543" y="0"/>
              <a:ext cx="2604988" cy="965915"/>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9" name="Google Shape;619;p21"/>
            <p:cNvSpPr txBox="1"/>
            <p:nvPr/>
          </p:nvSpPr>
          <p:spPr>
            <a:xfrm>
              <a:off x="5246501" y="0"/>
              <a:ext cx="1639073" cy="965915"/>
            </a:xfrm>
            <a:prstGeom prst="rect">
              <a:avLst/>
            </a:prstGeom>
            <a:noFill/>
            <a:ln>
              <a:noFill/>
            </a:ln>
          </p:spPr>
          <p:txBody>
            <a:bodyPr anchorCtr="0" anchor="ctr" bIns="21325" lIns="64000" spcFirstLastPara="1" rIns="21325" wrap="square" tIns="21325">
              <a:noAutofit/>
            </a:bodyPr>
            <a:lstStyle/>
            <a:p>
              <a:pPr indent="0" lvl="0" marL="0" marR="0" rtl="0" algn="ctr">
                <a:lnSpc>
                  <a:spcPct val="90000"/>
                </a:lnSpc>
                <a:spcBef>
                  <a:spcPts val="0"/>
                </a:spcBef>
                <a:spcAft>
                  <a:spcPts val="0"/>
                </a:spcAft>
                <a:buClr>
                  <a:schemeClr val="lt1"/>
                </a:buClr>
                <a:buSzPts val="1600"/>
                <a:buFont typeface="Century Gothic"/>
                <a:buNone/>
              </a:pPr>
              <a:r>
                <a:rPr b="0" i="0" lang="en-US" sz="1600" u="none" cap="none" strike="noStrike">
                  <a:solidFill>
                    <a:schemeClr val="lt1"/>
                  </a:solidFill>
                  <a:latin typeface="Century Gothic"/>
                  <a:ea typeface="Century Gothic"/>
                  <a:cs typeface="Century Gothic"/>
                  <a:sym typeface="Century Gothic"/>
                </a:rPr>
                <a:t>Process to devp new vendor</a:t>
              </a:r>
              <a:endParaRPr b="0" i="0" sz="1400" u="none" cap="none" strike="noStrike">
                <a:solidFill>
                  <a:srgbClr val="000000"/>
                </a:solidFill>
                <a:latin typeface="Arial"/>
                <a:ea typeface="Arial"/>
                <a:cs typeface="Arial"/>
                <a:sym typeface="Arial"/>
              </a:endParaRPr>
            </a:p>
          </p:txBody>
        </p:sp>
        <p:sp>
          <p:nvSpPr>
            <p:cNvPr id="620" name="Google Shape;620;p21"/>
            <p:cNvSpPr/>
            <p:nvPr/>
          </p:nvSpPr>
          <p:spPr>
            <a:xfrm>
              <a:off x="7036395" y="0"/>
              <a:ext cx="2604988" cy="965915"/>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1" name="Google Shape;621;p21"/>
            <p:cNvSpPr txBox="1"/>
            <p:nvPr/>
          </p:nvSpPr>
          <p:spPr>
            <a:xfrm>
              <a:off x="7519353" y="0"/>
              <a:ext cx="1639073" cy="965915"/>
            </a:xfrm>
            <a:prstGeom prst="rect">
              <a:avLst/>
            </a:prstGeom>
            <a:noFill/>
            <a:ln>
              <a:noFill/>
            </a:ln>
          </p:spPr>
          <p:txBody>
            <a:bodyPr anchorCtr="0" anchor="ctr" bIns="21325" lIns="64000" spcFirstLastPara="1" rIns="21325" wrap="square" tIns="21325">
              <a:noAutofit/>
            </a:bodyPr>
            <a:lstStyle/>
            <a:p>
              <a:pPr indent="0" lvl="0" marL="0" marR="0" rtl="0" algn="ctr">
                <a:lnSpc>
                  <a:spcPct val="90000"/>
                </a:lnSpc>
                <a:spcBef>
                  <a:spcPts val="0"/>
                </a:spcBef>
                <a:spcAft>
                  <a:spcPts val="0"/>
                </a:spcAft>
                <a:buClr>
                  <a:schemeClr val="lt1"/>
                </a:buClr>
                <a:buSzPts val="1600"/>
                <a:buFont typeface="Century Gothic"/>
                <a:buNone/>
              </a:pPr>
              <a:r>
                <a:rPr b="0" i="0" lang="en-US" sz="1600" u="none" cap="none" strike="noStrike">
                  <a:solidFill>
                    <a:schemeClr val="lt1"/>
                  </a:solidFill>
                  <a:latin typeface="Century Gothic"/>
                  <a:ea typeface="Century Gothic"/>
                  <a:cs typeface="Century Gothic"/>
                  <a:sym typeface="Century Gothic"/>
                </a:rPr>
                <a:t>Do not place all order to one vendor always rotate</a:t>
              </a:r>
              <a:endParaRPr b="0" i="0" sz="1400" u="none" cap="none" strike="noStrike">
                <a:solidFill>
                  <a:srgbClr val="000000"/>
                </a:solidFill>
                <a:latin typeface="Arial"/>
                <a:ea typeface="Arial"/>
                <a:cs typeface="Arial"/>
                <a:sym typeface="Arial"/>
              </a:endParaRPr>
            </a:p>
          </p:txBody>
        </p:sp>
        <p:sp>
          <p:nvSpPr>
            <p:cNvPr id="622" name="Google Shape;622;p21"/>
            <p:cNvSpPr/>
            <p:nvPr/>
          </p:nvSpPr>
          <p:spPr>
            <a:xfrm>
              <a:off x="9380884" y="0"/>
              <a:ext cx="2604988" cy="965915"/>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3" name="Google Shape;623;p21"/>
            <p:cNvSpPr txBox="1"/>
            <p:nvPr/>
          </p:nvSpPr>
          <p:spPr>
            <a:xfrm>
              <a:off x="9863842" y="0"/>
              <a:ext cx="1639073" cy="965915"/>
            </a:xfrm>
            <a:prstGeom prst="rect">
              <a:avLst/>
            </a:prstGeom>
            <a:noFill/>
            <a:ln>
              <a:noFill/>
            </a:ln>
          </p:spPr>
          <p:txBody>
            <a:bodyPr anchorCtr="0" anchor="ctr" bIns="21325" lIns="64000" spcFirstLastPara="1" rIns="21325" wrap="square" tIns="21325">
              <a:noAutofit/>
            </a:bodyPr>
            <a:lstStyle/>
            <a:p>
              <a:pPr indent="0" lvl="0" marL="0" marR="0" rtl="0" algn="ctr">
                <a:lnSpc>
                  <a:spcPct val="90000"/>
                </a:lnSpc>
                <a:spcBef>
                  <a:spcPts val="0"/>
                </a:spcBef>
                <a:spcAft>
                  <a:spcPts val="0"/>
                </a:spcAft>
                <a:buClr>
                  <a:schemeClr val="lt1"/>
                </a:buClr>
                <a:buSzPts val="1600"/>
                <a:buFont typeface="Century Gothic"/>
                <a:buNone/>
              </a:pPr>
              <a:r>
                <a:t/>
              </a:r>
              <a:endParaRPr b="0" i="0" sz="1600" u="none" cap="none" strike="noStrike">
                <a:solidFill>
                  <a:schemeClr val="lt1"/>
                </a:solidFill>
                <a:latin typeface="Century Gothic"/>
                <a:ea typeface="Century Gothic"/>
                <a:cs typeface="Century Gothic"/>
                <a:sym typeface="Century Gothic"/>
              </a:endParaRPr>
            </a:p>
          </p:txBody>
        </p:sp>
      </p:grpSp>
      <p:grpSp>
        <p:nvGrpSpPr>
          <p:cNvPr id="624" name="Google Shape;624;p21"/>
          <p:cNvGrpSpPr/>
          <p:nvPr/>
        </p:nvGrpSpPr>
        <p:grpSpPr>
          <a:xfrm>
            <a:off x="2926" y="4820992"/>
            <a:ext cx="11982946" cy="965915"/>
            <a:chOff x="2926" y="0"/>
            <a:chExt cx="11982946" cy="965915"/>
          </a:xfrm>
        </p:grpSpPr>
        <p:sp>
          <p:nvSpPr>
            <p:cNvPr id="625" name="Google Shape;625;p21"/>
            <p:cNvSpPr/>
            <p:nvPr/>
          </p:nvSpPr>
          <p:spPr>
            <a:xfrm>
              <a:off x="2926" y="0"/>
              <a:ext cx="2604988" cy="965915"/>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6" name="Google Shape;626;p21"/>
            <p:cNvSpPr txBox="1"/>
            <p:nvPr/>
          </p:nvSpPr>
          <p:spPr>
            <a:xfrm>
              <a:off x="485884" y="0"/>
              <a:ext cx="1639073" cy="965915"/>
            </a:xfrm>
            <a:prstGeom prst="rect">
              <a:avLst/>
            </a:prstGeom>
            <a:noFill/>
            <a:ln>
              <a:noFill/>
            </a:ln>
          </p:spPr>
          <p:txBody>
            <a:bodyPr anchorCtr="0" anchor="ctr" bIns="26650" lIns="80000" spcFirstLastPara="1" rIns="26650" wrap="square" tIns="26650">
              <a:noAutofit/>
            </a:bodyPr>
            <a:lstStyle/>
            <a:p>
              <a:pPr indent="0" lvl="0" marL="0" marR="0" rtl="0" algn="ctr">
                <a:lnSpc>
                  <a:spcPct val="90000"/>
                </a:lnSpc>
                <a:spcBef>
                  <a:spcPts val="0"/>
                </a:spcBef>
                <a:spcAft>
                  <a:spcPts val="0"/>
                </a:spcAft>
                <a:buClr>
                  <a:schemeClr val="lt1"/>
                </a:buClr>
                <a:buSzPts val="2000"/>
                <a:buFont typeface="Century Gothic"/>
                <a:buNone/>
              </a:pPr>
              <a:r>
                <a:rPr b="0" i="0" lang="en-US" sz="2000" u="none" cap="none" strike="noStrike">
                  <a:solidFill>
                    <a:schemeClr val="lt1"/>
                  </a:solidFill>
                  <a:latin typeface="Century Gothic"/>
                  <a:ea typeface="Century Gothic"/>
                  <a:cs typeface="Century Gothic"/>
                  <a:sym typeface="Century Gothic"/>
                </a:rPr>
                <a:t>SPL. WORK</a:t>
              </a:r>
              <a:endParaRPr b="0" i="0" sz="1400" u="none" cap="none" strike="noStrike">
                <a:solidFill>
                  <a:srgbClr val="000000"/>
                </a:solidFill>
                <a:latin typeface="Arial"/>
                <a:ea typeface="Arial"/>
                <a:cs typeface="Arial"/>
                <a:sym typeface="Arial"/>
              </a:endParaRPr>
            </a:p>
          </p:txBody>
        </p:sp>
        <p:sp>
          <p:nvSpPr>
            <p:cNvPr id="627" name="Google Shape;627;p21"/>
            <p:cNvSpPr/>
            <p:nvPr/>
          </p:nvSpPr>
          <p:spPr>
            <a:xfrm>
              <a:off x="2347416" y="0"/>
              <a:ext cx="2604988" cy="965915"/>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8" name="Google Shape;628;p21"/>
            <p:cNvSpPr txBox="1"/>
            <p:nvPr/>
          </p:nvSpPr>
          <p:spPr>
            <a:xfrm>
              <a:off x="2830374" y="0"/>
              <a:ext cx="1639073" cy="965915"/>
            </a:xfrm>
            <a:prstGeom prst="rect">
              <a:avLst/>
            </a:prstGeom>
            <a:noFill/>
            <a:ln>
              <a:noFill/>
            </a:ln>
          </p:spPr>
          <p:txBody>
            <a:bodyPr anchorCtr="0" anchor="ctr" bIns="26650" lIns="80000" spcFirstLastPara="1" rIns="26650" wrap="square" tIns="26650">
              <a:noAutofit/>
            </a:bodyPr>
            <a:lstStyle/>
            <a:p>
              <a:pPr indent="0" lvl="0" marL="0" marR="0" rtl="0" algn="ctr">
                <a:lnSpc>
                  <a:spcPct val="90000"/>
                </a:lnSpc>
                <a:spcBef>
                  <a:spcPts val="0"/>
                </a:spcBef>
                <a:spcAft>
                  <a:spcPts val="0"/>
                </a:spcAft>
                <a:buClr>
                  <a:schemeClr val="lt1"/>
                </a:buClr>
                <a:buSzPts val="2000"/>
                <a:buFont typeface="Century Gothic"/>
                <a:buNone/>
              </a:pPr>
              <a:r>
                <a:rPr b="0" i="0" lang="en-US" sz="2000" u="none" cap="none" strike="noStrike">
                  <a:solidFill>
                    <a:schemeClr val="lt1"/>
                  </a:solidFill>
                  <a:latin typeface="Century Gothic"/>
                  <a:ea typeface="Century Gothic"/>
                  <a:cs typeface="Century Gothic"/>
                  <a:sym typeface="Century Gothic"/>
                </a:rPr>
                <a:t>Check and assure rcvd goods billed</a:t>
              </a:r>
              <a:endParaRPr b="0" i="0" sz="1400" u="none" cap="none" strike="noStrike">
                <a:solidFill>
                  <a:srgbClr val="000000"/>
                </a:solidFill>
                <a:latin typeface="Arial"/>
                <a:ea typeface="Arial"/>
                <a:cs typeface="Arial"/>
                <a:sym typeface="Arial"/>
              </a:endParaRPr>
            </a:p>
          </p:txBody>
        </p:sp>
        <p:sp>
          <p:nvSpPr>
            <p:cNvPr id="629" name="Google Shape;629;p21"/>
            <p:cNvSpPr/>
            <p:nvPr/>
          </p:nvSpPr>
          <p:spPr>
            <a:xfrm>
              <a:off x="4763543" y="0"/>
              <a:ext cx="2604988" cy="965915"/>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0" name="Google Shape;630;p21"/>
            <p:cNvSpPr txBox="1"/>
            <p:nvPr/>
          </p:nvSpPr>
          <p:spPr>
            <a:xfrm>
              <a:off x="5246501" y="0"/>
              <a:ext cx="1639073" cy="965915"/>
            </a:xfrm>
            <a:prstGeom prst="rect">
              <a:avLst/>
            </a:prstGeom>
            <a:noFill/>
            <a:ln>
              <a:noFill/>
            </a:ln>
          </p:spPr>
          <p:txBody>
            <a:bodyPr anchorCtr="0" anchor="ctr" bIns="26650" lIns="80000" spcFirstLastPara="1" rIns="26650" wrap="square" tIns="26650">
              <a:noAutofit/>
            </a:bodyPr>
            <a:lstStyle/>
            <a:p>
              <a:pPr indent="0" lvl="0" marL="0" marR="0" rtl="0" algn="ctr">
                <a:lnSpc>
                  <a:spcPct val="90000"/>
                </a:lnSpc>
                <a:spcBef>
                  <a:spcPts val="0"/>
                </a:spcBef>
                <a:spcAft>
                  <a:spcPts val="0"/>
                </a:spcAft>
                <a:buClr>
                  <a:schemeClr val="lt1"/>
                </a:buClr>
                <a:buSzPts val="2000"/>
                <a:buFont typeface="Century Gothic"/>
                <a:buNone/>
              </a:pPr>
              <a:r>
                <a:t/>
              </a:r>
              <a:endParaRPr b="0" i="0" sz="2000" u="none" cap="none" strike="noStrike">
                <a:solidFill>
                  <a:schemeClr val="lt1"/>
                </a:solidFill>
                <a:latin typeface="Century Gothic"/>
                <a:ea typeface="Century Gothic"/>
                <a:cs typeface="Century Gothic"/>
                <a:sym typeface="Century Gothic"/>
              </a:endParaRPr>
            </a:p>
          </p:txBody>
        </p:sp>
        <p:sp>
          <p:nvSpPr>
            <p:cNvPr id="631" name="Google Shape;631;p21"/>
            <p:cNvSpPr/>
            <p:nvPr/>
          </p:nvSpPr>
          <p:spPr>
            <a:xfrm>
              <a:off x="7036395" y="0"/>
              <a:ext cx="2604988" cy="965915"/>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2" name="Google Shape;632;p21"/>
            <p:cNvSpPr txBox="1"/>
            <p:nvPr/>
          </p:nvSpPr>
          <p:spPr>
            <a:xfrm>
              <a:off x="7519353" y="0"/>
              <a:ext cx="1639073" cy="965915"/>
            </a:xfrm>
            <a:prstGeom prst="rect">
              <a:avLst/>
            </a:prstGeom>
            <a:noFill/>
            <a:ln>
              <a:noFill/>
            </a:ln>
          </p:spPr>
          <p:txBody>
            <a:bodyPr anchorCtr="0" anchor="ctr" bIns="26650" lIns="80000" spcFirstLastPara="1" rIns="26650" wrap="square" tIns="26650">
              <a:noAutofit/>
            </a:bodyPr>
            <a:lstStyle/>
            <a:p>
              <a:pPr indent="0" lvl="0" marL="0" marR="0" rtl="0" algn="ctr">
                <a:lnSpc>
                  <a:spcPct val="90000"/>
                </a:lnSpc>
                <a:spcBef>
                  <a:spcPts val="0"/>
                </a:spcBef>
                <a:spcAft>
                  <a:spcPts val="0"/>
                </a:spcAft>
                <a:buClr>
                  <a:schemeClr val="lt1"/>
                </a:buClr>
                <a:buSzPts val="2000"/>
                <a:buFont typeface="Century Gothic"/>
                <a:buNone/>
              </a:pPr>
              <a:r>
                <a:t/>
              </a:r>
              <a:endParaRPr b="0" i="0" sz="2000" u="none" cap="none" strike="noStrike">
                <a:solidFill>
                  <a:schemeClr val="lt1"/>
                </a:solidFill>
                <a:latin typeface="Century Gothic"/>
                <a:ea typeface="Century Gothic"/>
                <a:cs typeface="Century Gothic"/>
                <a:sym typeface="Century Gothic"/>
              </a:endParaRPr>
            </a:p>
          </p:txBody>
        </p:sp>
        <p:sp>
          <p:nvSpPr>
            <p:cNvPr id="633" name="Google Shape;633;p21"/>
            <p:cNvSpPr/>
            <p:nvPr/>
          </p:nvSpPr>
          <p:spPr>
            <a:xfrm>
              <a:off x="9380884" y="0"/>
              <a:ext cx="2604988" cy="965915"/>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4" name="Google Shape;634;p21"/>
            <p:cNvSpPr txBox="1"/>
            <p:nvPr/>
          </p:nvSpPr>
          <p:spPr>
            <a:xfrm>
              <a:off x="9863842" y="0"/>
              <a:ext cx="1639073" cy="965915"/>
            </a:xfrm>
            <a:prstGeom prst="rect">
              <a:avLst/>
            </a:prstGeom>
            <a:noFill/>
            <a:ln>
              <a:noFill/>
            </a:ln>
          </p:spPr>
          <p:txBody>
            <a:bodyPr anchorCtr="0" anchor="ctr" bIns="26650" lIns="80000" spcFirstLastPara="1" rIns="26650" wrap="square" tIns="26650">
              <a:noAutofit/>
            </a:bodyPr>
            <a:lstStyle/>
            <a:p>
              <a:pPr indent="0" lvl="0" marL="0" marR="0" rtl="0" algn="ctr">
                <a:lnSpc>
                  <a:spcPct val="90000"/>
                </a:lnSpc>
                <a:spcBef>
                  <a:spcPts val="0"/>
                </a:spcBef>
                <a:spcAft>
                  <a:spcPts val="0"/>
                </a:spcAft>
                <a:buClr>
                  <a:schemeClr val="lt1"/>
                </a:buClr>
                <a:buSzPts val="2000"/>
                <a:buFont typeface="Century Gothic"/>
                <a:buNone/>
              </a:pPr>
              <a:r>
                <a:t/>
              </a:r>
              <a:endParaRPr b="0" i="0" sz="2000" u="none" cap="none" strike="noStrike">
                <a:solidFill>
                  <a:schemeClr val="lt1"/>
                </a:solidFill>
                <a:latin typeface="Century Gothic"/>
                <a:ea typeface="Century Gothic"/>
                <a:cs typeface="Century Gothic"/>
                <a:sym typeface="Century Gothic"/>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8" name="Shape 638"/>
        <p:cNvGrpSpPr/>
        <p:nvPr/>
      </p:nvGrpSpPr>
      <p:grpSpPr>
        <a:xfrm>
          <a:off x="0" y="0"/>
          <a:ext cx="0" cy="0"/>
          <a:chOff x="0" y="0"/>
          <a:chExt cx="0" cy="0"/>
        </a:xfrm>
      </p:grpSpPr>
      <p:grpSp>
        <p:nvGrpSpPr>
          <p:cNvPr id="639" name="Google Shape;639;p22"/>
          <p:cNvGrpSpPr/>
          <p:nvPr/>
        </p:nvGrpSpPr>
        <p:grpSpPr>
          <a:xfrm>
            <a:off x="209053" y="1294530"/>
            <a:ext cx="11977092" cy="918488"/>
            <a:chOff x="5853" y="47426"/>
            <a:chExt cx="11977092" cy="918488"/>
          </a:xfrm>
        </p:grpSpPr>
        <p:sp>
          <p:nvSpPr>
            <p:cNvPr id="640" name="Google Shape;640;p22"/>
            <p:cNvSpPr/>
            <p:nvPr/>
          </p:nvSpPr>
          <p:spPr>
            <a:xfrm>
              <a:off x="5853" y="94853"/>
              <a:ext cx="2177653" cy="871061"/>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1" name="Google Shape;641;p22"/>
            <p:cNvSpPr txBox="1"/>
            <p:nvPr/>
          </p:nvSpPr>
          <p:spPr>
            <a:xfrm>
              <a:off x="441384" y="94853"/>
              <a:ext cx="1306592" cy="871061"/>
            </a:xfrm>
            <a:prstGeom prst="rect">
              <a:avLst/>
            </a:prstGeom>
            <a:noFill/>
            <a:ln>
              <a:noFill/>
            </a:ln>
          </p:spPr>
          <p:txBody>
            <a:bodyPr anchorCtr="0" anchor="ctr" bIns="20000" lIns="60000" spcFirstLastPara="1" rIns="20000" wrap="square" tIns="20000">
              <a:noAutofit/>
            </a:bodyPr>
            <a:lstStyle/>
            <a:p>
              <a:pPr indent="0" lvl="0" marL="0" marR="0" rtl="0" algn="ctr">
                <a:lnSpc>
                  <a:spcPct val="90000"/>
                </a:lnSpc>
                <a:spcBef>
                  <a:spcPts val="0"/>
                </a:spcBef>
                <a:spcAft>
                  <a:spcPts val="0"/>
                </a:spcAft>
                <a:buClr>
                  <a:schemeClr val="lt1"/>
                </a:buClr>
                <a:buSzPts val="1500"/>
                <a:buFont typeface="Century Gothic"/>
                <a:buNone/>
              </a:pPr>
              <a:r>
                <a:rPr b="0" i="0" lang="en-US" sz="1500" u="none" cap="none" strike="noStrike">
                  <a:solidFill>
                    <a:schemeClr val="lt1"/>
                  </a:solidFill>
                  <a:latin typeface="Century Gothic"/>
                  <a:ea typeface="Century Gothic"/>
                  <a:cs typeface="Century Gothic"/>
                  <a:sym typeface="Century Gothic"/>
                </a:rPr>
                <a:t>ENQ. from Departments</a:t>
              </a:r>
              <a:endParaRPr b="0" i="0" sz="1400" u="none" cap="none" strike="noStrike">
                <a:solidFill>
                  <a:srgbClr val="000000"/>
                </a:solidFill>
                <a:latin typeface="Arial"/>
                <a:ea typeface="Arial"/>
                <a:cs typeface="Arial"/>
                <a:sym typeface="Arial"/>
              </a:endParaRPr>
            </a:p>
          </p:txBody>
        </p:sp>
        <p:sp>
          <p:nvSpPr>
            <p:cNvPr id="642" name="Google Shape;642;p22"/>
            <p:cNvSpPr/>
            <p:nvPr/>
          </p:nvSpPr>
          <p:spPr>
            <a:xfrm>
              <a:off x="1965741" y="47426"/>
              <a:ext cx="2177653" cy="871061"/>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3" name="Google Shape;643;p22"/>
            <p:cNvSpPr txBox="1"/>
            <p:nvPr/>
          </p:nvSpPr>
          <p:spPr>
            <a:xfrm>
              <a:off x="2401272" y="47426"/>
              <a:ext cx="1306592" cy="871061"/>
            </a:xfrm>
            <a:prstGeom prst="rect">
              <a:avLst/>
            </a:prstGeom>
            <a:noFill/>
            <a:ln>
              <a:noFill/>
            </a:ln>
          </p:spPr>
          <p:txBody>
            <a:bodyPr anchorCtr="0" anchor="ctr" bIns="20000" lIns="60000" spcFirstLastPara="1" rIns="20000" wrap="square" tIns="20000">
              <a:noAutofit/>
            </a:bodyPr>
            <a:lstStyle/>
            <a:p>
              <a:pPr indent="0" lvl="0" marL="0" marR="0" rtl="0" algn="ctr">
                <a:lnSpc>
                  <a:spcPct val="90000"/>
                </a:lnSpc>
                <a:spcBef>
                  <a:spcPts val="0"/>
                </a:spcBef>
                <a:spcAft>
                  <a:spcPts val="0"/>
                </a:spcAft>
                <a:buClr>
                  <a:schemeClr val="lt1"/>
                </a:buClr>
                <a:buSzPts val="1500"/>
                <a:buFont typeface="Century Gothic"/>
                <a:buNone/>
              </a:pPr>
              <a:r>
                <a:rPr b="0" i="0" lang="en-US" sz="1500" u="none" cap="none" strike="noStrike">
                  <a:solidFill>
                    <a:schemeClr val="lt1"/>
                  </a:solidFill>
                  <a:latin typeface="Century Gothic"/>
                  <a:ea typeface="Century Gothic"/>
                  <a:cs typeface="Century Gothic"/>
                  <a:sym typeface="Century Gothic"/>
                </a:rPr>
                <a:t>Check Stock availability</a:t>
              </a:r>
              <a:endParaRPr b="0" i="0" sz="1400" u="none" cap="none" strike="noStrike">
                <a:solidFill>
                  <a:srgbClr val="000000"/>
                </a:solidFill>
                <a:latin typeface="Arial"/>
                <a:ea typeface="Arial"/>
                <a:cs typeface="Arial"/>
                <a:sym typeface="Arial"/>
              </a:endParaRPr>
            </a:p>
          </p:txBody>
        </p:sp>
        <p:sp>
          <p:nvSpPr>
            <p:cNvPr id="644" name="Google Shape;644;p22"/>
            <p:cNvSpPr/>
            <p:nvPr/>
          </p:nvSpPr>
          <p:spPr>
            <a:xfrm>
              <a:off x="3925629" y="47426"/>
              <a:ext cx="2177653" cy="871061"/>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5" name="Google Shape;645;p22"/>
            <p:cNvSpPr txBox="1"/>
            <p:nvPr/>
          </p:nvSpPr>
          <p:spPr>
            <a:xfrm>
              <a:off x="4361160" y="47426"/>
              <a:ext cx="1306592" cy="871061"/>
            </a:xfrm>
            <a:prstGeom prst="rect">
              <a:avLst/>
            </a:prstGeom>
            <a:noFill/>
            <a:ln>
              <a:noFill/>
            </a:ln>
          </p:spPr>
          <p:txBody>
            <a:bodyPr anchorCtr="0" anchor="ctr" bIns="20000" lIns="60000" spcFirstLastPara="1" rIns="20000" wrap="square" tIns="20000">
              <a:noAutofit/>
            </a:bodyPr>
            <a:lstStyle/>
            <a:p>
              <a:pPr indent="0" lvl="0" marL="0" marR="0" rtl="0" algn="ctr">
                <a:lnSpc>
                  <a:spcPct val="90000"/>
                </a:lnSpc>
                <a:spcBef>
                  <a:spcPts val="0"/>
                </a:spcBef>
                <a:spcAft>
                  <a:spcPts val="0"/>
                </a:spcAft>
                <a:buClr>
                  <a:schemeClr val="lt1"/>
                </a:buClr>
                <a:buSzPts val="1500"/>
                <a:buFont typeface="Century Gothic"/>
                <a:buNone/>
              </a:pPr>
              <a:r>
                <a:rPr b="0" i="0" lang="en-US" sz="1500" u="none" cap="none" strike="noStrike">
                  <a:solidFill>
                    <a:schemeClr val="lt1"/>
                  </a:solidFill>
                  <a:latin typeface="Century Gothic"/>
                  <a:ea typeface="Century Gothic"/>
                  <a:cs typeface="Century Gothic"/>
                  <a:sym typeface="Century Gothic"/>
                </a:rPr>
                <a:t>Tell to purchase to buy </a:t>
              </a:r>
              <a:endParaRPr b="0" i="0" sz="1400" u="none" cap="none" strike="noStrike">
                <a:solidFill>
                  <a:srgbClr val="000000"/>
                </a:solidFill>
                <a:latin typeface="Arial"/>
                <a:ea typeface="Arial"/>
                <a:cs typeface="Arial"/>
                <a:sym typeface="Arial"/>
              </a:endParaRPr>
            </a:p>
          </p:txBody>
        </p:sp>
        <p:sp>
          <p:nvSpPr>
            <p:cNvPr id="646" name="Google Shape;646;p22"/>
            <p:cNvSpPr/>
            <p:nvPr/>
          </p:nvSpPr>
          <p:spPr>
            <a:xfrm>
              <a:off x="5885517" y="47426"/>
              <a:ext cx="2177653" cy="871061"/>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7" name="Google Shape;647;p22"/>
            <p:cNvSpPr txBox="1"/>
            <p:nvPr/>
          </p:nvSpPr>
          <p:spPr>
            <a:xfrm>
              <a:off x="6321048" y="47426"/>
              <a:ext cx="1306592" cy="871061"/>
            </a:xfrm>
            <a:prstGeom prst="rect">
              <a:avLst/>
            </a:prstGeom>
            <a:noFill/>
            <a:ln>
              <a:noFill/>
            </a:ln>
          </p:spPr>
          <p:txBody>
            <a:bodyPr anchorCtr="0" anchor="ctr" bIns="20000" lIns="60000" spcFirstLastPara="1" rIns="20000" wrap="square" tIns="20000">
              <a:noAutofit/>
            </a:bodyPr>
            <a:lstStyle/>
            <a:p>
              <a:pPr indent="0" lvl="0" marL="0" marR="0" rtl="0" algn="ctr">
                <a:lnSpc>
                  <a:spcPct val="90000"/>
                </a:lnSpc>
                <a:spcBef>
                  <a:spcPts val="0"/>
                </a:spcBef>
                <a:spcAft>
                  <a:spcPts val="0"/>
                </a:spcAft>
                <a:buClr>
                  <a:schemeClr val="lt1"/>
                </a:buClr>
                <a:buSzPts val="1500"/>
                <a:buFont typeface="Century Gothic"/>
                <a:buNone/>
              </a:pPr>
              <a:r>
                <a:rPr b="0" i="0" lang="en-US" sz="1500" u="none" cap="none" strike="noStrike">
                  <a:solidFill>
                    <a:schemeClr val="lt1"/>
                  </a:solidFill>
                  <a:latin typeface="Century Gothic"/>
                  <a:ea typeface="Century Gothic"/>
                  <a:cs typeface="Century Gothic"/>
                  <a:sym typeface="Century Gothic"/>
                </a:rPr>
                <a:t>Good Rcvd from Guard</a:t>
              </a:r>
              <a:endParaRPr b="0" i="0" sz="1400" u="none" cap="none" strike="noStrike">
                <a:solidFill>
                  <a:srgbClr val="000000"/>
                </a:solidFill>
                <a:latin typeface="Arial"/>
                <a:ea typeface="Arial"/>
                <a:cs typeface="Arial"/>
                <a:sym typeface="Arial"/>
              </a:endParaRPr>
            </a:p>
          </p:txBody>
        </p:sp>
        <p:sp>
          <p:nvSpPr>
            <p:cNvPr id="648" name="Google Shape;648;p22"/>
            <p:cNvSpPr/>
            <p:nvPr/>
          </p:nvSpPr>
          <p:spPr>
            <a:xfrm>
              <a:off x="7845405" y="47426"/>
              <a:ext cx="2177653" cy="871061"/>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9" name="Google Shape;649;p22"/>
            <p:cNvSpPr txBox="1"/>
            <p:nvPr/>
          </p:nvSpPr>
          <p:spPr>
            <a:xfrm>
              <a:off x="8280936" y="47426"/>
              <a:ext cx="1306592" cy="871061"/>
            </a:xfrm>
            <a:prstGeom prst="rect">
              <a:avLst/>
            </a:prstGeom>
            <a:noFill/>
            <a:ln>
              <a:noFill/>
            </a:ln>
          </p:spPr>
          <p:txBody>
            <a:bodyPr anchorCtr="0" anchor="ctr" bIns="20000" lIns="60000" spcFirstLastPara="1" rIns="20000" wrap="square" tIns="20000">
              <a:noAutofit/>
            </a:bodyPr>
            <a:lstStyle/>
            <a:p>
              <a:pPr indent="0" lvl="0" marL="0" marR="0" rtl="0" algn="ctr">
                <a:lnSpc>
                  <a:spcPct val="90000"/>
                </a:lnSpc>
                <a:spcBef>
                  <a:spcPts val="0"/>
                </a:spcBef>
                <a:spcAft>
                  <a:spcPts val="0"/>
                </a:spcAft>
                <a:buClr>
                  <a:schemeClr val="lt1"/>
                </a:buClr>
                <a:buSzPts val="1500"/>
                <a:buFont typeface="Century Gothic"/>
                <a:buNone/>
              </a:pPr>
              <a:r>
                <a:rPr b="0" i="0" lang="en-US" sz="1500" u="none" cap="none" strike="noStrike">
                  <a:solidFill>
                    <a:schemeClr val="lt1"/>
                  </a:solidFill>
                  <a:latin typeface="Century Gothic"/>
                  <a:ea typeface="Century Gothic"/>
                  <a:cs typeface="Century Gothic"/>
                  <a:sym typeface="Century Gothic"/>
                </a:rPr>
                <a:t>Insert bill and challah in SAP</a:t>
              </a:r>
              <a:endParaRPr b="0" i="0" sz="1400" u="none" cap="none" strike="noStrike">
                <a:solidFill>
                  <a:srgbClr val="000000"/>
                </a:solidFill>
                <a:latin typeface="Arial"/>
                <a:ea typeface="Arial"/>
                <a:cs typeface="Arial"/>
                <a:sym typeface="Arial"/>
              </a:endParaRPr>
            </a:p>
          </p:txBody>
        </p:sp>
        <p:sp>
          <p:nvSpPr>
            <p:cNvPr id="650" name="Google Shape;650;p22"/>
            <p:cNvSpPr/>
            <p:nvPr/>
          </p:nvSpPr>
          <p:spPr>
            <a:xfrm>
              <a:off x="9805292" y="47426"/>
              <a:ext cx="2177653" cy="871061"/>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1" name="Google Shape;651;p22"/>
            <p:cNvSpPr txBox="1"/>
            <p:nvPr/>
          </p:nvSpPr>
          <p:spPr>
            <a:xfrm>
              <a:off x="10240823" y="47426"/>
              <a:ext cx="1306592" cy="871061"/>
            </a:xfrm>
            <a:prstGeom prst="rect">
              <a:avLst/>
            </a:prstGeom>
            <a:noFill/>
            <a:ln>
              <a:noFill/>
            </a:ln>
          </p:spPr>
          <p:txBody>
            <a:bodyPr anchorCtr="0" anchor="ctr" bIns="20000" lIns="60000" spcFirstLastPara="1" rIns="20000" wrap="square" tIns="20000">
              <a:noAutofit/>
            </a:bodyPr>
            <a:lstStyle/>
            <a:p>
              <a:pPr indent="0" lvl="0" marL="0" marR="0" rtl="0" algn="ctr">
                <a:lnSpc>
                  <a:spcPct val="90000"/>
                </a:lnSpc>
                <a:spcBef>
                  <a:spcPts val="0"/>
                </a:spcBef>
                <a:spcAft>
                  <a:spcPts val="0"/>
                </a:spcAft>
                <a:buClr>
                  <a:schemeClr val="lt1"/>
                </a:buClr>
                <a:buSzPts val="1500"/>
                <a:buFont typeface="Century Gothic"/>
                <a:buNone/>
              </a:pPr>
              <a:r>
                <a:rPr b="0" i="0" lang="en-US" sz="1500" u="none" cap="none" strike="noStrike">
                  <a:solidFill>
                    <a:schemeClr val="lt1"/>
                  </a:solidFill>
                  <a:latin typeface="Century Gothic"/>
                  <a:ea typeface="Century Gothic"/>
                  <a:cs typeface="Century Gothic"/>
                  <a:sym typeface="Century Gothic"/>
                </a:rPr>
                <a:t>Handover document to Finance</a:t>
              </a:r>
              <a:endParaRPr b="0" i="0" sz="1400" u="none" cap="none" strike="noStrike">
                <a:solidFill>
                  <a:srgbClr val="000000"/>
                </a:solidFill>
                <a:latin typeface="Arial"/>
                <a:ea typeface="Arial"/>
                <a:cs typeface="Arial"/>
                <a:sym typeface="Arial"/>
              </a:endParaRPr>
            </a:p>
          </p:txBody>
        </p:sp>
      </p:grpSp>
      <p:grpSp>
        <p:nvGrpSpPr>
          <p:cNvPr id="652" name="Google Shape;652;p22"/>
          <p:cNvGrpSpPr/>
          <p:nvPr/>
        </p:nvGrpSpPr>
        <p:grpSpPr>
          <a:xfrm>
            <a:off x="203200" y="2401851"/>
            <a:ext cx="11988800" cy="782539"/>
            <a:chOff x="0" y="75068"/>
            <a:chExt cx="11988800" cy="782539"/>
          </a:xfrm>
        </p:grpSpPr>
        <p:sp>
          <p:nvSpPr>
            <p:cNvPr id="653" name="Google Shape;653;p22"/>
            <p:cNvSpPr/>
            <p:nvPr/>
          </p:nvSpPr>
          <p:spPr>
            <a:xfrm>
              <a:off x="0" y="108307"/>
              <a:ext cx="1873250" cy="749300"/>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4" name="Google Shape;654;p22"/>
            <p:cNvSpPr txBox="1"/>
            <p:nvPr/>
          </p:nvSpPr>
          <p:spPr>
            <a:xfrm>
              <a:off x="374650" y="108307"/>
              <a:ext cx="1123950" cy="749300"/>
            </a:xfrm>
            <a:prstGeom prst="rect">
              <a:avLst/>
            </a:prstGeom>
            <a:noFill/>
            <a:ln>
              <a:noFill/>
            </a:ln>
          </p:spPr>
          <p:txBody>
            <a:bodyPr anchorCtr="0" anchor="ctr" bIns="16000" lIns="48000" spcFirstLastPara="1" rIns="16000" wrap="square" tIns="16000">
              <a:noAutofit/>
            </a:bodyPr>
            <a:lstStyle/>
            <a:p>
              <a:pPr indent="0" lvl="0" marL="0" marR="0" rtl="0" algn="ctr">
                <a:lnSpc>
                  <a:spcPct val="90000"/>
                </a:lnSpc>
                <a:spcBef>
                  <a:spcPts val="0"/>
                </a:spcBef>
                <a:spcAft>
                  <a:spcPts val="0"/>
                </a:spcAft>
                <a:buClr>
                  <a:schemeClr val="lt1"/>
                </a:buClr>
                <a:buSzPts val="1200"/>
                <a:buFont typeface="Century Gothic"/>
                <a:buNone/>
              </a:pPr>
              <a:r>
                <a:rPr b="0" i="0" lang="en-US" sz="1200" u="none" cap="none" strike="noStrike">
                  <a:solidFill>
                    <a:schemeClr val="lt1"/>
                  </a:solidFill>
                  <a:latin typeface="Century Gothic"/>
                  <a:ea typeface="Century Gothic"/>
                  <a:cs typeface="Century Gothic"/>
                  <a:sym typeface="Century Gothic"/>
                </a:rPr>
                <a:t>Inform to Purchase and related Person</a:t>
              </a:r>
              <a:endParaRPr b="0" i="0" sz="1400" u="none" cap="none" strike="noStrike">
                <a:solidFill>
                  <a:srgbClr val="000000"/>
                </a:solidFill>
                <a:latin typeface="Arial"/>
                <a:ea typeface="Arial"/>
                <a:cs typeface="Arial"/>
                <a:sym typeface="Arial"/>
              </a:endParaRPr>
            </a:p>
          </p:txBody>
        </p:sp>
        <p:sp>
          <p:nvSpPr>
            <p:cNvPr id="655" name="Google Shape;655;p22"/>
            <p:cNvSpPr/>
            <p:nvPr/>
          </p:nvSpPr>
          <p:spPr>
            <a:xfrm>
              <a:off x="1685924" y="108307"/>
              <a:ext cx="1873250" cy="749300"/>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6" name="Google Shape;656;p22"/>
            <p:cNvSpPr txBox="1"/>
            <p:nvPr/>
          </p:nvSpPr>
          <p:spPr>
            <a:xfrm>
              <a:off x="2060574" y="108307"/>
              <a:ext cx="1123950" cy="749300"/>
            </a:xfrm>
            <a:prstGeom prst="rect">
              <a:avLst/>
            </a:prstGeom>
            <a:noFill/>
            <a:ln>
              <a:noFill/>
            </a:ln>
          </p:spPr>
          <p:txBody>
            <a:bodyPr anchorCtr="0" anchor="ctr" bIns="16000" lIns="48000" spcFirstLastPara="1" rIns="16000" wrap="square" tIns="16000">
              <a:noAutofit/>
            </a:bodyPr>
            <a:lstStyle/>
            <a:p>
              <a:pPr indent="0" lvl="0" marL="0" marR="0" rtl="0" algn="ctr">
                <a:lnSpc>
                  <a:spcPct val="90000"/>
                </a:lnSpc>
                <a:spcBef>
                  <a:spcPts val="0"/>
                </a:spcBef>
                <a:spcAft>
                  <a:spcPts val="0"/>
                </a:spcAft>
                <a:buClr>
                  <a:schemeClr val="lt1"/>
                </a:buClr>
                <a:buSzPts val="1200"/>
                <a:buFont typeface="Century Gothic"/>
                <a:buNone/>
              </a:pPr>
              <a:r>
                <a:rPr b="0" i="0" lang="en-US" sz="1200" u="none" cap="none" strike="noStrike">
                  <a:solidFill>
                    <a:schemeClr val="lt1"/>
                  </a:solidFill>
                  <a:latin typeface="Century Gothic"/>
                  <a:ea typeface="Century Gothic"/>
                  <a:cs typeface="Century Gothic"/>
                  <a:sym typeface="Century Gothic"/>
                </a:rPr>
                <a:t>After SO make Delivery </a:t>
              </a:r>
              <a:endParaRPr b="0" i="0" sz="1400" u="none" cap="none" strike="noStrike">
                <a:solidFill>
                  <a:srgbClr val="000000"/>
                </a:solidFill>
                <a:latin typeface="Arial"/>
                <a:ea typeface="Arial"/>
                <a:cs typeface="Arial"/>
                <a:sym typeface="Arial"/>
              </a:endParaRPr>
            </a:p>
          </p:txBody>
        </p:sp>
        <p:sp>
          <p:nvSpPr>
            <p:cNvPr id="657" name="Google Shape;657;p22"/>
            <p:cNvSpPr/>
            <p:nvPr/>
          </p:nvSpPr>
          <p:spPr>
            <a:xfrm>
              <a:off x="3371849" y="108307"/>
              <a:ext cx="1873250" cy="749300"/>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8" name="Google Shape;658;p22"/>
            <p:cNvSpPr txBox="1"/>
            <p:nvPr/>
          </p:nvSpPr>
          <p:spPr>
            <a:xfrm>
              <a:off x="3746499" y="108307"/>
              <a:ext cx="1123950" cy="749300"/>
            </a:xfrm>
            <a:prstGeom prst="rect">
              <a:avLst/>
            </a:prstGeom>
            <a:noFill/>
            <a:ln>
              <a:noFill/>
            </a:ln>
          </p:spPr>
          <p:txBody>
            <a:bodyPr anchorCtr="0" anchor="ctr" bIns="16000" lIns="48000" spcFirstLastPara="1" rIns="16000" wrap="square" tIns="16000">
              <a:noAutofit/>
            </a:bodyPr>
            <a:lstStyle/>
            <a:p>
              <a:pPr indent="0" lvl="0" marL="0" marR="0" rtl="0" algn="ctr">
                <a:lnSpc>
                  <a:spcPct val="90000"/>
                </a:lnSpc>
                <a:spcBef>
                  <a:spcPts val="0"/>
                </a:spcBef>
                <a:spcAft>
                  <a:spcPts val="0"/>
                </a:spcAft>
                <a:buClr>
                  <a:schemeClr val="lt1"/>
                </a:buClr>
                <a:buSzPts val="1200"/>
                <a:buFont typeface="Century Gothic"/>
                <a:buNone/>
              </a:pPr>
              <a:r>
                <a:rPr b="0" i="0" lang="en-US" sz="1200" u="none" cap="none" strike="noStrike">
                  <a:solidFill>
                    <a:schemeClr val="lt1"/>
                  </a:solidFill>
                  <a:latin typeface="Century Gothic"/>
                  <a:ea typeface="Century Gothic"/>
                  <a:cs typeface="Century Gothic"/>
                  <a:sym typeface="Century Gothic"/>
                </a:rPr>
                <a:t>Arrange for dispatch</a:t>
              </a:r>
              <a:endParaRPr b="0" i="0" sz="1400" u="none" cap="none" strike="noStrike">
                <a:solidFill>
                  <a:srgbClr val="000000"/>
                </a:solidFill>
                <a:latin typeface="Arial"/>
                <a:ea typeface="Arial"/>
                <a:cs typeface="Arial"/>
                <a:sym typeface="Arial"/>
              </a:endParaRPr>
            </a:p>
          </p:txBody>
        </p:sp>
        <p:sp>
          <p:nvSpPr>
            <p:cNvPr id="659" name="Google Shape;659;p22"/>
            <p:cNvSpPr/>
            <p:nvPr/>
          </p:nvSpPr>
          <p:spPr>
            <a:xfrm>
              <a:off x="5057775" y="108307"/>
              <a:ext cx="1873250" cy="749300"/>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0" name="Google Shape;660;p22"/>
            <p:cNvSpPr txBox="1"/>
            <p:nvPr/>
          </p:nvSpPr>
          <p:spPr>
            <a:xfrm>
              <a:off x="5432425" y="108307"/>
              <a:ext cx="1123950" cy="749300"/>
            </a:xfrm>
            <a:prstGeom prst="rect">
              <a:avLst/>
            </a:prstGeom>
            <a:noFill/>
            <a:ln>
              <a:noFill/>
            </a:ln>
          </p:spPr>
          <p:txBody>
            <a:bodyPr anchorCtr="0" anchor="ctr" bIns="16000" lIns="48000" spcFirstLastPara="1" rIns="16000" wrap="square" tIns="16000">
              <a:noAutofit/>
            </a:bodyPr>
            <a:lstStyle/>
            <a:p>
              <a:pPr indent="0" lvl="0" marL="0" marR="0" rtl="0" algn="ctr">
                <a:lnSpc>
                  <a:spcPct val="90000"/>
                </a:lnSpc>
                <a:spcBef>
                  <a:spcPts val="0"/>
                </a:spcBef>
                <a:spcAft>
                  <a:spcPts val="0"/>
                </a:spcAft>
                <a:buClr>
                  <a:schemeClr val="lt1"/>
                </a:buClr>
                <a:buSzPts val="1200"/>
                <a:buFont typeface="Century Gothic"/>
                <a:buNone/>
              </a:pPr>
              <a:r>
                <a:rPr b="0" i="0" lang="en-US" sz="1200" u="none" cap="none" strike="noStrike">
                  <a:solidFill>
                    <a:schemeClr val="lt1"/>
                  </a:solidFill>
                  <a:latin typeface="Century Gothic"/>
                  <a:ea typeface="Century Gothic"/>
                  <a:cs typeface="Century Gothic"/>
                  <a:sym typeface="Century Gothic"/>
                </a:rPr>
                <a:t>Coordinate for EWAY BILL</a:t>
              </a:r>
              <a:endParaRPr b="0" i="0" sz="1400" u="none" cap="none" strike="noStrike">
                <a:solidFill>
                  <a:srgbClr val="000000"/>
                </a:solidFill>
                <a:latin typeface="Arial"/>
                <a:ea typeface="Arial"/>
                <a:cs typeface="Arial"/>
                <a:sym typeface="Arial"/>
              </a:endParaRPr>
            </a:p>
          </p:txBody>
        </p:sp>
        <p:sp>
          <p:nvSpPr>
            <p:cNvPr id="661" name="Google Shape;661;p22"/>
            <p:cNvSpPr/>
            <p:nvPr/>
          </p:nvSpPr>
          <p:spPr>
            <a:xfrm>
              <a:off x="6743699" y="108307"/>
              <a:ext cx="1873250" cy="749300"/>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2" name="Google Shape;662;p22"/>
            <p:cNvSpPr txBox="1"/>
            <p:nvPr/>
          </p:nvSpPr>
          <p:spPr>
            <a:xfrm>
              <a:off x="7118349" y="108307"/>
              <a:ext cx="1123950" cy="749300"/>
            </a:xfrm>
            <a:prstGeom prst="rect">
              <a:avLst/>
            </a:prstGeom>
            <a:noFill/>
            <a:ln>
              <a:noFill/>
            </a:ln>
          </p:spPr>
          <p:txBody>
            <a:bodyPr anchorCtr="0" anchor="ctr" bIns="16000" lIns="48000" spcFirstLastPara="1" rIns="16000" wrap="square" tIns="16000">
              <a:noAutofit/>
            </a:bodyPr>
            <a:lstStyle/>
            <a:p>
              <a:pPr indent="0" lvl="0" marL="0" marR="0" rtl="0" algn="ctr">
                <a:lnSpc>
                  <a:spcPct val="90000"/>
                </a:lnSpc>
                <a:spcBef>
                  <a:spcPts val="0"/>
                </a:spcBef>
                <a:spcAft>
                  <a:spcPts val="0"/>
                </a:spcAft>
                <a:buClr>
                  <a:schemeClr val="lt1"/>
                </a:buClr>
                <a:buSzPts val="1200"/>
                <a:buFont typeface="Century Gothic"/>
                <a:buNone/>
              </a:pPr>
              <a:r>
                <a:t/>
              </a:r>
              <a:endParaRPr b="0" i="0" sz="1200" u="none" cap="none" strike="noStrike">
                <a:solidFill>
                  <a:schemeClr val="lt1"/>
                </a:solidFill>
                <a:latin typeface="Century Gothic"/>
                <a:ea typeface="Century Gothic"/>
                <a:cs typeface="Century Gothic"/>
                <a:sym typeface="Century Gothic"/>
              </a:endParaRPr>
            </a:p>
          </p:txBody>
        </p:sp>
        <p:sp>
          <p:nvSpPr>
            <p:cNvPr id="663" name="Google Shape;663;p22"/>
            <p:cNvSpPr/>
            <p:nvPr/>
          </p:nvSpPr>
          <p:spPr>
            <a:xfrm>
              <a:off x="8429624" y="108307"/>
              <a:ext cx="1873250" cy="749300"/>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4" name="Google Shape;664;p22"/>
            <p:cNvSpPr txBox="1"/>
            <p:nvPr/>
          </p:nvSpPr>
          <p:spPr>
            <a:xfrm>
              <a:off x="8804274" y="108307"/>
              <a:ext cx="1123950" cy="749300"/>
            </a:xfrm>
            <a:prstGeom prst="rect">
              <a:avLst/>
            </a:prstGeom>
            <a:noFill/>
            <a:ln>
              <a:noFill/>
            </a:ln>
          </p:spPr>
          <p:txBody>
            <a:bodyPr anchorCtr="0" anchor="ctr" bIns="16000" lIns="48000" spcFirstLastPara="1" rIns="16000" wrap="square" tIns="16000">
              <a:noAutofit/>
            </a:bodyPr>
            <a:lstStyle/>
            <a:p>
              <a:pPr indent="0" lvl="0" marL="0" marR="0" rtl="0" algn="ctr">
                <a:lnSpc>
                  <a:spcPct val="90000"/>
                </a:lnSpc>
                <a:spcBef>
                  <a:spcPts val="0"/>
                </a:spcBef>
                <a:spcAft>
                  <a:spcPts val="0"/>
                </a:spcAft>
                <a:buClr>
                  <a:schemeClr val="lt1"/>
                </a:buClr>
                <a:buSzPts val="1200"/>
                <a:buFont typeface="Century Gothic"/>
                <a:buNone/>
              </a:pPr>
              <a:r>
                <a:t/>
              </a:r>
              <a:endParaRPr b="0" i="0" sz="1200" u="none" cap="none" strike="noStrike">
                <a:solidFill>
                  <a:schemeClr val="lt1"/>
                </a:solidFill>
                <a:latin typeface="Century Gothic"/>
                <a:ea typeface="Century Gothic"/>
                <a:cs typeface="Century Gothic"/>
                <a:sym typeface="Century Gothic"/>
              </a:endParaRPr>
            </a:p>
          </p:txBody>
        </p:sp>
        <p:sp>
          <p:nvSpPr>
            <p:cNvPr id="665" name="Google Shape;665;p22"/>
            <p:cNvSpPr/>
            <p:nvPr/>
          </p:nvSpPr>
          <p:spPr>
            <a:xfrm>
              <a:off x="10115550" y="75068"/>
              <a:ext cx="1873250" cy="749300"/>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6" name="Google Shape;666;p22"/>
            <p:cNvSpPr txBox="1"/>
            <p:nvPr/>
          </p:nvSpPr>
          <p:spPr>
            <a:xfrm>
              <a:off x="10490200" y="75068"/>
              <a:ext cx="1123950" cy="749300"/>
            </a:xfrm>
            <a:prstGeom prst="rect">
              <a:avLst/>
            </a:prstGeom>
            <a:noFill/>
            <a:ln>
              <a:noFill/>
            </a:ln>
          </p:spPr>
          <p:txBody>
            <a:bodyPr anchorCtr="0" anchor="ctr" bIns="16000" lIns="48000" spcFirstLastPara="1" rIns="16000" wrap="square" tIns="16000">
              <a:noAutofit/>
            </a:bodyPr>
            <a:lstStyle/>
            <a:p>
              <a:pPr indent="0" lvl="0" marL="0" marR="0" rtl="0" algn="ctr">
                <a:lnSpc>
                  <a:spcPct val="90000"/>
                </a:lnSpc>
                <a:spcBef>
                  <a:spcPts val="0"/>
                </a:spcBef>
                <a:spcAft>
                  <a:spcPts val="0"/>
                </a:spcAft>
                <a:buClr>
                  <a:schemeClr val="lt1"/>
                </a:buClr>
                <a:buSzPts val="1200"/>
                <a:buFont typeface="Century Gothic"/>
                <a:buNone/>
              </a:pPr>
              <a:r>
                <a:rPr b="0" i="0" lang="en-US" sz="1200" u="none" cap="none" strike="noStrike">
                  <a:solidFill>
                    <a:schemeClr val="lt1"/>
                  </a:solidFill>
                  <a:latin typeface="Century Gothic"/>
                  <a:ea typeface="Century Gothic"/>
                  <a:cs typeface="Century Gothic"/>
                  <a:sym typeface="Century Gothic"/>
                </a:rPr>
                <a:t>After receiving + invoice to be submit in Fin. </a:t>
              </a:r>
              <a:endParaRPr b="0" i="0" sz="1400" u="none" cap="none" strike="noStrike">
                <a:solidFill>
                  <a:srgbClr val="000000"/>
                </a:solidFill>
                <a:latin typeface="Arial"/>
                <a:ea typeface="Arial"/>
                <a:cs typeface="Arial"/>
                <a:sym typeface="Arial"/>
              </a:endParaRPr>
            </a:p>
          </p:txBody>
        </p:sp>
      </p:grpSp>
      <p:grpSp>
        <p:nvGrpSpPr>
          <p:cNvPr id="667" name="Google Shape;667;p22"/>
          <p:cNvGrpSpPr/>
          <p:nvPr/>
        </p:nvGrpSpPr>
        <p:grpSpPr>
          <a:xfrm>
            <a:off x="203200" y="135229"/>
            <a:ext cx="11977092" cy="965915"/>
            <a:chOff x="0" y="0"/>
            <a:chExt cx="11977092" cy="965915"/>
          </a:xfrm>
        </p:grpSpPr>
        <p:sp>
          <p:nvSpPr>
            <p:cNvPr id="668" name="Google Shape;668;p22"/>
            <p:cNvSpPr/>
            <p:nvPr/>
          </p:nvSpPr>
          <p:spPr>
            <a:xfrm>
              <a:off x="0" y="0"/>
              <a:ext cx="11977092" cy="965915"/>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9" name="Google Shape;669;p22"/>
            <p:cNvSpPr txBox="1"/>
            <p:nvPr/>
          </p:nvSpPr>
          <p:spPr>
            <a:xfrm>
              <a:off x="482958" y="0"/>
              <a:ext cx="11011177" cy="965915"/>
            </a:xfrm>
            <a:prstGeom prst="rect">
              <a:avLst/>
            </a:prstGeom>
            <a:noFill/>
            <a:ln>
              <a:noFill/>
            </a:ln>
          </p:spPr>
          <p:txBody>
            <a:bodyPr anchorCtr="0" anchor="ctr" bIns="78675" lIns="236025" spcFirstLastPara="1" rIns="78675" wrap="square" tIns="78675">
              <a:noAutofit/>
            </a:bodyPr>
            <a:lstStyle/>
            <a:p>
              <a:pPr indent="0" lvl="0" marL="0" marR="0" rtl="0" algn="ctr">
                <a:lnSpc>
                  <a:spcPct val="90000"/>
                </a:lnSpc>
                <a:spcBef>
                  <a:spcPts val="0"/>
                </a:spcBef>
                <a:spcAft>
                  <a:spcPts val="0"/>
                </a:spcAft>
                <a:buClr>
                  <a:schemeClr val="lt1"/>
                </a:buClr>
                <a:buSzPts val="5900"/>
                <a:buFont typeface="Century Gothic"/>
                <a:buNone/>
              </a:pPr>
              <a:r>
                <a:rPr b="0" i="0" lang="en-US" sz="5900" u="none" cap="none" strike="noStrike">
                  <a:solidFill>
                    <a:schemeClr val="lt1"/>
                  </a:solidFill>
                  <a:latin typeface="Century Gothic"/>
                  <a:ea typeface="Century Gothic"/>
                  <a:cs typeface="Century Gothic"/>
                  <a:sym typeface="Century Gothic"/>
                </a:rPr>
                <a:t>STORE </a:t>
              </a:r>
              <a:endParaRPr b="0" i="0" sz="1400" u="none" cap="none" strike="noStrike">
                <a:solidFill>
                  <a:srgbClr val="000000"/>
                </a:solidFill>
                <a:latin typeface="Arial"/>
                <a:ea typeface="Arial"/>
                <a:cs typeface="Arial"/>
                <a:sym typeface="Arial"/>
              </a:endParaRPr>
            </a:p>
          </p:txBody>
        </p:sp>
      </p:grpSp>
      <p:grpSp>
        <p:nvGrpSpPr>
          <p:cNvPr id="670" name="Google Shape;670;p22"/>
          <p:cNvGrpSpPr/>
          <p:nvPr/>
        </p:nvGrpSpPr>
        <p:grpSpPr>
          <a:xfrm>
            <a:off x="5853" y="3466764"/>
            <a:ext cx="11977092" cy="909701"/>
            <a:chOff x="5853" y="8786"/>
            <a:chExt cx="11977092" cy="909701"/>
          </a:xfrm>
        </p:grpSpPr>
        <p:sp>
          <p:nvSpPr>
            <p:cNvPr id="671" name="Google Shape;671;p22"/>
            <p:cNvSpPr/>
            <p:nvPr/>
          </p:nvSpPr>
          <p:spPr>
            <a:xfrm>
              <a:off x="5853" y="47426"/>
              <a:ext cx="2177653" cy="871061"/>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2" name="Google Shape;672;p22"/>
            <p:cNvSpPr txBox="1"/>
            <p:nvPr/>
          </p:nvSpPr>
          <p:spPr>
            <a:xfrm>
              <a:off x="441384" y="47426"/>
              <a:ext cx="1306592" cy="871061"/>
            </a:xfrm>
            <a:prstGeom prst="rect">
              <a:avLst/>
            </a:prstGeom>
            <a:noFill/>
            <a:ln>
              <a:noFill/>
            </a:ln>
          </p:spPr>
          <p:txBody>
            <a:bodyPr anchorCtr="0" anchor="ctr" bIns="16000" lIns="48000" spcFirstLastPara="1" rIns="16000" wrap="square" tIns="16000">
              <a:noAutofit/>
            </a:bodyPr>
            <a:lstStyle/>
            <a:p>
              <a:pPr indent="0" lvl="0" marL="0" marR="0" rtl="0" algn="ctr">
                <a:lnSpc>
                  <a:spcPct val="90000"/>
                </a:lnSpc>
                <a:spcBef>
                  <a:spcPts val="0"/>
                </a:spcBef>
                <a:spcAft>
                  <a:spcPts val="0"/>
                </a:spcAft>
                <a:buClr>
                  <a:schemeClr val="lt1"/>
                </a:buClr>
                <a:buSzPts val="1200"/>
                <a:buFont typeface="Century Gothic"/>
                <a:buNone/>
              </a:pPr>
              <a:r>
                <a:rPr b="0" i="0" lang="en-US" sz="1200" u="none" cap="none" strike="noStrike">
                  <a:solidFill>
                    <a:schemeClr val="lt1"/>
                  </a:solidFill>
                  <a:latin typeface="Century Gothic"/>
                  <a:ea typeface="Century Gothic"/>
                  <a:cs typeface="Century Gothic"/>
                  <a:sym typeface="Century Gothic"/>
                </a:rPr>
                <a:t>Dispatch</a:t>
              </a:r>
              <a:endParaRPr b="0" i="0" sz="1400" u="none" cap="none" strike="noStrike">
                <a:solidFill>
                  <a:srgbClr val="000000"/>
                </a:solidFill>
                <a:latin typeface="Arial"/>
                <a:ea typeface="Arial"/>
                <a:cs typeface="Arial"/>
                <a:sym typeface="Arial"/>
              </a:endParaRPr>
            </a:p>
          </p:txBody>
        </p:sp>
        <p:sp>
          <p:nvSpPr>
            <p:cNvPr id="673" name="Google Shape;673;p22"/>
            <p:cNvSpPr/>
            <p:nvPr/>
          </p:nvSpPr>
          <p:spPr>
            <a:xfrm>
              <a:off x="1965741" y="47426"/>
              <a:ext cx="2177653" cy="871061"/>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4" name="Google Shape;674;p22"/>
            <p:cNvSpPr txBox="1"/>
            <p:nvPr/>
          </p:nvSpPr>
          <p:spPr>
            <a:xfrm>
              <a:off x="2401272" y="47426"/>
              <a:ext cx="1306592" cy="871061"/>
            </a:xfrm>
            <a:prstGeom prst="rect">
              <a:avLst/>
            </a:prstGeom>
            <a:noFill/>
            <a:ln>
              <a:noFill/>
            </a:ln>
          </p:spPr>
          <p:txBody>
            <a:bodyPr anchorCtr="0" anchor="ctr" bIns="16000" lIns="48000" spcFirstLastPara="1" rIns="16000" wrap="square" tIns="16000">
              <a:noAutofit/>
            </a:bodyPr>
            <a:lstStyle/>
            <a:p>
              <a:pPr indent="0" lvl="0" marL="0" marR="0" rtl="0" algn="ctr">
                <a:lnSpc>
                  <a:spcPct val="90000"/>
                </a:lnSpc>
                <a:spcBef>
                  <a:spcPts val="0"/>
                </a:spcBef>
                <a:spcAft>
                  <a:spcPts val="0"/>
                </a:spcAft>
                <a:buClr>
                  <a:schemeClr val="lt1"/>
                </a:buClr>
                <a:buSzPts val="1200"/>
                <a:buFont typeface="Century Gothic"/>
                <a:buNone/>
              </a:pPr>
              <a:r>
                <a:rPr b="0" i="0" lang="en-US" sz="1200" u="none" cap="none" strike="noStrike">
                  <a:solidFill>
                    <a:schemeClr val="lt1"/>
                  </a:solidFill>
                  <a:latin typeface="Century Gothic"/>
                  <a:ea typeface="Century Gothic"/>
                  <a:cs typeface="Century Gothic"/>
                  <a:sym typeface="Century Gothic"/>
                </a:rPr>
                <a:t>Search for better courier with low price and better service</a:t>
              </a:r>
              <a:endParaRPr b="0" i="0" sz="1400" u="none" cap="none" strike="noStrike">
                <a:solidFill>
                  <a:srgbClr val="000000"/>
                </a:solidFill>
                <a:latin typeface="Arial"/>
                <a:ea typeface="Arial"/>
                <a:cs typeface="Arial"/>
                <a:sym typeface="Arial"/>
              </a:endParaRPr>
            </a:p>
          </p:txBody>
        </p:sp>
        <p:sp>
          <p:nvSpPr>
            <p:cNvPr id="675" name="Google Shape;675;p22"/>
            <p:cNvSpPr/>
            <p:nvPr/>
          </p:nvSpPr>
          <p:spPr>
            <a:xfrm>
              <a:off x="3985514" y="17488"/>
              <a:ext cx="2177653" cy="871061"/>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6" name="Google Shape;676;p22"/>
            <p:cNvSpPr txBox="1"/>
            <p:nvPr/>
          </p:nvSpPr>
          <p:spPr>
            <a:xfrm>
              <a:off x="4421045" y="17488"/>
              <a:ext cx="1306592" cy="871061"/>
            </a:xfrm>
            <a:prstGeom prst="rect">
              <a:avLst/>
            </a:prstGeom>
            <a:noFill/>
            <a:ln>
              <a:noFill/>
            </a:ln>
          </p:spPr>
          <p:txBody>
            <a:bodyPr anchorCtr="0" anchor="ctr" bIns="16000" lIns="48000" spcFirstLastPara="1" rIns="16000" wrap="square" tIns="16000">
              <a:noAutofit/>
            </a:bodyPr>
            <a:lstStyle/>
            <a:p>
              <a:pPr indent="0" lvl="0" marL="0" marR="0" rtl="0" algn="ctr">
                <a:lnSpc>
                  <a:spcPct val="90000"/>
                </a:lnSpc>
                <a:spcBef>
                  <a:spcPts val="0"/>
                </a:spcBef>
                <a:spcAft>
                  <a:spcPts val="0"/>
                </a:spcAft>
                <a:buClr>
                  <a:schemeClr val="lt1"/>
                </a:buClr>
                <a:buSzPts val="1200"/>
                <a:buFont typeface="Century Gothic"/>
                <a:buNone/>
              </a:pPr>
              <a:r>
                <a:rPr b="0" i="0" lang="en-US" sz="1200" u="none" cap="none" strike="noStrike">
                  <a:solidFill>
                    <a:schemeClr val="lt1"/>
                  </a:solidFill>
                  <a:latin typeface="Century Gothic"/>
                  <a:ea typeface="Century Gothic"/>
                  <a:cs typeface="Century Gothic"/>
                  <a:sym typeface="Century Gothic"/>
                </a:rPr>
                <a:t>Hand over to courier guy </a:t>
              </a:r>
              <a:endParaRPr b="0" i="0" sz="1400" u="none" cap="none" strike="noStrike">
                <a:solidFill>
                  <a:srgbClr val="000000"/>
                </a:solidFill>
                <a:latin typeface="Arial"/>
                <a:ea typeface="Arial"/>
                <a:cs typeface="Arial"/>
                <a:sym typeface="Arial"/>
              </a:endParaRPr>
            </a:p>
          </p:txBody>
        </p:sp>
        <p:sp>
          <p:nvSpPr>
            <p:cNvPr id="677" name="Google Shape;677;p22"/>
            <p:cNvSpPr/>
            <p:nvPr/>
          </p:nvSpPr>
          <p:spPr>
            <a:xfrm>
              <a:off x="5885517" y="47426"/>
              <a:ext cx="2177653" cy="871061"/>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8" name="Google Shape;678;p22"/>
            <p:cNvSpPr txBox="1"/>
            <p:nvPr/>
          </p:nvSpPr>
          <p:spPr>
            <a:xfrm>
              <a:off x="6321048" y="47426"/>
              <a:ext cx="1306592" cy="871061"/>
            </a:xfrm>
            <a:prstGeom prst="rect">
              <a:avLst/>
            </a:prstGeom>
            <a:noFill/>
            <a:ln>
              <a:noFill/>
            </a:ln>
          </p:spPr>
          <p:txBody>
            <a:bodyPr anchorCtr="0" anchor="ctr" bIns="16000" lIns="48000" spcFirstLastPara="1" rIns="16000" wrap="square" tIns="16000">
              <a:noAutofit/>
            </a:bodyPr>
            <a:lstStyle/>
            <a:p>
              <a:pPr indent="0" lvl="0" marL="0" marR="0" rtl="0" algn="ctr">
                <a:lnSpc>
                  <a:spcPct val="90000"/>
                </a:lnSpc>
                <a:spcBef>
                  <a:spcPts val="0"/>
                </a:spcBef>
                <a:spcAft>
                  <a:spcPts val="0"/>
                </a:spcAft>
                <a:buClr>
                  <a:schemeClr val="lt1"/>
                </a:buClr>
                <a:buSzPts val="1200"/>
                <a:buFont typeface="Century Gothic"/>
                <a:buNone/>
              </a:pPr>
              <a:r>
                <a:rPr b="0" i="0" lang="en-US" sz="1200" u="none" cap="none" strike="noStrike">
                  <a:solidFill>
                    <a:schemeClr val="lt1"/>
                  </a:solidFill>
                  <a:latin typeface="Century Gothic"/>
                  <a:ea typeface="Century Gothic"/>
                  <a:cs typeface="Century Gothic"/>
                  <a:sym typeface="Century Gothic"/>
                </a:rPr>
                <a:t>Send message to related manger and customer for dispatch</a:t>
              </a:r>
              <a:endParaRPr b="0" i="0" sz="1400" u="none" cap="none" strike="noStrike">
                <a:solidFill>
                  <a:srgbClr val="000000"/>
                </a:solidFill>
                <a:latin typeface="Arial"/>
                <a:ea typeface="Arial"/>
                <a:cs typeface="Arial"/>
                <a:sym typeface="Arial"/>
              </a:endParaRPr>
            </a:p>
          </p:txBody>
        </p:sp>
        <p:sp>
          <p:nvSpPr>
            <p:cNvPr id="679" name="Google Shape;679;p22"/>
            <p:cNvSpPr/>
            <p:nvPr/>
          </p:nvSpPr>
          <p:spPr>
            <a:xfrm>
              <a:off x="7845405" y="8786"/>
              <a:ext cx="2177653" cy="871061"/>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0" name="Google Shape;680;p22"/>
            <p:cNvSpPr txBox="1"/>
            <p:nvPr/>
          </p:nvSpPr>
          <p:spPr>
            <a:xfrm>
              <a:off x="8280936" y="8786"/>
              <a:ext cx="1306592" cy="871061"/>
            </a:xfrm>
            <a:prstGeom prst="rect">
              <a:avLst/>
            </a:prstGeom>
            <a:noFill/>
            <a:ln>
              <a:noFill/>
            </a:ln>
          </p:spPr>
          <p:txBody>
            <a:bodyPr anchorCtr="0" anchor="ctr" bIns="16000" lIns="48000" spcFirstLastPara="1" rIns="16000" wrap="square" tIns="16000">
              <a:noAutofit/>
            </a:bodyPr>
            <a:lstStyle/>
            <a:p>
              <a:pPr indent="0" lvl="0" marL="0" marR="0" rtl="0" algn="ctr">
                <a:lnSpc>
                  <a:spcPct val="90000"/>
                </a:lnSpc>
                <a:spcBef>
                  <a:spcPts val="0"/>
                </a:spcBef>
                <a:spcAft>
                  <a:spcPts val="0"/>
                </a:spcAft>
                <a:buClr>
                  <a:schemeClr val="lt1"/>
                </a:buClr>
                <a:buSzPts val="1200"/>
                <a:buFont typeface="Century Gothic"/>
                <a:buNone/>
              </a:pPr>
              <a:r>
                <a:rPr b="0" i="0" lang="en-US" sz="1200" u="none" cap="none" strike="noStrike">
                  <a:solidFill>
                    <a:schemeClr val="lt1"/>
                  </a:solidFill>
                  <a:latin typeface="Century Gothic"/>
                  <a:ea typeface="Century Gothic"/>
                  <a:cs typeface="Century Gothic"/>
                  <a:sym typeface="Century Gothic"/>
                </a:rPr>
                <a:t>Attach all dispatch documents in SAP</a:t>
              </a:r>
              <a:endParaRPr b="0" i="0" sz="1400" u="none" cap="none" strike="noStrike">
                <a:solidFill>
                  <a:srgbClr val="000000"/>
                </a:solidFill>
                <a:latin typeface="Arial"/>
                <a:ea typeface="Arial"/>
                <a:cs typeface="Arial"/>
                <a:sym typeface="Arial"/>
              </a:endParaRPr>
            </a:p>
          </p:txBody>
        </p:sp>
        <p:sp>
          <p:nvSpPr>
            <p:cNvPr id="681" name="Google Shape;681;p22"/>
            <p:cNvSpPr/>
            <p:nvPr/>
          </p:nvSpPr>
          <p:spPr>
            <a:xfrm>
              <a:off x="9805292" y="8786"/>
              <a:ext cx="2177653" cy="871061"/>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2" name="Google Shape;682;p22"/>
            <p:cNvSpPr txBox="1"/>
            <p:nvPr/>
          </p:nvSpPr>
          <p:spPr>
            <a:xfrm>
              <a:off x="10240823" y="8786"/>
              <a:ext cx="1306592" cy="871061"/>
            </a:xfrm>
            <a:prstGeom prst="rect">
              <a:avLst/>
            </a:prstGeom>
            <a:noFill/>
            <a:ln>
              <a:noFill/>
            </a:ln>
          </p:spPr>
          <p:txBody>
            <a:bodyPr anchorCtr="0" anchor="ctr" bIns="16000" lIns="48000" spcFirstLastPara="1" rIns="16000" wrap="square" tIns="16000">
              <a:noAutofit/>
            </a:bodyPr>
            <a:lstStyle/>
            <a:p>
              <a:pPr indent="0" lvl="0" marL="0" marR="0" rtl="0" algn="ctr">
                <a:lnSpc>
                  <a:spcPct val="90000"/>
                </a:lnSpc>
                <a:spcBef>
                  <a:spcPts val="0"/>
                </a:spcBef>
                <a:spcAft>
                  <a:spcPts val="0"/>
                </a:spcAft>
                <a:buClr>
                  <a:schemeClr val="lt1"/>
                </a:buClr>
                <a:buSzPts val="1200"/>
                <a:buFont typeface="Century Gothic"/>
                <a:buNone/>
              </a:pPr>
              <a:r>
                <a:rPr b="0" i="0" lang="en-US" sz="1200" u="none" cap="none" strike="noStrike">
                  <a:solidFill>
                    <a:schemeClr val="lt1"/>
                  </a:solidFill>
                  <a:latin typeface="Century Gothic"/>
                  <a:ea typeface="Century Gothic"/>
                  <a:cs typeface="Century Gothic"/>
                  <a:sym typeface="Century Gothic"/>
                </a:rPr>
                <a:t>Check and confirm Delivered or not. </a:t>
              </a:r>
              <a:endParaRPr b="0" i="0" sz="1400" u="none" cap="none" strike="noStrike">
                <a:solidFill>
                  <a:srgbClr val="000000"/>
                </a:solidFill>
                <a:latin typeface="Arial"/>
                <a:ea typeface="Arial"/>
                <a:cs typeface="Arial"/>
                <a:sym typeface="Arial"/>
              </a:endParaRPr>
            </a:p>
          </p:txBody>
        </p:sp>
      </p:grpSp>
      <p:grpSp>
        <p:nvGrpSpPr>
          <p:cNvPr id="683" name="Google Shape;683;p22"/>
          <p:cNvGrpSpPr/>
          <p:nvPr/>
        </p:nvGrpSpPr>
        <p:grpSpPr>
          <a:xfrm>
            <a:off x="5853" y="4713868"/>
            <a:ext cx="11977092" cy="909701"/>
            <a:chOff x="5853" y="8786"/>
            <a:chExt cx="11977092" cy="909701"/>
          </a:xfrm>
        </p:grpSpPr>
        <p:sp>
          <p:nvSpPr>
            <p:cNvPr id="684" name="Google Shape;684;p22"/>
            <p:cNvSpPr/>
            <p:nvPr/>
          </p:nvSpPr>
          <p:spPr>
            <a:xfrm>
              <a:off x="5853" y="47426"/>
              <a:ext cx="2177653" cy="871061"/>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5" name="Google Shape;685;p22"/>
            <p:cNvSpPr txBox="1"/>
            <p:nvPr/>
          </p:nvSpPr>
          <p:spPr>
            <a:xfrm>
              <a:off x="441384" y="47426"/>
              <a:ext cx="1306592" cy="871061"/>
            </a:xfrm>
            <a:prstGeom prst="rect">
              <a:avLst/>
            </a:prstGeom>
            <a:noFill/>
            <a:ln>
              <a:noFill/>
            </a:ln>
          </p:spPr>
          <p:txBody>
            <a:bodyPr anchorCtr="0" anchor="ctr" bIns="20000" lIns="60000" spcFirstLastPara="1" rIns="20000" wrap="square" tIns="20000">
              <a:noAutofit/>
            </a:bodyPr>
            <a:lstStyle/>
            <a:p>
              <a:pPr indent="0" lvl="0" marL="0" marR="0" rtl="0" algn="ctr">
                <a:lnSpc>
                  <a:spcPct val="90000"/>
                </a:lnSpc>
                <a:spcBef>
                  <a:spcPts val="0"/>
                </a:spcBef>
                <a:spcAft>
                  <a:spcPts val="0"/>
                </a:spcAft>
                <a:buClr>
                  <a:schemeClr val="lt1"/>
                </a:buClr>
                <a:buSzPts val="1500"/>
                <a:buFont typeface="Century Gothic"/>
                <a:buNone/>
              </a:pPr>
              <a:r>
                <a:rPr b="0" i="0" lang="en-US" sz="1500" u="none" cap="none" strike="noStrike">
                  <a:solidFill>
                    <a:schemeClr val="lt1"/>
                  </a:solidFill>
                  <a:latin typeface="Century Gothic"/>
                  <a:ea typeface="Century Gothic"/>
                  <a:cs typeface="Century Gothic"/>
                  <a:sym typeface="Century Gothic"/>
                </a:rPr>
                <a:t>If delivered confirm to related Manger</a:t>
              </a:r>
              <a:endParaRPr b="0" i="0" sz="1400" u="none" cap="none" strike="noStrike">
                <a:solidFill>
                  <a:srgbClr val="000000"/>
                </a:solidFill>
                <a:latin typeface="Arial"/>
                <a:ea typeface="Arial"/>
                <a:cs typeface="Arial"/>
                <a:sym typeface="Arial"/>
              </a:endParaRPr>
            </a:p>
          </p:txBody>
        </p:sp>
        <p:sp>
          <p:nvSpPr>
            <p:cNvPr id="686" name="Google Shape;686;p22"/>
            <p:cNvSpPr/>
            <p:nvPr/>
          </p:nvSpPr>
          <p:spPr>
            <a:xfrm>
              <a:off x="1965741" y="47426"/>
              <a:ext cx="2177653" cy="871061"/>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7" name="Google Shape;687;p22"/>
            <p:cNvSpPr txBox="1"/>
            <p:nvPr/>
          </p:nvSpPr>
          <p:spPr>
            <a:xfrm>
              <a:off x="2401272" y="47426"/>
              <a:ext cx="1306592" cy="871061"/>
            </a:xfrm>
            <a:prstGeom prst="rect">
              <a:avLst/>
            </a:prstGeom>
            <a:noFill/>
            <a:ln>
              <a:noFill/>
            </a:ln>
          </p:spPr>
          <p:txBody>
            <a:bodyPr anchorCtr="0" anchor="ctr" bIns="20000" lIns="60000" spcFirstLastPara="1" rIns="20000" wrap="square" tIns="20000">
              <a:noAutofit/>
            </a:bodyPr>
            <a:lstStyle/>
            <a:p>
              <a:pPr indent="0" lvl="0" marL="0" marR="0" rtl="0" algn="ctr">
                <a:lnSpc>
                  <a:spcPct val="90000"/>
                </a:lnSpc>
                <a:spcBef>
                  <a:spcPts val="0"/>
                </a:spcBef>
                <a:spcAft>
                  <a:spcPts val="0"/>
                </a:spcAft>
                <a:buClr>
                  <a:schemeClr val="lt1"/>
                </a:buClr>
                <a:buSzPts val="1500"/>
                <a:buFont typeface="Century Gothic"/>
                <a:buNone/>
              </a:pPr>
              <a:r>
                <a:rPr b="0" i="0" lang="en-US" sz="1500" u="none" cap="none" strike="noStrike">
                  <a:solidFill>
                    <a:schemeClr val="lt1"/>
                  </a:solidFill>
                  <a:latin typeface="Century Gothic"/>
                  <a:ea typeface="Century Gothic"/>
                  <a:cs typeface="Century Gothic"/>
                  <a:sym typeface="Century Gothic"/>
                </a:rPr>
                <a:t>Stock Tally </a:t>
              </a:r>
              <a:endParaRPr b="0" i="0" sz="1400" u="none" cap="none" strike="noStrike">
                <a:solidFill>
                  <a:srgbClr val="000000"/>
                </a:solidFill>
                <a:latin typeface="Arial"/>
                <a:ea typeface="Arial"/>
                <a:cs typeface="Arial"/>
                <a:sym typeface="Arial"/>
              </a:endParaRPr>
            </a:p>
          </p:txBody>
        </p:sp>
        <p:sp>
          <p:nvSpPr>
            <p:cNvPr id="688" name="Google Shape;688;p22"/>
            <p:cNvSpPr/>
            <p:nvPr/>
          </p:nvSpPr>
          <p:spPr>
            <a:xfrm>
              <a:off x="3925629" y="47426"/>
              <a:ext cx="2177653" cy="871061"/>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9" name="Google Shape;689;p22"/>
            <p:cNvSpPr txBox="1"/>
            <p:nvPr/>
          </p:nvSpPr>
          <p:spPr>
            <a:xfrm>
              <a:off x="4361160" y="47426"/>
              <a:ext cx="1306592" cy="871061"/>
            </a:xfrm>
            <a:prstGeom prst="rect">
              <a:avLst/>
            </a:prstGeom>
            <a:noFill/>
            <a:ln>
              <a:noFill/>
            </a:ln>
          </p:spPr>
          <p:txBody>
            <a:bodyPr anchorCtr="0" anchor="ctr" bIns="20000" lIns="60000" spcFirstLastPara="1" rIns="20000" wrap="square" tIns="20000">
              <a:noAutofit/>
            </a:bodyPr>
            <a:lstStyle/>
            <a:p>
              <a:pPr indent="0" lvl="0" marL="0" marR="0" rtl="0" algn="ctr">
                <a:lnSpc>
                  <a:spcPct val="90000"/>
                </a:lnSpc>
                <a:spcBef>
                  <a:spcPts val="0"/>
                </a:spcBef>
                <a:spcAft>
                  <a:spcPts val="0"/>
                </a:spcAft>
                <a:buClr>
                  <a:schemeClr val="lt1"/>
                </a:buClr>
                <a:buSzPts val="1500"/>
                <a:buFont typeface="Century Gothic"/>
                <a:buNone/>
              </a:pPr>
              <a:r>
                <a:t/>
              </a:r>
              <a:endParaRPr b="0" i="0" sz="1500" u="none" cap="none" strike="noStrike">
                <a:solidFill>
                  <a:schemeClr val="lt1"/>
                </a:solidFill>
                <a:latin typeface="Century Gothic"/>
                <a:ea typeface="Century Gothic"/>
                <a:cs typeface="Century Gothic"/>
                <a:sym typeface="Century Gothic"/>
              </a:endParaRPr>
            </a:p>
          </p:txBody>
        </p:sp>
        <p:sp>
          <p:nvSpPr>
            <p:cNvPr id="690" name="Google Shape;690;p22"/>
            <p:cNvSpPr/>
            <p:nvPr/>
          </p:nvSpPr>
          <p:spPr>
            <a:xfrm>
              <a:off x="5945402" y="17488"/>
              <a:ext cx="2177653" cy="871061"/>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1" name="Google Shape;691;p22"/>
            <p:cNvSpPr txBox="1"/>
            <p:nvPr/>
          </p:nvSpPr>
          <p:spPr>
            <a:xfrm>
              <a:off x="6380933" y="17488"/>
              <a:ext cx="1306592" cy="871061"/>
            </a:xfrm>
            <a:prstGeom prst="rect">
              <a:avLst/>
            </a:prstGeom>
            <a:noFill/>
            <a:ln>
              <a:noFill/>
            </a:ln>
          </p:spPr>
          <p:txBody>
            <a:bodyPr anchorCtr="0" anchor="ctr" bIns="20000" lIns="60000" spcFirstLastPara="1" rIns="20000" wrap="square" tIns="20000">
              <a:noAutofit/>
            </a:bodyPr>
            <a:lstStyle/>
            <a:p>
              <a:pPr indent="0" lvl="0" marL="0" marR="0" rtl="0" algn="ctr">
                <a:lnSpc>
                  <a:spcPct val="90000"/>
                </a:lnSpc>
                <a:spcBef>
                  <a:spcPts val="0"/>
                </a:spcBef>
                <a:spcAft>
                  <a:spcPts val="0"/>
                </a:spcAft>
                <a:buClr>
                  <a:schemeClr val="lt1"/>
                </a:buClr>
                <a:buSzPts val="1500"/>
                <a:buFont typeface="Century Gothic"/>
                <a:buNone/>
              </a:pPr>
              <a:r>
                <a:t/>
              </a:r>
              <a:endParaRPr b="0" i="0" sz="1500" u="none" cap="none" strike="noStrike">
                <a:solidFill>
                  <a:schemeClr val="lt1"/>
                </a:solidFill>
                <a:latin typeface="Century Gothic"/>
                <a:ea typeface="Century Gothic"/>
                <a:cs typeface="Century Gothic"/>
                <a:sym typeface="Century Gothic"/>
              </a:endParaRPr>
            </a:p>
          </p:txBody>
        </p:sp>
        <p:sp>
          <p:nvSpPr>
            <p:cNvPr id="692" name="Google Shape;692;p22"/>
            <p:cNvSpPr/>
            <p:nvPr/>
          </p:nvSpPr>
          <p:spPr>
            <a:xfrm>
              <a:off x="7845405" y="47426"/>
              <a:ext cx="2177653" cy="871061"/>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3" name="Google Shape;693;p22"/>
            <p:cNvSpPr txBox="1"/>
            <p:nvPr/>
          </p:nvSpPr>
          <p:spPr>
            <a:xfrm>
              <a:off x="8280936" y="47426"/>
              <a:ext cx="1306592" cy="871061"/>
            </a:xfrm>
            <a:prstGeom prst="rect">
              <a:avLst/>
            </a:prstGeom>
            <a:noFill/>
            <a:ln>
              <a:noFill/>
            </a:ln>
          </p:spPr>
          <p:txBody>
            <a:bodyPr anchorCtr="0" anchor="ctr" bIns="20000" lIns="60000" spcFirstLastPara="1" rIns="20000" wrap="square" tIns="20000">
              <a:noAutofit/>
            </a:bodyPr>
            <a:lstStyle/>
            <a:p>
              <a:pPr indent="0" lvl="0" marL="0" marR="0" rtl="0" algn="ctr">
                <a:lnSpc>
                  <a:spcPct val="90000"/>
                </a:lnSpc>
                <a:spcBef>
                  <a:spcPts val="0"/>
                </a:spcBef>
                <a:spcAft>
                  <a:spcPts val="0"/>
                </a:spcAft>
                <a:buClr>
                  <a:schemeClr val="lt1"/>
                </a:buClr>
                <a:buSzPts val="1500"/>
                <a:buFont typeface="Century Gothic"/>
                <a:buNone/>
              </a:pPr>
              <a:r>
                <a:t/>
              </a:r>
              <a:endParaRPr b="0" i="0" sz="1500" u="none" cap="none" strike="noStrike">
                <a:solidFill>
                  <a:schemeClr val="lt1"/>
                </a:solidFill>
                <a:latin typeface="Century Gothic"/>
                <a:ea typeface="Century Gothic"/>
                <a:cs typeface="Century Gothic"/>
                <a:sym typeface="Century Gothic"/>
              </a:endParaRPr>
            </a:p>
          </p:txBody>
        </p:sp>
        <p:sp>
          <p:nvSpPr>
            <p:cNvPr id="694" name="Google Shape;694;p22"/>
            <p:cNvSpPr/>
            <p:nvPr/>
          </p:nvSpPr>
          <p:spPr>
            <a:xfrm>
              <a:off x="9805292" y="8786"/>
              <a:ext cx="2177653" cy="871061"/>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5" name="Google Shape;695;p22"/>
            <p:cNvSpPr txBox="1"/>
            <p:nvPr/>
          </p:nvSpPr>
          <p:spPr>
            <a:xfrm>
              <a:off x="10240823" y="8786"/>
              <a:ext cx="1306592" cy="871061"/>
            </a:xfrm>
            <a:prstGeom prst="rect">
              <a:avLst/>
            </a:prstGeom>
            <a:noFill/>
            <a:ln>
              <a:noFill/>
            </a:ln>
          </p:spPr>
          <p:txBody>
            <a:bodyPr anchorCtr="0" anchor="ctr" bIns="20000" lIns="60000" spcFirstLastPara="1" rIns="20000" wrap="square" tIns="20000">
              <a:noAutofit/>
            </a:bodyPr>
            <a:lstStyle/>
            <a:p>
              <a:pPr indent="0" lvl="0" marL="0" marR="0" rtl="0" algn="ctr">
                <a:lnSpc>
                  <a:spcPct val="90000"/>
                </a:lnSpc>
                <a:spcBef>
                  <a:spcPts val="0"/>
                </a:spcBef>
                <a:spcAft>
                  <a:spcPts val="0"/>
                </a:spcAft>
                <a:buClr>
                  <a:schemeClr val="lt1"/>
                </a:buClr>
                <a:buSzPts val="1500"/>
                <a:buFont typeface="Century Gothic"/>
                <a:buNone/>
              </a:pPr>
              <a:r>
                <a:t/>
              </a:r>
              <a:endParaRPr b="0" i="0" sz="1500" u="none" cap="none" strike="noStrike">
                <a:solidFill>
                  <a:schemeClr val="lt1"/>
                </a:solidFill>
                <a:latin typeface="Century Gothic"/>
                <a:ea typeface="Century Gothic"/>
                <a:cs typeface="Century Gothic"/>
                <a:sym typeface="Century Gothic"/>
              </a:endParaRPr>
            </a:p>
          </p:txBody>
        </p:sp>
      </p:grpSp>
      <p:grpSp>
        <p:nvGrpSpPr>
          <p:cNvPr id="696" name="Google Shape;696;p22"/>
          <p:cNvGrpSpPr/>
          <p:nvPr/>
        </p:nvGrpSpPr>
        <p:grpSpPr>
          <a:xfrm>
            <a:off x="5853" y="5780668"/>
            <a:ext cx="11977092" cy="909701"/>
            <a:chOff x="5853" y="8786"/>
            <a:chExt cx="11977092" cy="909701"/>
          </a:xfrm>
        </p:grpSpPr>
        <p:sp>
          <p:nvSpPr>
            <p:cNvPr id="697" name="Google Shape;697;p22"/>
            <p:cNvSpPr/>
            <p:nvPr/>
          </p:nvSpPr>
          <p:spPr>
            <a:xfrm>
              <a:off x="5853" y="47426"/>
              <a:ext cx="2177653" cy="871061"/>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8" name="Google Shape;698;p22"/>
            <p:cNvSpPr txBox="1"/>
            <p:nvPr/>
          </p:nvSpPr>
          <p:spPr>
            <a:xfrm>
              <a:off x="441384" y="47426"/>
              <a:ext cx="1306592" cy="871061"/>
            </a:xfrm>
            <a:prstGeom prst="rect">
              <a:avLst/>
            </a:prstGeom>
            <a:noFill/>
            <a:ln>
              <a:noFill/>
            </a:ln>
          </p:spPr>
          <p:txBody>
            <a:bodyPr anchorCtr="0" anchor="ctr" bIns="26650" lIns="80000" spcFirstLastPara="1" rIns="26650" wrap="square" tIns="26650">
              <a:noAutofit/>
            </a:bodyPr>
            <a:lstStyle/>
            <a:p>
              <a:pPr indent="0" lvl="0" marL="0" marR="0" rtl="0" algn="ctr">
                <a:lnSpc>
                  <a:spcPct val="90000"/>
                </a:lnSpc>
                <a:spcBef>
                  <a:spcPts val="0"/>
                </a:spcBef>
                <a:spcAft>
                  <a:spcPts val="0"/>
                </a:spcAft>
                <a:buClr>
                  <a:schemeClr val="lt1"/>
                </a:buClr>
                <a:buSzPts val="2000"/>
                <a:buFont typeface="Century Gothic"/>
                <a:buNone/>
              </a:pPr>
              <a:r>
                <a:rPr b="0" i="0" lang="en-US" sz="2000" u="none" cap="none" strike="noStrike">
                  <a:solidFill>
                    <a:schemeClr val="lt1"/>
                  </a:solidFill>
                  <a:latin typeface="Century Gothic"/>
                  <a:ea typeface="Century Gothic"/>
                  <a:cs typeface="Century Gothic"/>
                  <a:sym typeface="Century Gothic"/>
                </a:rPr>
                <a:t>Damage Goods</a:t>
              </a:r>
              <a:endParaRPr b="0" i="0" sz="1400" u="none" cap="none" strike="noStrike">
                <a:solidFill>
                  <a:srgbClr val="000000"/>
                </a:solidFill>
                <a:latin typeface="Arial"/>
                <a:ea typeface="Arial"/>
                <a:cs typeface="Arial"/>
                <a:sym typeface="Arial"/>
              </a:endParaRPr>
            </a:p>
          </p:txBody>
        </p:sp>
        <p:sp>
          <p:nvSpPr>
            <p:cNvPr id="699" name="Google Shape;699;p22"/>
            <p:cNvSpPr/>
            <p:nvPr/>
          </p:nvSpPr>
          <p:spPr>
            <a:xfrm>
              <a:off x="1965741" y="47426"/>
              <a:ext cx="2177653" cy="871061"/>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0" name="Google Shape;700;p22"/>
            <p:cNvSpPr txBox="1"/>
            <p:nvPr/>
          </p:nvSpPr>
          <p:spPr>
            <a:xfrm>
              <a:off x="2401272" y="47426"/>
              <a:ext cx="1306592" cy="871061"/>
            </a:xfrm>
            <a:prstGeom prst="rect">
              <a:avLst/>
            </a:prstGeom>
            <a:noFill/>
            <a:ln>
              <a:noFill/>
            </a:ln>
          </p:spPr>
          <p:txBody>
            <a:bodyPr anchorCtr="0" anchor="ctr" bIns="26650" lIns="80000" spcFirstLastPara="1" rIns="26650" wrap="square" tIns="26650">
              <a:noAutofit/>
            </a:bodyPr>
            <a:lstStyle/>
            <a:p>
              <a:pPr indent="0" lvl="0" marL="0" marR="0" rtl="0" algn="ctr">
                <a:lnSpc>
                  <a:spcPct val="90000"/>
                </a:lnSpc>
                <a:spcBef>
                  <a:spcPts val="0"/>
                </a:spcBef>
                <a:spcAft>
                  <a:spcPts val="0"/>
                </a:spcAft>
                <a:buClr>
                  <a:schemeClr val="lt1"/>
                </a:buClr>
                <a:buSzPts val="2000"/>
                <a:buFont typeface="Century Gothic"/>
                <a:buNone/>
              </a:pPr>
              <a:r>
                <a:rPr b="0" i="0" lang="en-US" sz="2000" u="none" cap="none" strike="noStrike">
                  <a:solidFill>
                    <a:schemeClr val="lt1"/>
                  </a:solidFill>
                  <a:latin typeface="Century Gothic"/>
                  <a:ea typeface="Century Gothic"/>
                  <a:cs typeface="Century Gothic"/>
                  <a:sym typeface="Century Gothic"/>
                </a:rPr>
                <a:t>Report to EA+Sunil</a:t>
              </a:r>
              <a:endParaRPr b="0" i="0" sz="2000" u="none" cap="none" strike="noStrike">
                <a:solidFill>
                  <a:schemeClr val="lt1"/>
                </a:solidFill>
                <a:latin typeface="Century Gothic"/>
                <a:ea typeface="Century Gothic"/>
                <a:cs typeface="Century Gothic"/>
                <a:sym typeface="Century Gothic"/>
              </a:endParaRPr>
            </a:p>
          </p:txBody>
        </p:sp>
        <p:sp>
          <p:nvSpPr>
            <p:cNvPr id="701" name="Google Shape;701;p22"/>
            <p:cNvSpPr/>
            <p:nvPr/>
          </p:nvSpPr>
          <p:spPr>
            <a:xfrm>
              <a:off x="3925629" y="47426"/>
              <a:ext cx="2177653" cy="871061"/>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2" name="Google Shape;702;p22"/>
            <p:cNvSpPr txBox="1"/>
            <p:nvPr/>
          </p:nvSpPr>
          <p:spPr>
            <a:xfrm>
              <a:off x="4361160" y="47426"/>
              <a:ext cx="1306592" cy="871061"/>
            </a:xfrm>
            <a:prstGeom prst="rect">
              <a:avLst/>
            </a:prstGeom>
            <a:noFill/>
            <a:ln>
              <a:noFill/>
            </a:ln>
          </p:spPr>
          <p:txBody>
            <a:bodyPr anchorCtr="0" anchor="ctr" bIns="26650" lIns="80000" spcFirstLastPara="1" rIns="26650" wrap="square" tIns="26650">
              <a:noAutofit/>
            </a:bodyPr>
            <a:lstStyle/>
            <a:p>
              <a:pPr indent="0" lvl="0" marL="0" marR="0" rtl="0" algn="ctr">
                <a:lnSpc>
                  <a:spcPct val="90000"/>
                </a:lnSpc>
                <a:spcBef>
                  <a:spcPts val="0"/>
                </a:spcBef>
                <a:spcAft>
                  <a:spcPts val="0"/>
                </a:spcAft>
                <a:buClr>
                  <a:schemeClr val="lt1"/>
                </a:buClr>
                <a:buSzPts val="2000"/>
                <a:buFont typeface="Century Gothic"/>
                <a:buNone/>
              </a:pPr>
              <a:r>
                <a:rPr b="0" i="0" lang="en-US" sz="2000" u="none" cap="none" strike="noStrike">
                  <a:solidFill>
                    <a:schemeClr val="lt1"/>
                  </a:solidFill>
                  <a:latin typeface="Century Gothic"/>
                  <a:ea typeface="Century Gothic"/>
                  <a:cs typeface="Century Gothic"/>
                  <a:sym typeface="Century Gothic"/>
                </a:rPr>
                <a:t>Rectify the product</a:t>
              </a:r>
              <a:endParaRPr b="0" i="0" sz="1400" u="none" cap="none" strike="noStrike">
                <a:solidFill>
                  <a:srgbClr val="000000"/>
                </a:solidFill>
                <a:latin typeface="Arial"/>
                <a:ea typeface="Arial"/>
                <a:cs typeface="Arial"/>
                <a:sym typeface="Arial"/>
              </a:endParaRPr>
            </a:p>
          </p:txBody>
        </p:sp>
        <p:sp>
          <p:nvSpPr>
            <p:cNvPr id="703" name="Google Shape;703;p22"/>
            <p:cNvSpPr/>
            <p:nvPr/>
          </p:nvSpPr>
          <p:spPr>
            <a:xfrm>
              <a:off x="5945402" y="17488"/>
              <a:ext cx="2177653" cy="871061"/>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4" name="Google Shape;704;p22"/>
            <p:cNvSpPr txBox="1"/>
            <p:nvPr/>
          </p:nvSpPr>
          <p:spPr>
            <a:xfrm>
              <a:off x="6380933" y="17488"/>
              <a:ext cx="1306592" cy="871061"/>
            </a:xfrm>
            <a:prstGeom prst="rect">
              <a:avLst/>
            </a:prstGeom>
            <a:noFill/>
            <a:ln>
              <a:noFill/>
            </a:ln>
          </p:spPr>
          <p:txBody>
            <a:bodyPr anchorCtr="0" anchor="ctr" bIns="26650" lIns="80000" spcFirstLastPara="1" rIns="26650" wrap="square" tIns="26650">
              <a:noAutofit/>
            </a:bodyPr>
            <a:lstStyle/>
            <a:p>
              <a:pPr indent="0" lvl="0" marL="0" marR="0" rtl="0" algn="ctr">
                <a:lnSpc>
                  <a:spcPct val="90000"/>
                </a:lnSpc>
                <a:spcBef>
                  <a:spcPts val="0"/>
                </a:spcBef>
                <a:spcAft>
                  <a:spcPts val="0"/>
                </a:spcAft>
                <a:buClr>
                  <a:schemeClr val="lt1"/>
                </a:buClr>
                <a:buSzPts val="2000"/>
                <a:buFont typeface="Century Gothic"/>
                <a:buNone/>
              </a:pPr>
              <a:r>
                <a:t/>
              </a:r>
              <a:endParaRPr b="0" i="0" sz="2000" u="none" cap="none" strike="noStrike">
                <a:solidFill>
                  <a:schemeClr val="lt1"/>
                </a:solidFill>
                <a:latin typeface="Century Gothic"/>
                <a:ea typeface="Century Gothic"/>
                <a:cs typeface="Century Gothic"/>
                <a:sym typeface="Century Gothic"/>
              </a:endParaRPr>
            </a:p>
          </p:txBody>
        </p:sp>
        <p:sp>
          <p:nvSpPr>
            <p:cNvPr id="705" name="Google Shape;705;p22"/>
            <p:cNvSpPr/>
            <p:nvPr/>
          </p:nvSpPr>
          <p:spPr>
            <a:xfrm>
              <a:off x="7845405" y="47426"/>
              <a:ext cx="2177653" cy="871061"/>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6" name="Google Shape;706;p22"/>
            <p:cNvSpPr txBox="1"/>
            <p:nvPr/>
          </p:nvSpPr>
          <p:spPr>
            <a:xfrm>
              <a:off x="8280936" y="47426"/>
              <a:ext cx="1306592" cy="871061"/>
            </a:xfrm>
            <a:prstGeom prst="rect">
              <a:avLst/>
            </a:prstGeom>
            <a:noFill/>
            <a:ln>
              <a:noFill/>
            </a:ln>
          </p:spPr>
          <p:txBody>
            <a:bodyPr anchorCtr="0" anchor="ctr" bIns="26650" lIns="80000" spcFirstLastPara="1" rIns="26650" wrap="square" tIns="26650">
              <a:noAutofit/>
            </a:bodyPr>
            <a:lstStyle/>
            <a:p>
              <a:pPr indent="0" lvl="0" marL="0" marR="0" rtl="0" algn="ctr">
                <a:lnSpc>
                  <a:spcPct val="90000"/>
                </a:lnSpc>
                <a:spcBef>
                  <a:spcPts val="0"/>
                </a:spcBef>
                <a:spcAft>
                  <a:spcPts val="0"/>
                </a:spcAft>
                <a:buClr>
                  <a:schemeClr val="lt1"/>
                </a:buClr>
                <a:buSzPts val="2000"/>
                <a:buFont typeface="Century Gothic"/>
                <a:buNone/>
              </a:pPr>
              <a:r>
                <a:t/>
              </a:r>
              <a:endParaRPr b="0" i="0" sz="2000" u="none" cap="none" strike="noStrike">
                <a:solidFill>
                  <a:schemeClr val="lt1"/>
                </a:solidFill>
                <a:latin typeface="Century Gothic"/>
                <a:ea typeface="Century Gothic"/>
                <a:cs typeface="Century Gothic"/>
                <a:sym typeface="Century Gothic"/>
              </a:endParaRPr>
            </a:p>
          </p:txBody>
        </p:sp>
        <p:sp>
          <p:nvSpPr>
            <p:cNvPr id="707" name="Google Shape;707;p22"/>
            <p:cNvSpPr/>
            <p:nvPr/>
          </p:nvSpPr>
          <p:spPr>
            <a:xfrm>
              <a:off x="9805292" y="8786"/>
              <a:ext cx="2177653" cy="871061"/>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8" name="Google Shape;708;p22"/>
            <p:cNvSpPr txBox="1"/>
            <p:nvPr/>
          </p:nvSpPr>
          <p:spPr>
            <a:xfrm>
              <a:off x="10240823" y="8786"/>
              <a:ext cx="1306592" cy="871061"/>
            </a:xfrm>
            <a:prstGeom prst="rect">
              <a:avLst/>
            </a:prstGeom>
            <a:noFill/>
            <a:ln>
              <a:noFill/>
            </a:ln>
          </p:spPr>
          <p:txBody>
            <a:bodyPr anchorCtr="0" anchor="ctr" bIns="26650" lIns="80000" spcFirstLastPara="1" rIns="26650" wrap="square" tIns="26650">
              <a:noAutofit/>
            </a:bodyPr>
            <a:lstStyle/>
            <a:p>
              <a:pPr indent="0" lvl="0" marL="0" marR="0" rtl="0" algn="ctr">
                <a:lnSpc>
                  <a:spcPct val="90000"/>
                </a:lnSpc>
                <a:spcBef>
                  <a:spcPts val="0"/>
                </a:spcBef>
                <a:spcAft>
                  <a:spcPts val="0"/>
                </a:spcAft>
                <a:buClr>
                  <a:schemeClr val="lt1"/>
                </a:buClr>
                <a:buSzPts val="2000"/>
                <a:buFont typeface="Century Gothic"/>
                <a:buNone/>
              </a:pPr>
              <a:r>
                <a:t/>
              </a:r>
              <a:endParaRPr b="0" i="0" sz="2000" u="none" cap="none" strike="noStrike">
                <a:solidFill>
                  <a:schemeClr val="lt1"/>
                </a:solidFill>
                <a:latin typeface="Century Gothic"/>
                <a:ea typeface="Century Gothic"/>
                <a:cs typeface="Century Gothic"/>
                <a:sym typeface="Century Gothic"/>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2" name="Shape 712"/>
        <p:cNvGrpSpPr/>
        <p:nvPr/>
      </p:nvGrpSpPr>
      <p:grpSpPr>
        <a:xfrm>
          <a:off x="0" y="0"/>
          <a:ext cx="0" cy="0"/>
          <a:chOff x="0" y="0"/>
          <a:chExt cx="0" cy="0"/>
        </a:xfrm>
      </p:grpSpPr>
      <p:grpSp>
        <p:nvGrpSpPr>
          <p:cNvPr id="713" name="Google Shape;713;p23"/>
          <p:cNvGrpSpPr/>
          <p:nvPr/>
        </p:nvGrpSpPr>
        <p:grpSpPr>
          <a:xfrm>
            <a:off x="209053" y="1294530"/>
            <a:ext cx="11977092" cy="918488"/>
            <a:chOff x="5853" y="47426"/>
            <a:chExt cx="11977092" cy="918488"/>
          </a:xfrm>
        </p:grpSpPr>
        <p:sp>
          <p:nvSpPr>
            <p:cNvPr id="714" name="Google Shape;714;p23"/>
            <p:cNvSpPr/>
            <p:nvPr/>
          </p:nvSpPr>
          <p:spPr>
            <a:xfrm>
              <a:off x="5853" y="94853"/>
              <a:ext cx="2177653" cy="871061"/>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5" name="Google Shape;715;p23"/>
            <p:cNvSpPr txBox="1"/>
            <p:nvPr/>
          </p:nvSpPr>
          <p:spPr>
            <a:xfrm>
              <a:off x="441384" y="94853"/>
              <a:ext cx="1306592" cy="871061"/>
            </a:xfrm>
            <a:prstGeom prst="rect">
              <a:avLst/>
            </a:prstGeom>
            <a:noFill/>
            <a:ln>
              <a:noFill/>
            </a:ln>
          </p:spPr>
          <p:txBody>
            <a:bodyPr anchorCtr="0" anchor="ctr" bIns="28000" lIns="84000" spcFirstLastPara="1" rIns="28000" wrap="square" tIns="28000">
              <a:noAutofit/>
            </a:bodyPr>
            <a:lstStyle/>
            <a:p>
              <a:pPr indent="0" lvl="0" marL="0" marR="0" rtl="0" algn="ctr">
                <a:lnSpc>
                  <a:spcPct val="90000"/>
                </a:lnSpc>
                <a:spcBef>
                  <a:spcPts val="0"/>
                </a:spcBef>
                <a:spcAft>
                  <a:spcPts val="0"/>
                </a:spcAft>
                <a:buClr>
                  <a:schemeClr val="lt1"/>
                </a:buClr>
                <a:buSzPts val="2100"/>
                <a:buFont typeface="Century Gothic"/>
                <a:buNone/>
              </a:pPr>
              <a:r>
                <a:rPr b="0" i="0" lang="en-US" sz="2100" u="none" cap="none" strike="noStrike">
                  <a:solidFill>
                    <a:schemeClr val="lt1"/>
                  </a:solidFill>
                  <a:latin typeface="Century Gothic"/>
                  <a:ea typeface="Century Gothic"/>
                  <a:cs typeface="Century Gothic"/>
                  <a:sym typeface="Century Gothic"/>
                </a:rPr>
                <a:t>Daily Work</a:t>
              </a:r>
              <a:endParaRPr b="0" i="0" sz="1400" u="none" cap="none" strike="noStrike">
                <a:solidFill>
                  <a:srgbClr val="000000"/>
                </a:solidFill>
                <a:latin typeface="Arial"/>
                <a:ea typeface="Arial"/>
                <a:cs typeface="Arial"/>
                <a:sym typeface="Arial"/>
              </a:endParaRPr>
            </a:p>
          </p:txBody>
        </p:sp>
        <p:sp>
          <p:nvSpPr>
            <p:cNvPr id="716" name="Google Shape;716;p23"/>
            <p:cNvSpPr/>
            <p:nvPr/>
          </p:nvSpPr>
          <p:spPr>
            <a:xfrm>
              <a:off x="1965741" y="47426"/>
              <a:ext cx="2177653" cy="871061"/>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7" name="Google Shape;717;p23"/>
            <p:cNvSpPr txBox="1"/>
            <p:nvPr/>
          </p:nvSpPr>
          <p:spPr>
            <a:xfrm>
              <a:off x="2401272" y="47426"/>
              <a:ext cx="1306592" cy="871061"/>
            </a:xfrm>
            <a:prstGeom prst="rect">
              <a:avLst/>
            </a:prstGeom>
            <a:noFill/>
            <a:ln>
              <a:noFill/>
            </a:ln>
          </p:spPr>
          <p:txBody>
            <a:bodyPr anchorCtr="0" anchor="ctr" bIns="28000" lIns="84000" spcFirstLastPara="1" rIns="28000" wrap="square" tIns="28000">
              <a:noAutofit/>
            </a:bodyPr>
            <a:lstStyle/>
            <a:p>
              <a:pPr indent="0" lvl="0" marL="0" marR="0" rtl="0" algn="ctr">
                <a:lnSpc>
                  <a:spcPct val="90000"/>
                </a:lnSpc>
                <a:spcBef>
                  <a:spcPts val="0"/>
                </a:spcBef>
                <a:spcAft>
                  <a:spcPts val="0"/>
                </a:spcAft>
                <a:buClr>
                  <a:schemeClr val="lt1"/>
                </a:buClr>
                <a:buSzPts val="2100"/>
                <a:buFont typeface="Century Gothic"/>
                <a:buNone/>
              </a:pPr>
              <a:r>
                <a:rPr b="0" i="0" lang="en-US" sz="2100" u="none" cap="none" strike="noStrike">
                  <a:solidFill>
                    <a:schemeClr val="lt1"/>
                  </a:solidFill>
                  <a:latin typeface="Century Gothic"/>
                  <a:ea typeface="Century Gothic"/>
                  <a:cs typeface="Century Gothic"/>
                  <a:sym typeface="Century Gothic"/>
                </a:rPr>
                <a:t>Invoice + payment </a:t>
              </a:r>
              <a:endParaRPr b="0" i="0" sz="1400" u="none" cap="none" strike="noStrike">
                <a:solidFill>
                  <a:srgbClr val="000000"/>
                </a:solidFill>
                <a:latin typeface="Arial"/>
                <a:ea typeface="Arial"/>
                <a:cs typeface="Arial"/>
                <a:sym typeface="Arial"/>
              </a:endParaRPr>
            </a:p>
          </p:txBody>
        </p:sp>
        <p:sp>
          <p:nvSpPr>
            <p:cNvPr id="718" name="Google Shape;718;p23"/>
            <p:cNvSpPr/>
            <p:nvPr/>
          </p:nvSpPr>
          <p:spPr>
            <a:xfrm>
              <a:off x="3925629" y="47426"/>
              <a:ext cx="2177653" cy="871061"/>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9" name="Google Shape;719;p23"/>
            <p:cNvSpPr txBox="1"/>
            <p:nvPr/>
          </p:nvSpPr>
          <p:spPr>
            <a:xfrm>
              <a:off x="4361160" y="47426"/>
              <a:ext cx="1306592" cy="871061"/>
            </a:xfrm>
            <a:prstGeom prst="rect">
              <a:avLst/>
            </a:prstGeom>
            <a:noFill/>
            <a:ln>
              <a:noFill/>
            </a:ln>
          </p:spPr>
          <p:txBody>
            <a:bodyPr anchorCtr="0" anchor="ctr" bIns="28000" lIns="84000" spcFirstLastPara="1" rIns="28000" wrap="square" tIns="28000">
              <a:noAutofit/>
            </a:bodyPr>
            <a:lstStyle/>
            <a:p>
              <a:pPr indent="0" lvl="0" marL="0" marR="0" rtl="0" algn="ctr">
                <a:lnSpc>
                  <a:spcPct val="90000"/>
                </a:lnSpc>
                <a:spcBef>
                  <a:spcPts val="0"/>
                </a:spcBef>
                <a:spcAft>
                  <a:spcPts val="0"/>
                </a:spcAft>
                <a:buClr>
                  <a:schemeClr val="lt1"/>
                </a:buClr>
                <a:buSzPts val="2100"/>
                <a:buFont typeface="Century Gothic"/>
                <a:buNone/>
              </a:pPr>
              <a:r>
                <a:rPr b="0" i="0" lang="en-US" sz="2100" u="none" cap="none" strike="noStrike">
                  <a:solidFill>
                    <a:schemeClr val="lt1"/>
                  </a:solidFill>
                  <a:latin typeface="Century Gothic"/>
                  <a:ea typeface="Century Gothic"/>
                  <a:cs typeface="Century Gothic"/>
                  <a:sym typeface="Century Gothic"/>
                </a:rPr>
                <a:t>Ledger Telly</a:t>
              </a:r>
              <a:endParaRPr b="0" i="0" sz="2100" u="none" cap="none" strike="noStrike">
                <a:solidFill>
                  <a:schemeClr val="lt1"/>
                </a:solidFill>
                <a:latin typeface="Century Gothic"/>
                <a:ea typeface="Century Gothic"/>
                <a:cs typeface="Century Gothic"/>
                <a:sym typeface="Century Gothic"/>
              </a:endParaRPr>
            </a:p>
          </p:txBody>
        </p:sp>
        <p:sp>
          <p:nvSpPr>
            <p:cNvPr id="720" name="Google Shape;720;p23"/>
            <p:cNvSpPr/>
            <p:nvPr/>
          </p:nvSpPr>
          <p:spPr>
            <a:xfrm>
              <a:off x="5885517" y="47426"/>
              <a:ext cx="2177653" cy="871061"/>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1" name="Google Shape;721;p23"/>
            <p:cNvSpPr txBox="1"/>
            <p:nvPr/>
          </p:nvSpPr>
          <p:spPr>
            <a:xfrm>
              <a:off x="6321048" y="47426"/>
              <a:ext cx="1306592" cy="871061"/>
            </a:xfrm>
            <a:prstGeom prst="rect">
              <a:avLst/>
            </a:prstGeom>
            <a:noFill/>
            <a:ln>
              <a:noFill/>
            </a:ln>
          </p:spPr>
          <p:txBody>
            <a:bodyPr anchorCtr="0" anchor="ctr" bIns="28000" lIns="84000" spcFirstLastPara="1" rIns="28000" wrap="square" tIns="28000">
              <a:noAutofit/>
            </a:bodyPr>
            <a:lstStyle/>
            <a:p>
              <a:pPr indent="0" lvl="0" marL="0" marR="0" rtl="0" algn="ctr">
                <a:lnSpc>
                  <a:spcPct val="90000"/>
                </a:lnSpc>
                <a:spcBef>
                  <a:spcPts val="0"/>
                </a:spcBef>
                <a:spcAft>
                  <a:spcPts val="0"/>
                </a:spcAft>
                <a:buClr>
                  <a:schemeClr val="lt1"/>
                </a:buClr>
                <a:buSzPts val="2100"/>
                <a:buFont typeface="Century Gothic"/>
                <a:buNone/>
              </a:pPr>
              <a:r>
                <a:rPr b="0" i="0" lang="en-US" sz="2100" u="none" cap="none" strike="noStrike">
                  <a:solidFill>
                    <a:schemeClr val="lt1"/>
                  </a:solidFill>
                  <a:latin typeface="Century Gothic"/>
                  <a:ea typeface="Century Gothic"/>
                  <a:cs typeface="Century Gothic"/>
                  <a:sym typeface="Century Gothic"/>
                </a:rPr>
                <a:t>Banking </a:t>
              </a:r>
              <a:endParaRPr b="0" i="0" sz="1400" u="none" cap="none" strike="noStrike">
                <a:solidFill>
                  <a:srgbClr val="000000"/>
                </a:solidFill>
                <a:latin typeface="Arial"/>
                <a:ea typeface="Arial"/>
                <a:cs typeface="Arial"/>
                <a:sym typeface="Arial"/>
              </a:endParaRPr>
            </a:p>
          </p:txBody>
        </p:sp>
        <p:sp>
          <p:nvSpPr>
            <p:cNvPr id="722" name="Google Shape;722;p23"/>
            <p:cNvSpPr/>
            <p:nvPr/>
          </p:nvSpPr>
          <p:spPr>
            <a:xfrm>
              <a:off x="7845405" y="47426"/>
              <a:ext cx="2177653" cy="871061"/>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3" name="Google Shape;723;p23"/>
            <p:cNvSpPr txBox="1"/>
            <p:nvPr/>
          </p:nvSpPr>
          <p:spPr>
            <a:xfrm>
              <a:off x="8280936" y="47426"/>
              <a:ext cx="1306592" cy="871061"/>
            </a:xfrm>
            <a:prstGeom prst="rect">
              <a:avLst/>
            </a:prstGeom>
            <a:noFill/>
            <a:ln>
              <a:noFill/>
            </a:ln>
          </p:spPr>
          <p:txBody>
            <a:bodyPr anchorCtr="0" anchor="ctr" bIns="28000" lIns="84000" spcFirstLastPara="1" rIns="28000" wrap="square" tIns="28000">
              <a:noAutofit/>
            </a:bodyPr>
            <a:lstStyle/>
            <a:p>
              <a:pPr indent="0" lvl="0" marL="0" marR="0" rtl="0" algn="ctr">
                <a:lnSpc>
                  <a:spcPct val="90000"/>
                </a:lnSpc>
                <a:spcBef>
                  <a:spcPts val="0"/>
                </a:spcBef>
                <a:spcAft>
                  <a:spcPts val="0"/>
                </a:spcAft>
                <a:buClr>
                  <a:schemeClr val="lt1"/>
                </a:buClr>
                <a:buSzPts val="2100"/>
                <a:buFont typeface="Century Gothic"/>
                <a:buNone/>
              </a:pPr>
              <a:r>
                <a:rPr b="0" i="0" lang="en-US" sz="2100" u="none" cap="none" strike="noStrike">
                  <a:solidFill>
                    <a:schemeClr val="lt1"/>
                  </a:solidFill>
                  <a:latin typeface="Century Gothic"/>
                  <a:ea typeface="Century Gothic"/>
                  <a:cs typeface="Century Gothic"/>
                  <a:sym typeface="Century Gothic"/>
                </a:rPr>
                <a:t>Eway bill </a:t>
              </a:r>
              <a:endParaRPr b="0" i="0" sz="1400" u="none" cap="none" strike="noStrike">
                <a:solidFill>
                  <a:srgbClr val="000000"/>
                </a:solidFill>
                <a:latin typeface="Arial"/>
                <a:ea typeface="Arial"/>
                <a:cs typeface="Arial"/>
                <a:sym typeface="Arial"/>
              </a:endParaRPr>
            </a:p>
          </p:txBody>
        </p:sp>
        <p:sp>
          <p:nvSpPr>
            <p:cNvPr id="724" name="Google Shape;724;p23"/>
            <p:cNvSpPr/>
            <p:nvPr/>
          </p:nvSpPr>
          <p:spPr>
            <a:xfrm>
              <a:off x="9805292" y="47426"/>
              <a:ext cx="2177653" cy="871061"/>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5" name="Google Shape;725;p23"/>
            <p:cNvSpPr txBox="1"/>
            <p:nvPr/>
          </p:nvSpPr>
          <p:spPr>
            <a:xfrm>
              <a:off x="10240823" y="47426"/>
              <a:ext cx="1306592" cy="871061"/>
            </a:xfrm>
            <a:prstGeom prst="rect">
              <a:avLst/>
            </a:prstGeom>
            <a:noFill/>
            <a:ln>
              <a:noFill/>
            </a:ln>
          </p:spPr>
          <p:txBody>
            <a:bodyPr anchorCtr="0" anchor="ctr" bIns="28000" lIns="84000" spcFirstLastPara="1" rIns="28000" wrap="square" tIns="28000">
              <a:noAutofit/>
            </a:bodyPr>
            <a:lstStyle/>
            <a:p>
              <a:pPr indent="0" lvl="0" marL="0" marR="0" rtl="0" algn="ctr">
                <a:lnSpc>
                  <a:spcPct val="90000"/>
                </a:lnSpc>
                <a:spcBef>
                  <a:spcPts val="0"/>
                </a:spcBef>
                <a:spcAft>
                  <a:spcPts val="0"/>
                </a:spcAft>
                <a:buClr>
                  <a:schemeClr val="lt1"/>
                </a:buClr>
                <a:buSzPts val="2100"/>
                <a:buFont typeface="Century Gothic"/>
                <a:buNone/>
              </a:pPr>
              <a:r>
                <a:t/>
              </a:r>
              <a:endParaRPr b="0" i="0" sz="2100" u="none" cap="none" strike="noStrike">
                <a:solidFill>
                  <a:schemeClr val="lt1"/>
                </a:solidFill>
                <a:latin typeface="Century Gothic"/>
                <a:ea typeface="Century Gothic"/>
                <a:cs typeface="Century Gothic"/>
                <a:sym typeface="Century Gothic"/>
              </a:endParaRPr>
            </a:p>
          </p:txBody>
        </p:sp>
      </p:grpSp>
      <p:grpSp>
        <p:nvGrpSpPr>
          <p:cNvPr id="726" name="Google Shape;726;p23"/>
          <p:cNvGrpSpPr/>
          <p:nvPr/>
        </p:nvGrpSpPr>
        <p:grpSpPr>
          <a:xfrm>
            <a:off x="203200" y="2401851"/>
            <a:ext cx="11988800" cy="782539"/>
            <a:chOff x="0" y="75068"/>
            <a:chExt cx="11988800" cy="782539"/>
          </a:xfrm>
        </p:grpSpPr>
        <p:sp>
          <p:nvSpPr>
            <p:cNvPr id="727" name="Google Shape;727;p23"/>
            <p:cNvSpPr/>
            <p:nvPr/>
          </p:nvSpPr>
          <p:spPr>
            <a:xfrm>
              <a:off x="0" y="108307"/>
              <a:ext cx="1873250" cy="749300"/>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8" name="Google Shape;728;p23"/>
            <p:cNvSpPr txBox="1"/>
            <p:nvPr/>
          </p:nvSpPr>
          <p:spPr>
            <a:xfrm>
              <a:off x="374650" y="108307"/>
              <a:ext cx="1123950" cy="749300"/>
            </a:xfrm>
            <a:prstGeom prst="rect">
              <a:avLst/>
            </a:prstGeom>
            <a:noFill/>
            <a:ln>
              <a:noFill/>
            </a:ln>
          </p:spPr>
          <p:txBody>
            <a:bodyPr anchorCtr="0" anchor="ctr" bIns="17325" lIns="52000" spcFirstLastPara="1" rIns="17325" wrap="square" tIns="17325">
              <a:noAutofit/>
            </a:bodyPr>
            <a:lstStyle/>
            <a:p>
              <a:pPr indent="0" lvl="0" marL="0" marR="0" rtl="0" algn="ctr">
                <a:lnSpc>
                  <a:spcPct val="90000"/>
                </a:lnSpc>
                <a:spcBef>
                  <a:spcPts val="0"/>
                </a:spcBef>
                <a:spcAft>
                  <a:spcPts val="0"/>
                </a:spcAft>
                <a:buClr>
                  <a:schemeClr val="lt1"/>
                </a:buClr>
                <a:buSzPts val="1300"/>
                <a:buFont typeface="Century Gothic"/>
                <a:buNone/>
              </a:pPr>
              <a:r>
                <a:rPr b="0" i="0" lang="en-US" sz="1300" u="none" cap="none" strike="noStrike">
                  <a:solidFill>
                    <a:schemeClr val="lt1"/>
                  </a:solidFill>
                  <a:latin typeface="Century Gothic"/>
                  <a:ea typeface="Century Gothic"/>
                  <a:cs typeface="Century Gothic"/>
                  <a:sym typeface="Century Gothic"/>
                </a:rPr>
                <a:t>GST</a:t>
              </a:r>
              <a:endParaRPr b="0" i="0" sz="1400" u="none" cap="none" strike="noStrike">
                <a:solidFill>
                  <a:srgbClr val="000000"/>
                </a:solidFill>
                <a:latin typeface="Arial"/>
                <a:ea typeface="Arial"/>
                <a:cs typeface="Arial"/>
                <a:sym typeface="Arial"/>
              </a:endParaRPr>
            </a:p>
          </p:txBody>
        </p:sp>
        <p:sp>
          <p:nvSpPr>
            <p:cNvPr id="729" name="Google Shape;729;p23"/>
            <p:cNvSpPr/>
            <p:nvPr/>
          </p:nvSpPr>
          <p:spPr>
            <a:xfrm>
              <a:off x="1685924" y="108307"/>
              <a:ext cx="1873250" cy="749300"/>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0" name="Google Shape;730;p23"/>
            <p:cNvSpPr txBox="1"/>
            <p:nvPr/>
          </p:nvSpPr>
          <p:spPr>
            <a:xfrm>
              <a:off x="2060574" y="108307"/>
              <a:ext cx="1123950" cy="749300"/>
            </a:xfrm>
            <a:prstGeom prst="rect">
              <a:avLst/>
            </a:prstGeom>
            <a:noFill/>
            <a:ln>
              <a:noFill/>
            </a:ln>
          </p:spPr>
          <p:txBody>
            <a:bodyPr anchorCtr="0" anchor="ctr" bIns="17325" lIns="52000" spcFirstLastPara="1" rIns="17325" wrap="square" tIns="17325">
              <a:noAutofit/>
            </a:bodyPr>
            <a:lstStyle/>
            <a:p>
              <a:pPr indent="0" lvl="0" marL="0" marR="0" rtl="0" algn="ctr">
                <a:lnSpc>
                  <a:spcPct val="90000"/>
                </a:lnSpc>
                <a:spcBef>
                  <a:spcPts val="0"/>
                </a:spcBef>
                <a:spcAft>
                  <a:spcPts val="0"/>
                </a:spcAft>
                <a:buClr>
                  <a:schemeClr val="lt1"/>
                </a:buClr>
                <a:buSzPts val="1300"/>
                <a:buFont typeface="Century Gothic"/>
                <a:buNone/>
              </a:pPr>
              <a:r>
                <a:rPr b="0" i="0" lang="en-US" sz="1300" u="none" cap="none" strike="noStrike">
                  <a:solidFill>
                    <a:schemeClr val="lt1"/>
                  </a:solidFill>
                  <a:latin typeface="Century Gothic"/>
                  <a:ea typeface="Century Gothic"/>
                  <a:cs typeface="Century Gothic"/>
                  <a:sym typeface="Century Gothic"/>
                </a:rPr>
                <a:t>GST1 &amp; 3 To be check,  fill and deposit</a:t>
              </a:r>
              <a:endParaRPr b="0" i="0" sz="1400" u="none" cap="none" strike="noStrike">
                <a:solidFill>
                  <a:srgbClr val="000000"/>
                </a:solidFill>
                <a:latin typeface="Arial"/>
                <a:ea typeface="Arial"/>
                <a:cs typeface="Arial"/>
                <a:sym typeface="Arial"/>
              </a:endParaRPr>
            </a:p>
          </p:txBody>
        </p:sp>
        <p:sp>
          <p:nvSpPr>
            <p:cNvPr id="731" name="Google Shape;731;p23"/>
            <p:cNvSpPr/>
            <p:nvPr/>
          </p:nvSpPr>
          <p:spPr>
            <a:xfrm>
              <a:off x="3371849" y="108307"/>
              <a:ext cx="1873250" cy="749300"/>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2" name="Google Shape;732;p23"/>
            <p:cNvSpPr txBox="1"/>
            <p:nvPr/>
          </p:nvSpPr>
          <p:spPr>
            <a:xfrm>
              <a:off x="3746499" y="108307"/>
              <a:ext cx="1123950" cy="749300"/>
            </a:xfrm>
            <a:prstGeom prst="rect">
              <a:avLst/>
            </a:prstGeom>
            <a:noFill/>
            <a:ln>
              <a:noFill/>
            </a:ln>
          </p:spPr>
          <p:txBody>
            <a:bodyPr anchorCtr="0" anchor="ctr" bIns="17325" lIns="52000" spcFirstLastPara="1" rIns="17325" wrap="square" tIns="17325">
              <a:noAutofit/>
            </a:bodyPr>
            <a:lstStyle/>
            <a:p>
              <a:pPr indent="0" lvl="0" marL="0" marR="0" rtl="0" algn="ctr">
                <a:lnSpc>
                  <a:spcPct val="90000"/>
                </a:lnSpc>
                <a:spcBef>
                  <a:spcPts val="0"/>
                </a:spcBef>
                <a:spcAft>
                  <a:spcPts val="0"/>
                </a:spcAft>
                <a:buClr>
                  <a:schemeClr val="lt1"/>
                </a:buClr>
                <a:buSzPts val="1300"/>
                <a:buFont typeface="Century Gothic"/>
                <a:buNone/>
              </a:pPr>
              <a:r>
                <a:rPr b="0" i="0" lang="en-US" sz="1300" u="none" cap="none" strike="noStrike">
                  <a:solidFill>
                    <a:schemeClr val="lt1"/>
                  </a:solidFill>
                  <a:latin typeface="Century Gothic"/>
                  <a:ea typeface="Century Gothic"/>
                  <a:cs typeface="Century Gothic"/>
                  <a:sym typeface="Century Gothic"/>
                </a:rPr>
                <a:t>Return to be submitted </a:t>
              </a:r>
              <a:endParaRPr b="0" i="0" sz="1400" u="none" cap="none" strike="noStrike">
                <a:solidFill>
                  <a:srgbClr val="000000"/>
                </a:solidFill>
                <a:latin typeface="Arial"/>
                <a:ea typeface="Arial"/>
                <a:cs typeface="Arial"/>
                <a:sym typeface="Arial"/>
              </a:endParaRPr>
            </a:p>
          </p:txBody>
        </p:sp>
        <p:sp>
          <p:nvSpPr>
            <p:cNvPr id="733" name="Google Shape;733;p23"/>
            <p:cNvSpPr/>
            <p:nvPr/>
          </p:nvSpPr>
          <p:spPr>
            <a:xfrm>
              <a:off x="5057775" y="108307"/>
              <a:ext cx="1873250" cy="749300"/>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4" name="Google Shape;734;p23"/>
            <p:cNvSpPr txBox="1"/>
            <p:nvPr/>
          </p:nvSpPr>
          <p:spPr>
            <a:xfrm>
              <a:off x="5432425" y="108307"/>
              <a:ext cx="1123950" cy="749300"/>
            </a:xfrm>
            <a:prstGeom prst="rect">
              <a:avLst/>
            </a:prstGeom>
            <a:noFill/>
            <a:ln>
              <a:noFill/>
            </a:ln>
          </p:spPr>
          <p:txBody>
            <a:bodyPr anchorCtr="0" anchor="ctr" bIns="17325" lIns="52000" spcFirstLastPara="1" rIns="17325" wrap="square" tIns="17325">
              <a:noAutofit/>
            </a:bodyPr>
            <a:lstStyle/>
            <a:p>
              <a:pPr indent="0" lvl="0" marL="0" marR="0" rtl="0" algn="ctr">
                <a:lnSpc>
                  <a:spcPct val="90000"/>
                </a:lnSpc>
                <a:spcBef>
                  <a:spcPts val="0"/>
                </a:spcBef>
                <a:spcAft>
                  <a:spcPts val="0"/>
                </a:spcAft>
                <a:buClr>
                  <a:schemeClr val="lt1"/>
                </a:buClr>
                <a:buSzPts val="1300"/>
                <a:buFont typeface="Century Gothic"/>
                <a:buNone/>
              </a:pPr>
              <a:r>
                <a:rPr b="0" i="0" lang="en-US" sz="1300" u="none" cap="none" strike="noStrike">
                  <a:solidFill>
                    <a:schemeClr val="lt1"/>
                  </a:solidFill>
                  <a:latin typeface="Century Gothic"/>
                  <a:ea typeface="Century Gothic"/>
                  <a:cs typeface="Century Gothic"/>
                  <a:sym typeface="Century Gothic"/>
                </a:rPr>
                <a:t>GSTR 9 &amp; 9c annual reprot</a:t>
              </a:r>
              <a:endParaRPr b="0" i="0" sz="1300" u="none" cap="none" strike="noStrike">
                <a:solidFill>
                  <a:schemeClr val="lt1"/>
                </a:solidFill>
                <a:latin typeface="Century Gothic"/>
                <a:ea typeface="Century Gothic"/>
                <a:cs typeface="Century Gothic"/>
                <a:sym typeface="Century Gothic"/>
              </a:endParaRPr>
            </a:p>
          </p:txBody>
        </p:sp>
        <p:sp>
          <p:nvSpPr>
            <p:cNvPr id="735" name="Google Shape;735;p23"/>
            <p:cNvSpPr/>
            <p:nvPr/>
          </p:nvSpPr>
          <p:spPr>
            <a:xfrm>
              <a:off x="6743699" y="108307"/>
              <a:ext cx="1873250" cy="749300"/>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6" name="Google Shape;736;p23"/>
            <p:cNvSpPr txBox="1"/>
            <p:nvPr/>
          </p:nvSpPr>
          <p:spPr>
            <a:xfrm>
              <a:off x="7118349" y="108307"/>
              <a:ext cx="1123950" cy="749300"/>
            </a:xfrm>
            <a:prstGeom prst="rect">
              <a:avLst/>
            </a:prstGeom>
            <a:noFill/>
            <a:ln>
              <a:noFill/>
            </a:ln>
          </p:spPr>
          <p:txBody>
            <a:bodyPr anchorCtr="0" anchor="ctr" bIns="17325" lIns="52000" spcFirstLastPara="1" rIns="17325" wrap="square" tIns="17325">
              <a:noAutofit/>
            </a:bodyPr>
            <a:lstStyle/>
            <a:p>
              <a:pPr indent="0" lvl="0" marL="0" marR="0" rtl="0" algn="ctr">
                <a:lnSpc>
                  <a:spcPct val="90000"/>
                </a:lnSpc>
                <a:spcBef>
                  <a:spcPts val="0"/>
                </a:spcBef>
                <a:spcAft>
                  <a:spcPts val="0"/>
                </a:spcAft>
                <a:buClr>
                  <a:schemeClr val="lt1"/>
                </a:buClr>
                <a:buSzPts val="1300"/>
                <a:buFont typeface="Century Gothic"/>
                <a:buNone/>
              </a:pPr>
              <a:r>
                <a:t/>
              </a:r>
              <a:endParaRPr b="0" i="0" sz="1300" u="none" cap="none" strike="noStrike">
                <a:solidFill>
                  <a:schemeClr val="lt1"/>
                </a:solidFill>
                <a:latin typeface="Century Gothic"/>
                <a:ea typeface="Century Gothic"/>
                <a:cs typeface="Century Gothic"/>
                <a:sym typeface="Century Gothic"/>
              </a:endParaRPr>
            </a:p>
          </p:txBody>
        </p:sp>
        <p:sp>
          <p:nvSpPr>
            <p:cNvPr id="737" name="Google Shape;737;p23"/>
            <p:cNvSpPr/>
            <p:nvPr/>
          </p:nvSpPr>
          <p:spPr>
            <a:xfrm>
              <a:off x="8429624" y="108307"/>
              <a:ext cx="1873250" cy="749300"/>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8" name="Google Shape;738;p23"/>
            <p:cNvSpPr txBox="1"/>
            <p:nvPr/>
          </p:nvSpPr>
          <p:spPr>
            <a:xfrm>
              <a:off x="8804274" y="108307"/>
              <a:ext cx="1123950" cy="749300"/>
            </a:xfrm>
            <a:prstGeom prst="rect">
              <a:avLst/>
            </a:prstGeom>
            <a:noFill/>
            <a:ln>
              <a:noFill/>
            </a:ln>
          </p:spPr>
          <p:txBody>
            <a:bodyPr anchorCtr="0" anchor="ctr" bIns="17325" lIns="52000" spcFirstLastPara="1" rIns="17325" wrap="square" tIns="17325">
              <a:noAutofit/>
            </a:bodyPr>
            <a:lstStyle/>
            <a:p>
              <a:pPr indent="0" lvl="0" marL="0" marR="0" rtl="0" algn="ctr">
                <a:lnSpc>
                  <a:spcPct val="90000"/>
                </a:lnSpc>
                <a:spcBef>
                  <a:spcPts val="0"/>
                </a:spcBef>
                <a:spcAft>
                  <a:spcPts val="0"/>
                </a:spcAft>
                <a:buClr>
                  <a:schemeClr val="lt1"/>
                </a:buClr>
                <a:buSzPts val="1300"/>
                <a:buFont typeface="Century Gothic"/>
                <a:buNone/>
              </a:pPr>
              <a:r>
                <a:t/>
              </a:r>
              <a:endParaRPr b="0" i="0" sz="1300" u="none" cap="none" strike="noStrike">
                <a:solidFill>
                  <a:schemeClr val="lt1"/>
                </a:solidFill>
                <a:latin typeface="Century Gothic"/>
                <a:ea typeface="Century Gothic"/>
                <a:cs typeface="Century Gothic"/>
                <a:sym typeface="Century Gothic"/>
              </a:endParaRPr>
            </a:p>
          </p:txBody>
        </p:sp>
        <p:sp>
          <p:nvSpPr>
            <p:cNvPr id="739" name="Google Shape;739;p23"/>
            <p:cNvSpPr/>
            <p:nvPr/>
          </p:nvSpPr>
          <p:spPr>
            <a:xfrm>
              <a:off x="10115550" y="75068"/>
              <a:ext cx="1873250" cy="749300"/>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0" name="Google Shape;740;p23"/>
            <p:cNvSpPr txBox="1"/>
            <p:nvPr/>
          </p:nvSpPr>
          <p:spPr>
            <a:xfrm>
              <a:off x="10490200" y="75068"/>
              <a:ext cx="1123950" cy="749300"/>
            </a:xfrm>
            <a:prstGeom prst="rect">
              <a:avLst/>
            </a:prstGeom>
            <a:noFill/>
            <a:ln>
              <a:noFill/>
            </a:ln>
          </p:spPr>
          <p:txBody>
            <a:bodyPr anchorCtr="0" anchor="ctr" bIns="17325" lIns="52000" spcFirstLastPara="1" rIns="17325" wrap="square" tIns="17325">
              <a:noAutofit/>
            </a:bodyPr>
            <a:lstStyle/>
            <a:p>
              <a:pPr indent="0" lvl="0" marL="0" marR="0" rtl="0" algn="ctr">
                <a:lnSpc>
                  <a:spcPct val="90000"/>
                </a:lnSpc>
                <a:spcBef>
                  <a:spcPts val="0"/>
                </a:spcBef>
                <a:spcAft>
                  <a:spcPts val="0"/>
                </a:spcAft>
                <a:buClr>
                  <a:schemeClr val="lt1"/>
                </a:buClr>
                <a:buSzPts val="1300"/>
                <a:buFont typeface="Century Gothic"/>
                <a:buNone/>
              </a:pPr>
              <a:r>
                <a:t/>
              </a:r>
              <a:endParaRPr b="0" i="0" sz="1300" u="none" cap="none" strike="noStrike">
                <a:solidFill>
                  <a:schemeClr val="lt1"/>
                </a:solidFill>
                <a:latin typeface="Century Gothic"/>
                <a:ea typeface="Century Gothic"/>
                <a:cs typeface="Century Gothic"/>
                <a:sym typeface="Century Gothic"/>
              </a:endParaRPr>
            </a:p>
          </p:txBody>
        </p:sp>
      </p:grpSp>
      <p:grpSp>
        <p:nvGrpSpPr>
          <p:cNvPr id="741" name="Google Shape;741;p23"/>
          <p:cNvGrpSpPr/>
          <p:nvPr/>
        </p:nvGrpSpPr>
        <p:grpSpPr>
          <a:xfrm>
            <a:off x="203200" y="135229"/>
            <a:ext cx="11977092" cy="965915"/>
            <a:chOff x="0" y="0"/>
            <a:chExt cx="11977092" cy="965915"/>
          </a:xfrm>
        </p:grpSpPr>
        <p:sp>
          <p:nvSpPr>
            <p:cNvPr id="742" name="Google Shape;742;p23"/>
            <p:cNvSpPr/>
            <p:nvPr/>
          </p:nvSpPr>
          <p:spPr>
            <a:xfrm>
              <a:off x="0" y="0"/>
              <a:ext cx="11977092" cy="965915"/>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3" name="Google Shape;743;p23"/>
            <p:cNvSpPr txBox="1"/>
            <p:nvPr/>
          </p:nvSpPr>
          <p:spPr>
            <a:xfrm>
              <a:off x="482958" y="0"/>
              <a:ext cx="11011177" cy="965915"/>
            </a:xfrm>
            <a:prstGeom prst="rect">
              <a:avLst/>
            </a:prstGeom>
            <a:noFill/>
            <a:ln>
              <a:noFill/>
            </a:ln>
          </p:spPr>
          <p:txBody>
            <a:bodyPr anchorCtr="0" anchor="ctr" bIns="78675" lIns="236025" spcFirstLastPara="1" rIns="78675" wrap="square" tIns="78675">
              <a:noAutofit/>
            </a:bodyPr>
            <a:lstStyle/>
            <a:p>
              <a:pPr indent="0" lvl="0" marL="0" marR="0" rtl="0" algn="ctr">
                <a:lnSpc>
                  <a:spcPct val="90000"/>
                </a:lnSpc>
                <a:spcBef>
                  <a:spcPts val="0"/>
                </a:spcBef>
                <a:spcAft>
                  <a:spcPts val="0"/>
                </a:spcAft>
                <a:buClr>
                  <a:schemeClr val="lt1"/>
                </a:buClr>
                <a:buSzPts val="5900"/>
                <a:buFont typeface="Century Gothic"/>
                <a:buNone/>
              </a:pPr>
              <a:r>
                <a:rPr b="0" i="0" lang="en-US" sz="5900" u="none" cap="none" strike="noStrike">
                  <a:solidFill>
                    <a:schemeClr val="lt1"/>
                  </a:solidFill>
                  <a:latin typeface="Century Gothic"/>
                  <a:ea typeface="Century Gothic"/>
                  <a:cs typeface="Century Gothic"/>
                  <a:sym typeface="Century Gothic"/>
                </a:rPr>
                <a:t>FINANCE </a:t>
              </a:r>
              <a:endParaRPr b="0" i="0" sz="1400" u="none" cap="none" strike="noStrike">
                <a:solidFill>
                  <a:srgbClr val="000000"/>
                </a:solidFill>
                <a:latin typeface="Arial"/>
                <a:ea typeface="Arial"/>
                <a:cs typeface="Arial"/>
                <a:sym typeface="Arial"/>
              </a:endParaRPr>
            </a:p>
          </p:txBody>
        </p:sp>
      </p:grpSp>
      <p:grpSp>
        <p:nvGrpSpPr>
          <p:cNvPr id="744" name="Google Shape;744;p23"/>
          <p:cNvGrpSpPr/>
          <p:nvPr/>
        </p:nvGrpSpPr>
        <p:grpSpPr>
          <a:xfrm>
            <a:off x="5853" y="3466764"/>
            <a:ext cx="11977092" cy="909701"/>
            <a:chOff x="5853" y="8786"/>
            <a:chExt cx="11977092" cy="909701"/>
          </a:xfrm>
        </p:grpSpPr>
        <p:sp>
          <p:nvSpPr>
            <p:cNvPr id="745" name="Google Shape;745;p23"/>
            <p:cNvSpPr/>
            <p:nvPr/>
          </p:nvSpPr>
          <p:spPr>
            <a:xfrm>
              <a:off x="5853" y="47426"/>
              <a:ext cx="2177653" cy="871061"/>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6" name="Google Shape;746;p23"/>
            <p:cNvSpPr txBox="1"/>
            <p:nvPr/>
          </p:nvSpPr>
          <p:spPr>
            <a:xfrm>
              <a:off x="441384" y="47426"/>
              <a:ext cx="1306592" cy="871061"/>
            </a:xfrm>
            <a:prstGeom prst="rect">
              <a:avLst/>
            </a:prstGeom>
            <a:noFill/>
            <a:ln>
              <a:noFill/>
            </a:ln>
          </p:spPr>
          <p:txBody>
            <a:bodyPr anchorCtr="0" anchor="ctr" bIns="21325" lIns="64000" spcFirstLastPara="1" rIns="21325" wrap="square" tIns="21325">
              <a:noAutofit/>
            </a:bodyPr>
            <a:lstStyle/>
            <a:p>
              <a:pPr indent="0" lvl="0" marL="0" marR="0" rtl="0" algn="ctr">
                <a:lnSpc>
                  <a:spcPct val="90000"/>
                </a:lnSpc>
                <a:spcBef>
                  <a:spcPts val="0"/>
                </a:spcBef>
                <a:spcAft>
                  <a:spcPts val="0"/>
                </a:spcAft>
                <a:buClr>
                  <a:schemeClr val="lt1"/>
                </a:buClr>
                <a:buSzPts val="1600"/>
                <a:buFont typeface="Century Gothic"/>
                <a:buNone/>
              </a:pPr>
              <a:r>
                <a:rPr b="0" i="0" lang="en-US" sz="1600" u="none" cap="none" strike="noStrike">
                  <a:solidFill>
                    <a:schemeClr val="lt1"/>
                  </a:solidFill>
                  <a:latin typeface="Century Gothic"/>
                  <a:ea typeface="Century Gothic"/>
                  <a:cs typeface="Century Gothic"/>
                  <a:sym typeface="Century Gothic"/>
                </a:rPr>
                <a:t>PF &amp; ESI &amp; TDS/IT</a:t>
              </a:r>
              <a:endParaRPr b="0" i="0" sz="1400" u="none" cap="none" strike="noStrike">
                <a:solidFill>
                  <a:srgbClr val="000000"/>
                </a:solidFill>
                <a:latin typeface="Arial"/>
                <a:ea typeface="Arial"/>
                <a:cs typeface="Arial"/>
                <a:sym typeface="Arial"/>
              </a:endParaRPr>
            </a:p>
          </p:txBody>
        </p:sp>
        <p:sp>
          <p:nvSpPr>
            <p:cNvPr id="747" name="Google Shape;747;p23"/>
            <p:cNvSpPr/>
            <p:nvPr/>
          </p:nvSpPr>
          <p:spPr>
            <a:xfrm>
              <a:off x="1965741" y="47426"/>
              <a:ext cx="2177653" cy="871061"/>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8" name="Google Shape;748;p23"/>
            <p:cNvSpPr txBox="1"/>
            <p:nvPr/>
          </p:nvSpPr>
          <p:spPr>
            <a:xfrm>
              <a:off x="2401272" y="47426"/>
              <a:ext cx="1306592" cy="871061"/>
            </a:xfrm>
            <a:prstGeom prst="rect">
              <a:avLst/>
            </a:prstGeom>
            <a:noFill/>
            <a:ln>
              <a:noFill/>
            </a:ln>
          </p:spPr>
          <p:txBody>
            <a:bodyPr anchorCtr="0" anchor="ctr" bIns="21325" lIns="64000" spcFirstLastPara="1" rIns="21325" wrap="square" tIns="21325">
              <a:noAutofit/>
            </a:bodyPr>
            <a:lstStyle/>
            <a:p>
              <a:pPr indent="0" lvl="0" marL="0" marR="0" rtl="0" algn="ctr">
                <a:lnSpc>
                  <a:spcPct val="90000"/>
                </a:lnSpc>
                <a:spcBef>
                  <a:spcPts val="0"/>
                </a:spcBef>
                <a:spcAft>
                  <a:spcPts val="0"/>
                </a:spcAft>
                <a:buClr>
                  <a:schemeClr val="lt1"/>
                </a:buClr>
                <a:buSzPts val="1600"/>
                <a:buFont typeface="Century Gothic"/>
                <a:buNone/>
              </a:pPr>
              <a:r>
                <a:rPr b="0" i="0" lang="en-US" sz="1600" u="none" cap="none" strike="noStrike">
                  <a:solidFill>
                    <a:schemeClr val="lt1"/>
                  </a:solidFill>
                  <a:latin typeface="Century Gothic"/>
                  <a:ea typeface="Century Gothic"/>
                  <a:cs typeface="Century Gothic"/>
                  <a:sym typeface="Century Gothic"/>
                </a:rPr>
                <a:t>Salary Working</a:t>
              </a:r>
              <a:endParaRPr b="0" i="0" sz="1400" u="none" cap="none" strike="noStrike">
                <a:solidFill>
                  <a:srgbClr val="000000"/>
                </a:solidFill>
                <a:latin typeface="Arial"/>
                <a:ea typeface="Arial"/>
                <a:cs typeface="Arial"/>
                <a:sym typeface="Arial"/>
              </a:endParaRPr>
            </a:p>
          </p:txBody>
        </p:sp>
        <p:sp>
          <p:nvSpPr>
            <p:cNvPr id="749" name="Google Shape;749;p23"/>
            <p:cNvSpPr/>
            <p:nvPr/>
          </p:nvSpPr>
          <p:spPr>
            <a:xfrm>
              <a:off x="3985514" y="17488"/>
              <a:ext cx="2177653" cy="871061"/>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0" name="Google Shape;750;p23"/>
            <p:cNvSpPr txBox="1"/>
            <p:nvPr/>
          </p:nvSpPr>
          <p:spPr>
            <a:xfrm>
              <a:off x="4421045" y="17488"/>
              <a:ext cx="1306592" cy="871061"/>
            </a:xfrm>
            <a:prstGeom prst="rect">
              <a:avLst/>
            </a:prstGeom>
            <a:noFill/>
            <a:ln>
              <a:noFill/>
            </a:ln>
          </p:spPr>
          <p:txBody>
            <a:bodyPr anchorCtr="0" anchor="ctr" bIns="21325" lIns="64000" spcFirstLastPara="1" rIns="21325" wrap="square" tIns="21325">
              <a:noAutofit/>
            </a:bodyPr>
            <a:lstStyle/>
            <a:p>
              <a:pPr indent="0" lvl="0" marL="0" marR="0" rtl="0" algn="ctr">
                <a:lnSpc>
                  <a:spcPct val="90000"/>
                </a:lnSpc>
                <a:spcBef>
                  <a:spcPts val="0"/>
                </a:spcBef>
                <a:spcAft>
                  <a:spcPts val="0"/>
                </a:spcAft>
                <a:buClr>
                  <a:schemeClr val="lt1"/>
                </a:buClr>
                <a:buSzPts val="1600"/>
                <a:buFont typeface="Century Gothic"/>
                <a:buNone/>
              </a:pPr>
              <a:r>
                <a:rPr b="0" i="0" lang="en-US" sz="1600" u="none" cap="none" strike="noStrike">
                  <a:solidFill>
                    <a:schemeClr val="lt1"/>
                  </a:solidFill>
                  <a:latin typeface="Century Gothic"/>
                  <a:ea typeface="Century Gothic"/>
                  <a:cs typeface="Century Gothic"/>
                  <a:sym typeface="Century Gothic"/>
                </a:rPr>
                <a:t>PF &amp; ESI Calculation </a:t>
              </a:r>
              <a:endParaRPr b="0" i="0" sz="1400" u="none" cap="none" strike="noStrike">
                <a:solidFill>
                  <a:srgbClr val="000000"/>
                </a:solidFill>
                <a:latin typeface="Arial"/>
                <a:ea typeface="Arial"/>
                <a:cs typeface="Arial"/>
                <a:sym typeface="Arial"/>
              </a:endParaRPr>
            </a:p>
          </p:txBody>
        </p:sp>
        <p:sp>
          <p:nvSpPr>
            <p:cNvPr id="751" name="Google Shape;751;p23"/>
            <p:cNvSpPr/>
            <p:nvPr/>
          </p:nvSpPr>
          <p:spPr>
            <a:xfrm>
              <a:off x="5885517" y="47426"/>
              <a:ext cx="2177653" cy="871061"/>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2" name="Google Shape;752;p23"/>
            <p:cNvSpPr txBox="1"/>
            <p:nvPr/>
          </p:nvSpPr>
          <p:spPr>
            <a:xfrm>
              <a:off x="6321048" y="47426"/>
              <a:ext cx="1306592" cy="871061"/>
            </a:xfrm>
            <a:prstGeom prst="rect">
              <a:avLst/>
            </a:prstGeom>
            <a:noFill/>
            <a:ln>
              <a:noFill/>
            </a:ln>
          </p:spPr>
          <p:txBody>
            <a:bodyPr anchorCtr="0" anchor="ctr" bIns="21325" lIns="64000" spcFirstLastPara="1" rIns="21325" wrap="square" tIns="21325">
              <a:noAutofit/>
            </a:bodyPr>
            <a:lstStyle/>
            <a:p>
              <a:pPr indent="0" lvl="0" marL="0" marR="0" rtl="0" algn="ctr">
                <a:lnSpc>
                  <a:spcPct val="90000"/>
                </a:lnSpc>
                <a:spcBef>
                  <a:spcPts val="0"/>
                </a:spcBef>
                <a:spcAft>
                  <a:spcPts val="0"/>
                </a:spcAft>
                <a:buClr>
                  <a:schemeClr val="lt1"/>
                </a:buClr>
                <a:buSzPts val="1600"/>
                <a:buFont typeface="Century Gothic"/>
                <a:buNone/>
              </a:pPr>
              <a:r>
                <a:rPr b="0" i="0" lang="en-US" sz="1600" u="none" cap="none" strike="noStrike">
                  <a:solidFill>
                    <a:schemeClr val="lt1"/>
                  </a:solidFill>
                  <a:latin typeface="Century Gothic"/>
                  <a:ea typeface="Century Gothic"/>
                  <a:cs typeface="Century Gothic"/>
                  <a:sym typeface="Century Gothic"/>
                </a:rPr>
                <a:t>ESI &amp; PF Submission</a:t>
              </a:r>
              <a:endParaRPr b="0" i="0" sz="1400" u="none" cap="none" strike="noStrike">
                <a:solidFill>
                  <a:srgbClr val="000000"/>
                </a:solidFill>
                <a:latin typeface="Arial"/>
                <a:ea typeface="Arial"/>
                <a:cs typeface="Arial"/>
                <a:sym typeface="Arial"/>
              </a:endParaRPr>
            </a:p>
          </p:txBody>
        </p:sp>
        <p:sp>
          <p:nvSpPr>
            <p:cNvPr id="753" name="Google Shape;753;p23"/>
            <p:cNvSpPr/>
            <p:nvPr/>
          </p:nvSpPr>
          <p:spPr>
            <a:xfrm>
              <a:off x="7845405" y="8786"/>
              <a:ext cx="2177653" cy="871061"/>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4" name="Google Shape;754;p23"/>
            <p:cNvSpPr txBox="1"/>
            <p:nvPr/>
          </p:nvSpPr>
          <p:spPr>
            <a:xfrm>
              <a:off x="8280936" y="8786"/>
              <a:ext cx="1306592" cy="871061"/>
            </a:xfrm>
            <a:prstGeom prst="rect">
              <a:avLst/>
            </a:prstGeom>
            <a:noFill/>
            <a:ln>
              <a:noFill/>
            </a:ln>
          </p:spPr>
          <p:txBody>
            <a:bodyPr anchorCtr="0" anchor="ctr" bIns="21325" lIns="64000" spcFirstLastPara="1" rIns="21325" wrap="square" tIns="21325">
              <a:noAutofit/>
            </a:bodyPr>
            <a:lstStyle/>
            <a:p>
              <a:pPr indent="0" lvl="0" marL="0" marR="0" rtl="0" algn="ctr">
                <a:lnSpc>
                  <a:spcPct val="90000"/>
                </a:lnSpc>
                <a:spcBef>
                  <a:spcPts val="0"/>
                </a:spcBef>
                <a:spcAft>
                  <a:spcPts val="0"/>
                </a:spcAft>
                <a:buClr>
                  <a:schemeClr val="lt1"/>
                </a:buClr>
                <a:buSzPts val="1600"/>
                <a:buFont typeface="Century Gothic"/>
                <a:buNone/>
              </a:pPr>
              <a:r>
                <a:rPr b="0" i="0" lang="en-US" sz="1600" u="none" cap="none" strike="noStrike">
                  <a:solidFill>
                    <a:schemeClr val="lt1"/>
                  </a:solidFill>
                  <a:latin typeface="Century Gothic"/>
                  <a:ea typeface="Century Gothic"/>
                  <a:cs typeface="Century Gothic"/>
                  <a:sym typeface="Century Gothic"/>
                </a:rPr>
                <a:t>Salary Slip</a:t>
              </a:r>
              <a:endParaRPr b="0" i="0" sz="1400" u="none" cap="none" strike="noStrike">
                <a:solidFill>
                  <a:srgbClr val="000000"/>
                </a:solidFill>
                <a:latin typeface="Arial"/>
                <a:ea typeface="Arial"/>
                <a:cs typeface="Arial"/>
                <a:sym typeface="Arial"/>
              </a:endParaRPr>
            </a:p>
          </p:txBody>
        </p:sp>
        <p:sp>
          <p:nvSpPr>
            <p:cNvPr id="755" name="Google Shape;755;p23"/>
            <p:cNvSpPr/>
            <p:nvPr/>
          </p:nvSpPr>
          <p:spPr>
            <a:xfrm>
              <a:off x="9805292" y="8786"/>
              <a:ext cx="2177653" cy="871061"/>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6" name="Google Shape;756;p23"/>
            <p:cNvSpPr txBox="1"/>
            <p:nvPr/>
          </p:nvSpPr>
          <p:spPr>
            <a:xfrm>
              <a:off x="10240823" y="8786"/>
              <a:ext cx="1306592" cy="871061"/>
            </a:xfrm>
            <a:prstGeom prst="rect">
              <a:avLst/>
            </a:prstGeom>
            <a:noFill/>
            <a:ln>
              <a:noFill/>
            </a:ln>
          </p:spPr>
          <p:txBody>
            <a:bodyPr anchorCtr="0" anchor="ctr" bIns="21325" lIns="64000" spcFirstLastPara="1" rIns="21325" wrap="square" tIns="21325">
              <a:noAutofit/>
            </a:bodyPr>
            <a:lstStyle/>
            <a:p>
              <a:pPr indent="0" lvl="0" marL="0" marR="0" rtl="0" algn="ctr">
                <a:lnSpc>
                  <a:spcPct val="90000"/>
                </a:lnSpc>
                <a:spcBef>
                  <a:spcPts val="0"/>
                </a:spcBef>
                <a:spcAft>
                  <a:spcPts val="0"/>
                </a:spcAft>
                <a:buClr>
                  <a:schemeClr val="lt1"/>
                </a:buClr>
                <a:buSzPts val="1600"/>
                <a:buFont typeface="Century Gothic"/>
                <a:buNone/>
              </a:pPr>
              <a:r>
                <a:rPr b="0" i="0" lang="en-US" sz="1600" u="none" cap="none" strike="noStrike">
                  <a:solidFill>
                    <a:schemeClr val="lt1"/>
                  </a:solidFill>
                  <a:latin typeface="Century Gothic"/>
                  <a:ea typeface="Century Gothic"/>
                  <a:cs typeface="Century Gothic"/>
                  <a:sym typeface="Century Gothic"/>
                </a:rPr>
                <a:t>ALL Retruns</a:t>
              </a:r>
              <a:endParaRPr b="0" i="0" sz="1600" u="none" cap="none" strike="noStrike">
                <a:solidFill>
                  <a:schemeClr val="lt1"/>
                </a:solidFill>
                <a:latin typeface="Century Gothic"/>
                <a:ea typeface="Century Gothic"/>
                <a:cs typeface="Century Gothic"/>
                <a:sym typeface="Century Gothic"/>
              </a:endParaRPr>
            </a:p>
          </p:txBody>
        </p:sp>
      </p:grpSp>
      <p:grpSp>
        <p:nvGrpSpPr>
          <p:cNvPr id="757" name="Google Shape;757;p23"/>
          <p:cNvGrpSpPr/>
          <p:nvPr/>
        </p:nvGrpSpPr>
        <p:grpSpPr>
          <a:xfrm>
            <a:off x="5853" y="4713868"/>
            <a:ext cx="11977092" cy="909701"/>
            <a:chOff x="5853" y="8786"/>
            <a:chExt cx="11977092" cy="909701"/>
          </a:xfrm>
        </p:grpSpPr>
        <p:sp>
          <p:nvSpPr>
            <p:cNvPr id="758" name="Google Shape;758;p23"/>
            <p:cNvSpPr/>
            <p:nvPr/>
          </p:nvSpPr>
          <p:spPr>
            <a:xfrm>
              <a:off x="5853" y="47426"/>
              <a:ext cx="2177653" cy="871061"/>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9" name="Google Shape;759;p23"/>
            <p:cNvSpPr txBox="1"/>
            <p:nvPr/>
          </p:nvSpPr>
          <p:spPr>
            <a:xfrm>
              <a:off x="441384" y="47426"/>
              <a:ext cx="1306592" cy="871061"/>
            </a:xfrm>
            <a:prstGeom prst="rect">
              <a:avLst/>
            </a:prstGeom>
            <a:noFill/>
            <a:ln>
              <a:noFill/>
            </a:ln>
          </p:spPr>
          <p:txBody>
            <a:bodyPr anchorCtr="0" anchor="ctr" bIns="20000" lIns="60000" spcFirstLastPara="1" rIns="20000" wrap="square" tIns="20000">
              <a:noAutofit/>
            </a:bodyPr>
            <a:lstStyle/>
            <a:p>
              <a:pPr indent="0" lvl="0" marL="0" marR="0" rtl="0" algn="ctr">
                <a:lnSpc>
                  <a:spcPct val="90000"/>
                </a:lnSpc>
                <a:spcBef>
                  <a:spcPts val="0"/>
                </a:spcBef>
                <a:spcAft>
                  <a:spcPts val="0"/>
                </a:spcAft>
                <a:buClr>
                  <a:schemeClr val="lt1"/>
                </a:buClr>
                <a:buSzPts val="1500"/>
                <a:buFont typeface="Century Gothic"/>
                <a:buNone/>
              </a:pPr>
              <a:r>
                <a:rPr b="0" i="0" lang="en-US" sz="1500" u="none" cap="none" strike="noStrike">
                  <a:solidFill>
                    <a:schemeClr val="lt1"/>
                  </a:solidFill>
                  <a:latin typeface="Century Gothic"/>
                  <a:ea typeface="Century Gothic"/>
                  <a:cs typeface="Century Gothic"/>
                  <a:sym typeface="Century Gothic"/>
                </a:rPr>
                <a:t>BANKING</a:t>
              </a:r>
              <a:endParaRPr b="0" i="0" sz="1400" u="none" cap="none" strike="noStrike">
                <a:solidFill>
                  <a:srgbClr val="000000"/>
                </a:solidFill>
                <a:latin typeface="Arial"/>
                <a:ea typeface="Arial"/>
                <a:cs typeface="Arial"/>
                <a:sym typeface="Arial"/>
              </a:endParaRPr>
            </a:p>
          </p:txBody>
        </p:sp>
        <p:sp>
          <p:nvSpPr>
            <p:cNvPr id="760" name="Google Shape;760;p23"/>
            <p:cNvSpPr/>
            <p:nvPr/>
          </p:nvSpPr>
          <p:spPr>
            <a:xfrm>
              <a:off x="1965741" y="47426"/>
              <a:ext cx="2177653" cy="871061"/>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1" name="Google Shape;761;p23"/>
            <p:cNvSpPr txBox="1"/>
            <p:nvPr/>
          </p:nvSpPr>
          <p:spPr>
            <a:xfrm>
              <a:off x="2401272" y="47426"/>
              <a:ext cx="1306592" cy="871061"/>
            </a:xfrm>
            <a:prstGeom prst="rect">
              <a:avLst/>
            </a:prstGeom>
            <a:noFill/>
            <a:ln>
              <a:noFill/>
            </a:ln>
          </p:spPr>
          <p:txBody>
            <a:bodyPr anchorCtr="0" anchor="ctr" bIns="20000" lIns="60000" spcFirstLastPara="1" rIns="20000" wrap="square" tIns="20000">
              <a:noAutofit/>
            </a:bodyPr>
            <a:lstStyle/>
            <a:p>
              <a:pPr indent="0" lvl="0" marL="0" marR="0" rtl="0" algn="ctr">
                <a:lnSpc>
                  <a:spcPct val="90000"/>
                </a:lnSpc>
                <a:spcBef>
                  <a:spcPts val="0"/>
                </a:spcBef>
                <a:spcAft>
                  <a:spcPts val="0"/>
                </a:spcAft>
                <a:buClr>
                  <a:schemeClr val="lt1"/>
                </a:buClr>
                <a:buSzPts val="1500"/>
                <a:buFont typeface="Century Gothic"/>
                <a:buNone/>
              </a:pPr>
              <a:r>
                <a:rPr b="0" i="0" lang="en-US" sz="1500" u="none" cap="none" strike="noStrike">
                  <a:solidFill>
                    <a:schemeClr val="lt1"/>
                  </a:solidFill>
                  <a:latin typeface="Century Gothic"/>
                  <a:ea typeface="Century Gothic"/>
                  <a:cs typeface="Century Gothic"/>
                  <a:sym typeface="Century Gothic"/>
                </a:rPr>
                <a:t>Daily work</a:t>
              </a:r>
              <a:endParaRPr b="0" i="0" sz="1400" u="none" cap="none" strike="noStrike">
                <a:solidFill>
                  <a:srgbClr val="000000"/>
                </a:solidFill>
                <a:latin typeface="Arial"/>
                <a:ea typeface="Arial"/>
                <a:cs typeface="Arial"/>
                <a:sym typeface="Arial"/>
              </a:endParaRPr>
            </a:p>
          </p:txBody>
        </p:sp>
        <p:sp>
          <p:nvSpPr>
            <p:cNvPr id="762" name="Google Shape;762;p23"/>
            <p:cNvSpPr/>
            <p:nvPr/>
          </p:nvSpPr>
          <p:spPr>
            <a:xfrm>
              <a:off x="3925629" y="47426"/>
              <a:ext cx="2177653" cy="871061"/>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3" name="Google Shape;763;p23"/>
            <p:cNvSpPr txBox="1"/>
            <p:nvPr/>
          </p:nvSpPr>
          <p:spPr>
            <a:xfrm>
              <a:off x="4361160" y="47426"/>
              <a:ext cx="1306592" cy="871061"/>
            </a:xfrm>
            <a:prstGeom prst="rect">
              <a:avLst/>
            </a:prstGeom>
            <a:noFill/>
            <a:ln>
              <a:noFill/>
            </a:ln>
          </p:spPr>
          <p:txBody>
            <a:bodyPr anchorCtr="0" anchor="ctr" bIns="20000" lIns="60000" spcFirstLastPara="1" rIns="20000" wrap="square" tIns="20000">
              <a:noAutofit/>
            </a:bodyPr>
            <a:lstStyle/>
            <a:p>
              <a:pPr indent="0" lvl="0" marL="0" marR="0" rtl="0" algn="ctr">
                <a:lnSpc>
                  <a:spcPct val="90000"/>
                </a:lnSpc>
                <a:spcBef>
                  <a:spcPts val="0"/>
                </a:spcBef>
                <a:spcAft>
                  <a:spcPts val="0"/>
                </a:spcAft>
                <a:buClr>
                  <a:schemeClr val="lt1"/>
                </a:buClr>
                <a:buSzPts val="1500"/>
                <a:buFont typeface="Century Gothic"/>
                <a:buNone/>
              </a:pPr>
              <a:r>
                <a:rPr b="0" i="0" lang="en-US" sz="1500" u="none" cap="none" strike="noStrike">
                  <a:solidFill>
                    <a:schemeClr val="lt1"/>
                  </a:solidFill>
                  <a:latin typeface="Century Gothic"/>
                  <a:ea typeface="Century Gothic"/>
                  <a:cs typeface="Century Gothic"/>
                  <a:sym typeface="Century Gothic"/>
                </a:rPr>
                <a:t>International Transactions </a:t>
              </a:r>
              <a:endParaRPr b="0" i="0" sz="1400" u="none" cap="none" strike="noStrike">
                <a:solidFill>
                  <a:srgbClr val="000000"/>
                </a:solidFill>
                <a:latin typeface="Arial"/>
                <a:ea typeface="Arial"/>
                <a:cs typeface="Arial"/>
                <a:sym typeface="Arial"/>
              </a:endParaRPr>
            </a:p>
          </p:txBody>
        </p:sp>
        <p:sp>
          <p:nvSpPr>
            <p:cNvPr id="764" name="Google Shape;764;p23"/>
            <p:cNvSpPr/>
            <p:nvPr/>
          </p:nvSpPr>
          <p:spPr>
            <a:xfrm>
              <a:off x="5945402" y="17488"/>
              <a:ext cx="2177653" cy="871061"/>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5" name="Google Shape;765;p23"/>
            <p:cNvSpPr txBox="1"/>
            <p:nvPr/>
          </p:nvSpPr>
          <p:spPr>
            <a:xfrm>
              <a:off x="6380933" y="17488"/>
              <a:ext cx="1306592" cy="871061"/>
            </a:xfrm>
            <a:prstGeom prst="rect">
              <a:avLst/>
            </a:prstGeom>
            <a:noFill/>
            <a:ln>
              <a:noFill/>
            </a:ln>
          </p:spPr>
          <p:txBody>
            <a:bodyPr anchorCtr="0" anchor="ctr" bIns="20000" lIns="60000" spcFirstLastPara="1" rIns="20000" wrap="square" tIns="20000">
              <a:noAutofit/>
            </a:bodyPr>
            <a:lstStyle/>
            <a:p>
              <a:pPr indent="0" lvl="0" marL="0" marR="0" rtl="0" algn="ctr">
                <a:lnSpc>
                  <a:spcPct val="90000"/>
                </a:lnSpc>
                <a:spcBef>
                  <a:spcPts val="0"/>
                </a:spcBef>
                <a:spcAft>
                  <a:spcPts val="0"/>
                </a:spcAft>
                <a:buClr>
                  <a:schemeClr val="lt1"/>
                </a:buClr>
                <a:buSzPts val="1500"/>
                <a:buFont typeface="Century Gothic"/>
                <a:buNone/>
              </a:pPr>
              <a:r>
                <a:rPr b="0" i="0" lang="en-US" sz="1500" u="none" cap="none" strike="noStrike">
                  <a:solidFill>
                    <a:schemeClr val="lt1"/>
                  </a:solidFill>
                  <a:latin typeface="Century Gothic"/>
                  <a:ea typeface="Century Gothic"/>
                  <a:cs typeface="Century Gothic"/>
                  <a:sym typeface="Century Gothic"/>
                </a:rPr>
                <a:t>Cash Flow</a:t>
              </a:r>
              <a:endParaRPr b="0" i="0" sz="1400" u="none" cap="none" strike="noStrike">
                <a:solidFill>
                  <a:srgbClr val="000000"/>
                </a:solidFill>
                <a:latin typeface="Arial"/>
                <a:ea typeface="Arial"/>
                <a:cs typeface="Arial"/>
                <a:sym typeface="Arial"/>
              </a:endParaRPr>
            </a:p>
          </p:txBody>
        </p:sp>
        <p:sp>
          <p:nvSpPr>
            <p:cNvPr id="766" name="Google Shape;766;p23"/>
            <p:cNvSpPr/>
            <p:nvPr/>
          </p:nvSpPr>
          <p:spPr>
            <a:xfrm>
              <a:off x="7845405" y="47426"/>
              <a:ext cx="2177653" cy="871061"/>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7" name="Google Shape;767;p23"/>
            <p:cNvSpPr txBox="1"/>
            <p:nvPr/>
          </p:nvSpPr>
          <p:spPr>
            <a:xfrm>
              <a:off x="8280936" y="47426"/>
              <a:ext cx="1306592" cy="871061"/>
            </a:xfrm>
            <a:prstGeom prst="rect">
              <a:avLst/>
            </a:prstGeom>
            <a:noFill/>
            <a:ln>
              <a:noFill/>
            </a:ln>
          </p:spPr>
          <p:txBody>
            <a:bodyPr anchorCtr="0" anchor="ctr" bIns="20000" lIns="60000" spcFirstLastPara="1" rIns="20000" wrap="square" tIns="20000">
              <a:noAutofit/>
            </a:bodyPr>
            <a:lstStyle/>
            <a:p>
              <a:pPr indent="0" lvl="0" marL="0" marR="0" rtl="0" algn="ctr">
                <a:lnSpc>
                  <a:spcPct val="90000"/>
                </a:lnSpc>
                <a:spcBef>
                  <a:spcPts val="0"/>
                </a:spcBef>
                <a:spcAft>
                  <a:spcPts val="0"/>
                </a:spcAft>
                <a:buClr>
                  <a:schemeClr val="lt1"/>
                </a:buClr>
                <a:buSzPts val="1500"/>
                <a:buFont typeface="Century Gothic"/>
                <a:buNone/>
              </a:pPr>
              <a:r>
                <a:rPr b="0" i="0" lang="en-US" sz="1500" u="none" cap="none" strike="noStrike">
                  <a:solidFill>
                    <a:schemeClr val="lt1"/>
                  </a:solidFill>
                  <a:latin typeface="Century Gothic"/>
                  <a:ea typeface="Century Gothic"/>
                  <a:cs typeface="Century Gothic"/>
                  <a:sym typeface="Century Gothic"/>
                </a:rPr>
                <a:t>Bank Reco </a:t>
              </a:r>
              <a:endParaRPr b="0" i="0" sz="1400" u="none" cap="none" strike="noStrike">
                <a:solidFill>
                  <a:srgbClr val="000000"/>
                </a:solidFill>
                <a:latin typeface="Arial"/>
                <a:ea typeface="Arial"/>
                <a:cs typeface="Arial"/>
                <a:sym typeface="Arial"/>
              </a:endParaRPr>
            </a:p>
          </p:txBody>
        </p:sp>
        <p:sp>
          <p:nvSpPr>
            <p:cNvPr id="768" name="Google Shape;768;p23"/>
            <p:cNvSpPr/>
            <p:nvPr/>
          </p:nvSpPr>
          <p:spPr>
            <a:xfrm>
              <a:off x="9805292" y="8786"/>
              <a:ext cx="2177653" cy="871061"/>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9" name="Google Shape;769;p23"/>
            <p:cNvSpPr txBox="1"/>
            <p:nvPr/>
          </p:nvSpPr>
          <p:spPr>
            <a:xfrm>
              <a:off x="10240823" y="8786"/>
              <a:ext cx="1306592" cy="871061"/>
            </a:xfrm>
            <a:prstGeom prst="rect">
              <a:avLst/>
            </a:prstGeom>
            <a:noFill/>
            <a:ln>
              <a:noFill/>
            </a:ln>
          </p:spPr>
          <p:txBody>
            <a:bodyPr anchorCtr="0" anchor="ctr" bIns="20000" lIns="60000" spcFirstLastPara="1" rIns="20000" wrap="square" tIns="20000">
              <a:noAutofit/>
            </a:bodyPr>
            <a:lstStyle/>
            <a:p>
              <a:pPr indent="0" lvl="0" marL="0" marR="0" rtl="0" algn="ctr">
                <a:lnSpc>
                  <a:spcPct val="90000"/>
                </a:lnSpc>
                <a:spcBef>
                  <a:spcPts val="0"/>
                </a:spcBef>
                <a:spcAft>
                  <a:spcPts val="0"/>
                </a:spcAft>
                <a:buClr>
                  <a:schemeClr val="lt1"/>
                </a:buClr>
                <a:buSzPts val="1500"/>
                <a:buFont typeface="Century Gothic"/>
                <a:buNone/>
              </a:pPr>
              <a:r>
                <a:t/>
              </a:r>
              <a:endParaRPr b="0" i="0" sz="1500" u="none" cap="none" strike="noStrike">
                <a:solidFill>
                  <a:schemeClr val="lt1"/>
                </a:solidFill>
                <a:latin typeface="Century Gothic"/>
                <a:ea typeface="Century Gothic"/>
                <a:cs typeface="Century Gothic"/>
                <a:sym typeface="Century Gothic"/>
              </a:endParaRPr>
            </a:p>
          </p:txBody>
        </p:sp>
      </p:grpSp>
      <p:grpSp>
        <p:nvGrpSpPr>
          <p:cNvPr id="770" name="Google Shape;770;p23"/>
          <p:cNvGrpSpPr/>
          <p:nvPr/>
        </p:nvGrpSpPr>
        <p:grpSpPr>
          <a:xfrm>
            <a:off x="5853" y="5780668"/>
            <a:ext cx="11977092" cy="909701"/>
            <a:chOff x="5853" y="8786"/>
            <a:chExt cx="11977092" cy="909701"/>
          </a:xfrm>
        </p:grpSpPr>
        <p:sp>
          <p:nvSpPr>
            <p:cNvPr id="771" name="Google Shape;771;p23"/>
            <p:cNvSpPr/>
            <p:nvPr/>
          </p:nvSpPr>
          <p:spPr>
            <a:xfrm>
              <a:off x="5853" y="47426"/>
              <a:ext cx="2177653" cy="871061"/>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2" name="Google Shape;772;p23"/>
            <p:cNvSpPr txBox="1"/>
            <p:nvPr/>
          </p:nvSpPr>
          <p:spPr>
            <a:xfrm>
              <a:off x="441384" y="47426"/>
              <a:ext cx="1306592" cy="871061"/>
            </a:xfrm>
            <a:prstGeom prst="rect">
              <a:avLst/>
            </a:prstGeom>
            <a:noFill/>
            <a:ln>
              <a:noFill/>
            </a:ln>
          </p:spPr>
          <p:txBody>
            <a:bodyPr anchorCtr="0" anchor="ctr" bIns="20000" lIns="60000" spcFirstLastPara="1" rIns="20000" wrap="square" tIns="20000">
              <a:noAutofit/>
            </a:bodyPr>
            <a:lstStyle/>
            <a:p>
              <a:pPr indent="0" lvl="0" marL="0" marR="0" rtl="0" algn="ctr">
                <a:lnSpc>
                  <a:spcPct val="90000"/>
                </a:lnSpc>
                <a:spcBef>
                  <a:spcPts val="0"/>
                </a:spcBef>
                <a:spcAft>
                  <a:spcPts val="0"/>
                </a:spcAft>
                <a:buClr>
                  <a:schemeClr val="lt1"/>
                </a:buClr>
                <a:buSzPts val="1500"/>
                <a:buFont typeface="Century Gothic"/>
                <a:buNone/>
              </a:pPr>
              <a:r>
                <a:rPr b="0" i="0" lang="en-US" sz="1500" u="none" cap="none" strike="noStrike">
                  <a:solidFill>
                    <a:schemeClr val="lt1"/>
                  </a:solidFill>
                  <a:latin typeface="Century Gothic"/>
                  <a:ea typeface="Century Gothic"/>
                  <a:cs typeface="Century Gothic"/>
                  <a:sym typeface="Century Gothic"/>
                </a:rPr>
                <a:t>Reporting</a:t>
              </a:r>
              <a:endParaRPr b="0" i="0" sz="1400" u="none" cap="none" strike="noStrike">
                <a:solidFill>
                  <a:srgbClr val="000000"/>
                </a:solidFill>
                <a:latin typeface="Arial"/>
                <a:ea typeface="Arial"/>
                <a:cs typeface="Arial"/>
                <a:sym typeface="Arial"/>
              </a:endParaRPr>
            </a:p>
          </p:txBody>
        </p:sp>
        <p:sp>
          <p:nvSpPr>
            <p:cNvPr id="773" name="Google Shape;773;p23"/>
            <p:cNvSpPr/>
            <p:nvPr/>
          </p:nvSpPr>
          <p:spPr>
            <a:xfrm>
              <a:off x="1965741" y="47426"/>
              <a:ext cx="2177653" cy="871061"/>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4" name="Google Shape;774;p23"/>
            <p:cNvSpPr txBox="1"/>
            <p:nvPr/>
          </p:nvSpPr>
          <p:spPr>
            <a:xfrm>
              <a:off x="2401272" y="47426"/>
              <a:ext cx="1306592" cy="871061"/>
            </a:xfrm>
            <a:prstGeom prst="rect">
              <a:avLst/>
            </a:prstGeom>
            <a:noFill/>
            <a:ln>
              <a:noFill/>
            </a:ln>
          </p:spPr>
          <p:txBody>
            <a:bodyPr anchorCtr="0" anchor="ctr" bIns="20000" lIns="60000" spcFirstLastPara="1" rIns="20000" wrap="square" tIns="20000">
              <a:noAutofit/>
            </a:bodyPr>
            <a:lstStyle/>
            <a:p>
              <a:pPr indent="0" lvl="0" marL="0" marR="0" rtl="0" algn="ctr">
                <a:lnSpc>
                  <a:spcPct val="90000"/>
                </a:lnSpc>
                <a:spcBef>
                  <a:spcPts val="0"/>
                </a:spcBef>
                <a:spcAft>
                  <a:spcPts val="0"/>
                </a:spcAft>
                <a:buClr>
                  <a:schemeClr val="lt1"/>
                </a:buClr>
                <a:buSzPts val="1500"/>
                <a:buFont typeface="Century Gothic"/>
                <a:buNone/>
              </a:pPr>
              <a:r>
                <a:rPr b="0" i="0" lang="en-US" sz="1500" u="none" cap="none" strike="noStrike">
                  <a:solidFill>
                    <a:schemeClr val="lt1"/>
                  </a:solidFill>
                  <a:latin typeface="Century Gothic"/>
                  <a:ea typeface="Century Gothic"/>
                  <a:cs typeface="Century Gothic"/>
                  <a:sym typeface="Century Gothic"/>
                </a:rPr>
                <a:t>MIS </a:t>
              </a:r>
              <a:endParaRPr b="0" i="0" sz="1400" u="none" cap="none" strike="noStrike">
                <a:solidFill>
                  <a:srgbClr val="000000"/>
                </a:solidFill>
                <a:latin typeface="Arial"/>
                <a:ea typeface="Arial"/>
                <a:cs typeface="Arial"/>
                <a:sym typeface="Arial"/>
              </a:endParaRPr>
            </a:p>
          </p:txBody>
        </p:sp>
        <p:sp>
          <p:nvSpPr>
            <p:cNvPr id="775" name="Google Shape;775;p23"/>
            <p:cNvSpPr/>
            <p:nvPr/>
          </p:nvSpPr>
          <p:spPr>
            <a:xfrm>
              <a:off x="3925629" y="47426"/>
              <a:ext cx="2177653" cy="871061"/>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6" name="Google Shape;776;p23"/>
            <p:cNvSpPr txBox="1"/>
            <p:nvPr/>
          </p:nvSpPr>
          <p:spPr>
            <a:xfrm>
              <a:off x="4361160" y="47426"/>
              <a:ext cx="1306592" cy="871061"/>
            </a:xfrm>
            <a:prstGeom prst="rect">
              <a:avLst/>
            </a:prstGeom>
            <a:noFill/>
            <a:ln>
              <a:noFill/>
            </a:ln>
          </p:spPr>
          <p:txBody>
            <a:bodyPr anchorCtr="0" anchor="ctr" bIns="20000" lIns="60000" spcFirstLastPara="1" rIns="20000" wrap="square" tIns="20000">
              <a:noAutofit/>
            </a:bodyPr>
            <a:lstStyle/>
            <a:p>
              <a:pPr indent="0" lvl="0" marL="0" marR="0" rtl="0" algn="ctr">
                <a:lnSpc>
                  <a:spcPct val="90000"/>
                </a:lnSpc>
                <a:spcBef>
                  <a:spcPts val="0"/>
                </a:spcBef>
                <a:spcAft>
                  <a:spcPts val="0"/>
                </a:spcAft>
                <a:buClr>
                  <a:schemeClr val="lt1"/>
                </a:buClr>
                <a:buSzPts val="1500"/>
                <a:buFont typeface="Century Gothic"/>
                <a:buNone/>
              </a:pPr>
              <a:r>
                <a:rPr b="0" i="0" lang="en-US" sz="1500" u="none" cap="none" strike="noStrike">
                  <a:solidFill>
                    <a:schemeClr val="lt1"/>
                  </a:solidFill>
                  <a:latin typeface="Century Gothic"/>
                  <a:ea typeface="Century Gothic"/>
                  <a:cs typeface="Century Gothic"/>
                  <a:sym typeface="Century Gothic"/>
                </a:rPr>
                <a:t>Monthly &amp; Yearly working report</a:t>
              </a:r>
              <a:endParaRPr b="0" i="0" sz="1400" u="none" cap="none" strike="noStrike">
                <a:solidFill>
                  <a:srgbClr val="000000"/>
                </a:solidFill>
                <a:latin typeface="Arial"/>
                <a:ea typeface="Arial"/>
                <a:cs typeface="Arial"/>
                <a:sym typeface="Arial"/>
              </a:endParaRPr>
            </a:p>
          </p:txBody>
        </p:sp>
        <p:sp>
          <p:nvSpPr>
            <p:cNvPr id="777" name="Google Shape;777;p23"/>
            <p:cNvSpPr/>
            <p:nvPr/>
          </p:nvSpPr>
          <p:spPr>
            <a:xfrm>
              <a:off x="5945402" y="17488"/>
              <a:ext cx="2177653" cy="871061"/>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8" name="Google Shape;778;p23"/>
            <p:cNvSpPr txBox="1"/>
            <p:nvPr/>
          </p:nvSpPr>
          <p:spPr>
            <a:xfrm>
              <a:off x="6380933" y="17488"/>
              <a:ext cx="1306592" cy="871061"/>
            </a:xfrm>
            <a:prstGeom prst="rect">
              <a:avLst/>
            </a:prstGeom>
            <a:noFill/>
            <a:ln>
              <a:noFill/>
            </a:ln>
          </p:spPr>
          <p:txBody>
            <a:bodyPr anchorCtr="0" anchor="ctr" bIns="20000" lIns="60000" spcFirstLastPara="1" rIns="20000" wrap="square" tIns="20000">
              <a:noAutofit/>
            </a:bodyPr>
            <a:lstStyle/>
            <a:p>
              <a:pPr indent="0" lvl="0" marL="0" marR="0" rtl="0" algn="ctr">
                <a:lnSpc>
                  <a:spcPct val="90000"/>
                </a:lnSpc>
                <a:spcBef>
                  <a:spcPts val="0"/>
                </a:spcBef>
                <a:spcAft>
                  <a:spcPts val="0"/>
                </a:spcAft>
                <a:buClr>
                  <a:schemeClr val="lt1"/>
                </a:buClr>
                <a:buSzPts val="1500"/>
                <a:buFont typeface="Century Gothic"/>
                <a:buNone/>
              </a:pPr>
              <a:r>
                <a:t/>
              </a:r>
              <a:endParaRPr b="0" i="0" sz="1500" u="none" cap="none" strike="noStrike">
                <a:solidFill>
                  <a:schemeClr val="lt1"/>
                </a:solidFill>
                <a:latin typeface="Century Gothic"/>
                <a:ea typeface="Century Gothic"/>
                <a:cs typeface="Century Gothic"/>
                <a:sym typeface="Century Gothic"/>
              </a:endParaRPr>
            </a:p>
          </p:txBody>
        </p:sp>
        <p:sp>
          <p:nvSpPr>
            <p:cNvPr id="779" name="Google Shape;779;p23"/>
            <p:cNvSpPr/>
            <p:nvPr/>
          </p:nvSpPr>
          <p:spPr>
            <a:xfrm>
              <a:off x="7845405" y="47426"/>
              <a:ext cx="2177653" cy="871061"/>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0" name="Google Shape;780;p23"/>
            <p:cNvSpPr txBox="1"/>
            <p:nvPr/>
          </p:nvSpPr>
          <p:spPr>
            <a:xfrm>
              <a:off x="8280936" y="47426"/>
              <a:ext cx="1306592" cy="871061"/>
            </a:xfrm>
            <a:prstGeom prst="rect">
              <a:avLst/>
            </a:prstGeom>
            <a:noFill/>
            <a:ln>
              <a:noFill/>
            </a:ln>
          </p:spPr>
          <p:txBody>
            <a:bodyPr anchorCtr="0" anchor="ctr" bIns="20000" lIns="60000" spcFirstLastPara="1" rIns="20000" wrap="square" tIns="20000">
              <a:noAutofit/>
            </a:bodyPr>
            <a:lstStyle/>
            <a:p>
              <a:pPr indent="0" lvl="0" marL="0" marR="0" rtl="0" algn="ctr">
                <a:lnSpc>
                  <a:spcPct val="90000"/>
                </a:lnSpc>
                <a:spcBef>
                  <a:spcPts val="0"/>
                </a:spcBef>
                <a:spcAft>
                  <a:spcPts val="0"/>
                </a:spcAft>
                <a:buClr>
                  <a:schemeClr val="lt1"/>
                </a:buClr>
                <a:buSzPts val="1500"/>
                <a:buFont typeface="Century Gothic"/>
                <a:buNone/>
              </a:pPr>
              <a:r>
                <a:t/>
              </a:r>
              <a:endParaRPr b="0" i="0" sz="1500" u="none" cap="none" strike="noStrike">
                <a:solidFill>
                  <a:schemeClr val="lt1"/>
                </a:solidFill>
                <a:latin typeface="Century Gothic"/>
                <a:ea typeface="Century Gothic"/>
                <a:cs typeface="Century Gothic"/>
                <a:sym typeface="Century Gothic"/>
              </a:endParaRPr>
            </a:p>
          </p:txBody>
        </p:sp>
        <p:sp>
          <p:nvSpPr>
            <p:cNvPr id="781" name="Google Shape;781;p23"/>
            <p:cNvSpPr/>
            <p:nvPr/>
          </p:nvSpPr>
          <p:spPr>
            <a:xfrm>
              <a:off x="9805292" y="8786"/>
              <a:ext cx="2177653" cy="871061"/>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2" name="Google Shape;782;p23"/>
            <p:cNvSpPr txBox="1"/>
            <p:nvPr/>
          </p:nvSpPr>
          <p:spPr>
            <a:xfrm>
              <a:off x="10240823" y="8786"/>
              <a:ext cx="1306592" cy="871061"/>
            </a:xfrm>
            <a:prstGeom prst="rect">
              <a:avLst/>
            </a:prstGeom>
            <a:noFill/>
            <a:ln>
              <a:noFill/>
            </a:ln>
          </p:spPr>
          <p:txBody>
            <a:bodyPr anchorCtr="0" anchor="ctr" bIns="20000" lIns="60000" spcFirstLastPara="1" rIns="20000" wrap="square" tIns="20000">
              <a:noAutofit/>
            </a:bodyPr>
            <a:lstStyle/>
            <a:p>
              <a:pPr indent="0" lvl="0" marL="0" marR="0" rtl="0" algn="ctr">
                <a:lnSpc>
                  <a:spcPct val="90000"/>
                </a:lnSpc>
                <a:spcBef>
                  <a:spcPts val="0"/>
                </a:spcBef>
                <a:spcAft>
                  <a:spcPts val="0"/>
                </a:spcAft>
                <a:buClr>
                  <a:schemeClr val="lt1"/>
                </a:buClr>
                <a:buSzPts val="1500"/>
                <a:buFont typeface="Century Gothic"/>
                <a:buNone/>
              </a:pPr>
              <a:r>
                <a:t/>
              </a:r>
              <a:endParaRPr b="0" i="0" sz="1500" u="none" cap="none" strike="noStrike">
                <a:solidFill>
                  <a:schemeClr val="lt1"/>
                </a:solidFill>
                <a:latin typeface="Century Gothic"/>
                <a:ea typeface="Century Gothic"/>
                <a:cs typeface="Century Gothic"/>
                <a:sym typeface="Century Gothic"/>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6" name="Shape 786"/>
        <p:cNvGrpSpPr/>
        <p:nvPr/>
      </p:nvGrpSpPr>
      <p:grpSpPr>
        <a:xfrm>
          <a:off x="0" y="0"/>
          <a:ext cx="0" cy="0"/>
          <a:chOff x="0" y="0"/>
          <a:chExt cx="0" cy="0"/>
        </a:xfrm>
      </p:grpSpPr>
      <p:grpSp>
        <p:nvGrpSpPr>
          <p:cNvPr id="787" name="Google Shape;787;p24"/>
          <p:cNvGrpSpPr/>
          <p:nvPr/>
        </p:nvGrpSpPr>
        <p:grpSpPr>
          <a:xfrm>
            <a:off x="209053" y="1294530"/>
            <a:ext cx="11977092" cy="918488"/>
            <a:chOff x="5853" y="47426"/>
            <a:chExt cx="11977092" cy="918488"/>
          </a:xfrm>
        </p:grpSpPr>
        <p:sp>
          <p:nvSpPr>
            <p:cNvPr id="788" name="Google Shape;788;p24"/>
            <p:cNvSpPr/>
            <p:nvPr/>
          </p:nvSpPr>
          <p:spPr>
            <a:xfrm>
              <a:off x="5853" y="94853"/>
              <a:ext cx="2177653" cy="871061"/>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9" name="Google Shape;789;p24"/>
            <p:cNvSpPr txBox="1"/>
            <p:nvPr/>
          </p:nvSpPr>
          <p:spPr>
            <a:xfrm>
              <a:off x="441384" y="94853"/>
              <a:ext cx="1306592" cy="871061"/>
            </a:xfrm>
            <a:prstGeom prst="rect">
              <a:avLst/>
            </a:prstGeom>
            <a:noFill/>
            <a:ln>
              <a:noFill/>
            </a:ln>
          </p:spPr>
          <p:txBody>
            <a:bodyPr anchorCtr="0" anchor="ctr" bIns="22650" lIns="68000" spcFirstLastPara="1" rIns="22650" wrap="square" tIns="22650">
              <a:noAutofit/>
            </a:bodyPr>
            <a:lstStyle/>
            <a:p>
              <a:pPr indent="0" lvl="0" marL="0" marR="0" rtl="0" algn="ctr">
                <a:lnSpc>
                  <a:spcPct val="90000"/>
                </a:lnSpc>
                <a:spcBef>
                  <a:spcPts val="0"/>
                </a:spcBef>
                <a:spcAft>
                  <a:spcPts val="0"/>
                </a:spcAft>
                <a:buClr>
                  <a:schemeClr val="lt1"/>
                </a:buClr>
                <a:buSzPts val="1700"/>
                <a:buFont typeface="Century Gothic"/>
                <a:buNone/>
              </a:pPr>
              <a:r>
                <a:rPr b="0" i="0" lang="en-US" sz="1700" u="none" cap="none" strike="noStrike">
                  <a:solidFill>
                    <a:schemeClr val="lt1"/>
                  </a:solidFill>
                  <a:latin typeface="Century Gothic"/>
                  <a:ea typeface="Century Gothic"/>
                  <a:cs typeface="Century Gothic"/>
                  <a:sym typeface="Century Gothic"/>
                </a:rPr>
                <a:t>Manage all IT Job</a:t>
              </a:r>
              <a:endParaRPr b="0" i="0" sz="1400" u="none" cap="none" strike="noStrike">
                <a:solidFill>
                  <a:srgbClr val="000000"/>
                </a:solidFill>
                <a:latin typeface="Arial"/>
                <a:ea typeface="Arial"/>
                <a:cs typeface="Arial"/>
                <a:sym typeface="Arial"/>
              </a:endParaRPr>
            </a:p>
          </p:txBody>
        </p:sp>
        <p:sp>
          <p:nvSpPr>
            <p:cNvPr id="790" name="Google Shape;790;p24"/>
            <p:cNvSpPr/>
            <p:nvPr/>
          </p:nvSpPr>
          <p:spPr>
            <a:xfrm>
              <a:off x="1965741" y="47426"/>
              <a:ext cx="2177653" cy="871061"/>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1" name="Google Shape;791;p24"/>
            <p:cNvSpPr txBox="1"/>
            <p:nvPr/>
          </p:nvSpPr>
          <p:spPr>
            <a:xfrm>
              <a:off x="2401272" y="47426"/>
              <a:ext cx="1306592" cy="871061"/>
            </a:xfrm>
            <a:prstGeom prst="rect">
              <a:avLst/>
            </a:prstGeom>
            <a:noFill/>
            <a:ln>
              <a:noFill/>
            </a:ln>
          </p:spPr>
          <p:txBody>
            <a:bodyPr anchorCtr="0" anchor="ctr" bIns="22650" lIns="68000" spcFirstLastPara="1" rIns="22650" wrap="square" tIns="22650">
              <a:noAutofit/>
            </a:bodyPr>
            <a:lstStyle/>
            <a:p>
              <a:pPr indent="0" lvl="0" marL="0" marR="0" rtl="0" algn="ctr">
                <a:lnSpc>
                  <a:spcPct val="90000"/>
                </a:lnSpc>
                <a:spcBef>
                  <a:spcPts val="0"/>
                </a:spcBef>
                <a:spcAft>
                  <a:spcPts val="0"/>
                </a:spcAft>
                <a:buClr>
                  <a:schemeClr val="lt1"/>
                </a:buClr>
                <a:buSzPts val="1700"/>
                <a:buFont typeface="Century Gothic"/>
                <a:buNone/>
              </a:pPr>
              <a:r>
                <a:rPr b="0" i="0" lang="en-US" sz="1700" u="none" cap="none" strike="noStrike">
                  <a:solidFill>
                    <a:schemeClr val="lt1"/>
                  </a:solidFill>
                  <a:latin typeface="Century Gothic"/>
                  <a:ea typeface="Century Gothic"/>
                  <a:cs typeface="Century Gothic"/>
                  <a:sym typeface="Century Gothic"/>
                </a:rPr>
                <a:t>Laptop</a:t>
              </a:r>
              <a:endParaRPr b="0" i="0" sz="1400" u="none" cap="none" strike="noStrike">
                <a:solidFill>
                  <a:srgbClr val="000000"/>
                </a:solidFill>
                <a:latin typeface="Arial"/>
                <a:ea typeface="Arial"/>
                <a:cs typeface="Arial"/>
                <a:sym typeface="Arial"/>
              </a:endParaRPr>
            </a:p>
          </p:txBody>
        </p:sp>
        <p:sp>
          <p:nvSpPr>
            <p:cNvPr id="792" name="Google Shape;792;p24"/>
            <p:cNvSpPr/>
            <p:nvPr/>
          </p:nvSpPr>
          <p:spPr>
            <a:xfrm>
              <a:off x="3925629" y="47426"/>
              <a:ext cx="2177653" cy="871061"/>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3" name="Google Shape;793;p24"/>
            <p:cNvSpPr txBox="1"/>
            <p:nvPr/>
          </p:nvSpPr>
          <p:spPr>
            <a:xfrm>
              <a:off x="4361160" y="47426"/>
              <a:ext cx="1306592" cy="871061"/>
            </a:xfrm>
            <a:prstGeom prst="rect">
              <a:avLst/>
            </a:prstGeom>
            <a:noFill/>
            <a:ln>
              <a:noFill/>
            </a:ln>
          </p:spPr>
          <p:txBody>
            <a:bodyPr anchorCtr="0" anchor="ctr" bIns="22650" lIns="68000" spcFirstLastPara="1" rIns="22650" wrap="square" tIns="22650">
              <a:noAutofit/>
            </a:bodyPr>
            <a:lstStyle/>
            <a:p>
              <a:pPr indent="0" lvl="0" marL="0" marR="0" rtl="0" algn="ctr">
                <a:lnSpc>
                  <a:spcPct val="90000"/>
                </a:lnSpc>
                <a:spcBef>
                  <a:spcPts val="0"/>
                </a:spcBef>
                <a:spcAft>
                  <a:spcPts val="0"/>
                </a:spcAft>
                <a:buClr>
                  <a:schemeClr val="lt1"/>
                </a:buClr>
                <a:buSzPts val="1700"/>
                <a:buFont typeface="Century Gothic"/>
                <a:buNone/>
              </a:pPr>
              <a:r>
                <a:rPr b="0" i="0" lang="en-US" sz="1700" u="none" cap="none" strike="noStrike">
                  <a:solidFill>
                    <a:schemeClr val="lt1"/>
                  </a:solidFill>
                  <a:latin typeface="Century Gothic"/>
                  <a:ea typeface="Century Gothic"/>
                  <a:cs typeface="Century Gothic"/>
                  <a:sym typeface="Century Gothic"/>
                </a:rPr>
                <a:t>Backend</a:t>
              </a:r>
              <a:endParaRPr b="0" i="0" sz="1400" u="none" cap="none" strike="noStrike">
                <a:solidFill>
                  <a:srgbClr val="000000"/>
                </a:solidFill>
                <a:latin typeface="Arial"/>
                <a:ea typeface="Arial"/>
                <a:cs typeface="Arial"/>
                <a:sym typeface="Arial"/>
              </a:endParaRPr>
            </a:p>
          </p:txBody>
        </p:sp>
        <p:sp>
          <p:nvSpPr>
            <p:cNvPr id="794" name="Google Shape;794;p24"/>
            <p:cNvSpPr/>
            <p:nvPr/>
          </p:nvSpPr>
          <p:spPr>
            <a:xfrm>
              <a:off x="5885517" y="47426"/>
              <a:ext cx="2177653" cy="871061"/>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5" name="Google Shape;795;p24"/>
            <p:cNvSpPr txBox="1"/>
            <p:nvPr/>
          </p:nvSpPr>
          <p:spPr>
            <a:xfrm>
              <a:off x="6321048" y="47426"/>
              <a:ext cx="1306592" cy="871061"/>
            </a:xfrm>
            <a:prstGeom prst="rect">
              <a:avLst/>
            </a:prstGeom>
            <a:noFill/>
            <a:ln>
              <a:noFill/>
            </a:ln>
          </p:spPr>
          <p:txBody>
            <a:bodyPr anchorCtr="0" anchor="ctr" bIns="22650" lIns="68000" spcFirstLastPara="1" rIns="22650" wrap="square" tIns="22650">
              <a:noAutofit/>
            </a:bodyPr>
            <a:lstStyle/>
            <a:p>
              <a:pPr indent="0" lvl="0" marL="0" marR="0" rtl="0" algn="ctr">
                <a:lnSpc>
                  <a:spcPct val="90000"/>
                </a:lnSpc>
                <a:spcBef>
                  <a:spcPts val="0"/>
                </a:spcBef>
                <a:spcAft>
                  <a:spcPts val="0"/>
                </a:spcAft>
                <a:buClr>
                  <a:schemeClr val="lt1"/>
                </a:buClr>
                <a:buSzPts val="1700"/>
                <a:buFont typeface="Century Gothic"/>
                <a:buNone/>
              </a:pPr>
              <a:r>
                <a:rPr b="0" i="0" lang="en-US" sz="1700" u="none" cap="none" strike="noStrike">
                  <a:solidFill>
                    <a:schemeClr val="lt1"/>
                  </a:solidFill>
                  <a:latin typeface="Century Gothic"/>
                  <a:ea typeface="Century Gothic"/>
                  <a:cs typeface="Century Gothic"/>
                  <a:sym typeface="Century Gothic"/>
                </a:rPr>
                <a:t>Server</a:t>
              </a:r>
              <a:endParaRPr b="0" i="0" sz="1400" u="none" cap="none" strike="noStrike">
                <a:solidFill>
                  <a:srgbClr val="000000"/>
                </a:solidFill>
                <a:latin typeface="Arial"/>
                <a:ea typeface="Arial"/>
                <a:cs typeface="Arial"/>
                <a:sym typeface="Arial"/>
              </a:endParaRPr>
            </a:p>
          </p:txBody>
        </p:sp>
        <p:sp>
          <p:nvSpPr>
            <p:cNvPr id="796" name="Google Shape;796;p24"/>
            <p:cNvSpPr/>
            <p:nvPr/>
          </p:nvSpPr>
          <p:spPr>
            <a:xfrm>
              <a:off x="7845405" y="47426"/>
              <a:ext cx="2177653" cy="871061"/>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7" name="Google Shape;797;p24"/>
            <p:cNvSpPr txBox="1"/>
            <p:nvPr/>
          </p:nvSpPr>
          <p:spPr>
            <a:xfrm>
              <a:off x="8280936" y="47426"/>
              <a:ext cx="1306592" cy="871061"/>
            </a:xfrm>
            <a:prstGeom prst="rect">
              <a:avLst/>
            </a:prstGeom>
            <a:noFill/>
            <a:ln>
              <a:noFill/>
            </a:ln>
          </p:spPr>
          <p:txBody>
            <a:bodyPr anchorCtr="0" anchor="ctr" bIns="22650" lIns="68000" spcFirstLastPara="1" rIns="22650" wrap="square" tIns="22650">
              <a:noAutofit/>
            </a:bodyPr>
            <a:lstStyle/>
            <a:p>
              <a:pPr indent="0" lvl="0" marL="0" marR="0" rtl="0" algn="ctr">
                <a:lnSpc>
                  <a:spcPct val="90000"/>
                </a:lnSpc>
                <a:spcBef>
                  <a:spcPts val="0"/>
                </a:spcBef>
                <a:spcAft>
                  <a:spcPts val="0"/>
                </a:spcAft>
                <a:buClr>
                  <a:schemeClr val="lt1"/>
                </a:buClr>
                <a:buSzPts val="1700"/>
                <a:buFont typeface="Century Gothic"/>
                <a:buNone/>
              </a:pPr>
              <a:r>
                <a:rPr b="0" i="0" lang="en-US" sz="1700" u="none" cap="none" strike="noStrike">
                  <a:solidFill>
                    <a:schemeClr val="lt1"/>
                  </a:solidFill>
                  <a:latin typeface="Century Gothic"/>
                  <a:ea typeface="Century Gothic"/>
                  <a:cs typeface="Century Gothic"/>
                  <a:sym typeface="Century Gothic"/>
                </a:rPr>
                <a:t>CCTV/EPBX</a:t>
              </a:r>
              <a:endParaRPr b="0" i="0" sz="1400" u="none" cap="none" strike="noStrike">
                <a:solidFill>
                  <a:srgbClr val="000000"/>
                </a:solidFill>
                <a:latin typeface="Arial"/>
                <a:ea typeface="Arial"/>
                <a:cs typeface="Arial"/>
                <a:sym typeface="Arial"/>
              </a:endParaRPr>
            </a:p>
          </p:txBody>
        </p:sp>
        <p:sp>
          <p:nvSpPr>
            <p:cNvPr id="798" name="Google Shape;798;p24"/>
            <p:cNvSpPr/>
            <p:nvPr/>
          </p:nvSpPr>
          <p:spPr>
            <a:xfrm>
              <a:off x="9805292" y="47426"/>
              <a:ext cx="2177653" cy="871061"/>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9" name="Google Shape;799;p24"/>
            <p:cNvSpPr txBox="1"/>
            <p:nvPr/>
          </p:nvSpPr>
          <p:spPr>
            <a:xfrm>
              <a:off x="10240823" y="47426"/>
              <a:ext cx="1306592" cy="871061"/>
            </a:xfrm>
            <a:prstGeom prst="rect">
              <a:avLst/>
            </a:prstGeom>
            <a:noFill/>
            <a:ln>
              <a:noFill/>
            </a:ln>
          </p:spPr>
          <p:txBody>
            <a:bodyPr anchorCtr="0" anchor="ctr" bIns="22650" lIns="68000" spcFirstLastPara="1" rIns="22650" wrap="square" tIns="22650">
              <a:noAutofit/>
            </a:bodyPr>
            <a:lstStyle/>
            <a:p>
              <a:pPr indent="0" lvl="0" marL="0" marR="0" rtl="0" algn="ctr">
                <a:lnSpc>
                  <a:spcPct val="90000"/>
                </a:lnSpc>
                <a:spcBef>
                  <a:spcPts val="0"/>
                </a:spcBef>
                <a:spcAft>
                  <a:spcPts val="0"/>
                </a:spcAft>
                <a:buClr>
                  <a:schemeClr val="lt1"/>
                </a:buClr>
                <a:buSzPts val="1700"/>
                <a:buFont typeface="Century Gothic"/>
                <a:buNone/>
              </a:pPr>
              <a:r>
                <a:t/>
              </a:r>
              <a:endParaRPr b="0" i="0" sz="1700" u="none" cap="none" strike="noStrike">
                <a:solidFill>
                  <a:schemeClr val="lt1"/>
                </a:solidFill>
                <a:latin typeface="Century Gothic"/>
                <a:ea typeface="Century Gothic"/>
                <a:cs typeface="Century Gothic"/>
                <a:sym typeface="Century Gothic"/>
              </a:endParaRPr>
            </a:p>
          </p:txBody>
        </p:sp>
      </p:grpSp>
      <p:grpSp>
        <p:nvGrpSpPr>
          <p:cNvPr id="800" name="Google Shape;800;p24"/>
          <p:cNvGrpSpPr/>
          <p:nvPr/>
        </p:nvGrpSpPr>
        <p:grpSpPr>
          <a:xfrm>
            <a:off x="203200" y="2401851"/>
            <a:ext cx="11988800" cy="782539"/>
            <a:chOff x="0" y="75068"/>
            <a:chExt cx="11988800" cy="782539"/>
          </a:xfrm>
        </p:grpSpPr>
        <p:sp>
          <p:nvSpPr>
            <p:cNvPr id="801" name="Google Shape;801;p24"/>
            <p:cNvSpPr/>
            <p:nvPr/>
          </p:nvSpPr>
          <p:spPr>
            <a:xfrm>
              <a:off x="0" y="108307"/>
              <a:ext cx="1873250" cy="749300"/>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2" name="Google Shape;802;p24"/>
            <p:cNvSpPr txBox="1"/>
            <p:nvPr/>
          </p:nvSpPr>
          <p:spPr>
            <a:xfrm>
              <a:off x="374650" y="108307"/>
              <a:ext cx="1123950" cy="749300"/>
            </a:xfrm>
            <a:prstGeom prst="rect">
              <a:avLst/>
            </a:prstGeom>
            <a:noFill/>
            <a:ln>
              <a:noFill/>
            </a:ln>
          </p:spPr>
          <p:txBody>
            <a:bodyPr anchorCtr="0" anchor="ctr" bIns="20000" lIns="60000" spcFirstLastPara="1" rIns="20000" wrap="square" tIns="20000">
              <a:noAutofit/>
            </a:bodyPr>
            <a:lstStyle/>
            <a:p>
              <a:pPr indent="0" lvl="0" marL="0" marR="0" rtl="0" algn="ctr">
                <a:lnSpc>
                  <a:spcPct val="90000"/>
                </a:lnSpc>
                <a:spcBef>
                  <a:spcPts val="0"/>
                </a:spcBef>
                <a:spcAft>
                  <a:spcPts val="0"/>
                </a:spcAft>
                <a:buClr>
                  <a:schemeClr val="lt1"/>
                </a:buClr>
                <a:buSzPts val="1500"/>
                <a:buFont typeface="Century Gothic"/>
                <a:buNone/>
              </a:pPr>
              <a:r>
                <a:rPr b="0" i="0" lang="en-US" sz="1500" u="none" cap="none" strike="noStrike">
                  <a:solidFill>
                    <a:schemeClr val="lt1"/>
                  </a:solidFill>
                  <a:latin typeface="Century Gothic"/>
                  <a:ea typeface="Century Gothic"/>
                  <a:cs typeface="Century Gothic"/>
                  <a:sym typeface="Century Gothic"/>
                </a:rPr>
                <a:t>SAP SOFTWARE</a:t>
              </a:r>
              <a:endParaRPr b="0" i="0" sz="1400" u="none" cap="none" strike="noStrike">
                <a:solidFill>
                  <a:srgbClr val="000000"/>
                </a:solidFill>
                <a:latin typeface="Arial"/>
                <a:ea typeface="Arial"/>
                <a:cs typeface="Arial"/>
                <a:sym typeface="Arial"/>
              </a:endParaRPr>
            </a:p>
          </p:txBody>
        </p:sp>
        <p:sp>
          <p:nvSpPr>
            <p:cNvPr id="803" name="Google Shape;803;p24"/>
            <p:cNvSpPr/>
            <p:nvPr/>
          </p:nvSpPr>
          <p:spPr>
            <a:xfrm>
              <a:off x="1685924" y="108307"/>
              <a:ext cx="1873250" cy="749300"/>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4" name="Google Shape;804;p24"/>
            <p:cNvSpPr txBox="1"/>
            <p:nvPr/>
          </p:nvSpPr>
          <p:spPr>
            <a:xfrm>
              <a:off x="2060574" y="108307"/>
              <a:ext cx="1123950" cy="749300"/>
            </a:xfrm>
            <a:prstGeom prst="rect">
              <a:avLst/>
            </a:prstGeom>
            <a:noFill/>
            <a:ln>
              <a:noFill/>
            </a:ln>
          </p:spPr>
          <p:txBody>
            <a:bodyPr anchorCtr="0" anchor="ctr" bIns="20000" lIns="60000" spcFirstLastPara="1" rIns="20000" wrap="square" tIns="20000">
              <a:noAutofit/>
            </a:bodyPr>
            <a:lstStyle/>
            <a:p>
              <a:pPr indent="0" lvl="0" marL="0" marR="0" rtl="0" algn="ctr">
                <a:lnSpc>
                  <a:spcPct val="90000"/>
                </a:lnSpc>
                <a:spcBef>
                  <a:spcPts val="0"/>
                </a:spcBef>
                <a:spcAft>
                  <a:spcPts val="0"/>
                </a:spcAft>
                <a:buClr>
                  <a:schemeClr val="lt1"/>
                </a:buClr>
                <a:buSzPts val="1500"/>
                <a:buFont typeface="Century Gothic"/>
                <a:buNone/>
              </a:pPr>
              <a:r>
                <a:rPr b="0" i="0" lang="en-US" sz="1500" u="none" cap="none" strike="noStrike">
                  <a:solidFill>
                    <a:schemeClr val="lt1"/>
                  </a:solidFill>
                  <a:latin typeface="Century Gothic"/>
                  <a:ea typeface="Century Gothic"/>
                  <a:cs typeface="Century Gothic"/>
                  <a:sym typeface="Century Gothic"/>
                </a:rPr>
                <a:t>Other software</a:t>
              </a:r>
              <a:endParaRPr b="0" i="0" sz="1400" u="none" cap="none" strike="noStrike">
                <a:solidFill>
                  <a:srgbClr val="000000"/>
                </a:solidFill>
                <a:latin typeface="Arial"/>
                <a:ea typeface="Arial"/>
                <a:cs typeface="Arial"/>
                <a:sym typeface="Arial"/>
              </a:endParaRPr>
            </a:p>
          </p:txBody>
        </p:sp>
        <p:sp>
          <p:nvSpPr>
            <p:cNvPr id="805" name="Google Shape;805;p24"/>
            <p:cNvSpPr/>
            <p:nvPr/>
          </p:nvSpPr>
          <p:spPr>
            <a:xfrm>
              <a:off x="3371849" y="108307"/>
              <a:ext cx="1873250" cy="749300"/>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6" name="Google Shape;806;p24"/>
            <p:cNvSpPr txBox="1"/>
            <p:nvPr/>
          </p:nvSpPr>
          <p:spPr>
            <a:xfrm>
              <a:off x="3746499" y="108307"/>
              <a:ext cx="1123950" cy="749300"/>
            </a:xfrm>
            <a:prstGeom prst="rect">
              <a:avLst/>
            </a:prstGeom>
            <a:noFill/>
            <a:ln>
              <a:noFill/>
            </a:ln>
          </p:spPr>
          <p:txBody>
            <a:bodyPr anchorCtr="0" anchor="ctr" bIns="20000" lIns="60000" spcFirstLastPara="1" rIns="20000" wrap="square" tIns="20000">
              <a:noAutofit/>
            </a:bodyPr>
            <a:lstStyle/>
            <a:p>
              <a:pPr indent="0" lvl="0" marL="0" marR="0" rtl="0" algn="ctr">
                <a:lnSpc>
                  <a:spcPct val="90000"/>
                </a:lnSpc>
                <a:spcBef>
                  <a:spcPts val="0"/>
                </a:spcBef>
                <a:spcAft>
                  <a:spcPts val="0"/>
                </a:spcAft>
                <a:buClr>
                  <a:schemeClr val="lt1"/>
                </a:buClr>
                <a:buSzPts val="1500"/>
                <a:buFont typeface="Century Gothic"/>
                <a:buNone/>
              </a:pPr>
              <a:r>
                <a:t/>
              </a:r>
              <a:endParaRPr b="0" i="0" sz="1500" u="none" cap="none" strike="noStrike">
                <a:solidFill>
                  <a:schemeClr val="lt1"/>
                </a:solidFill>
                <a:latin typeface="Century Gothic"/>
                <a:ea typeface="Century Gothic"/>
                <a:cs typeface="Century Gothic"/>
                <a:sym typeface="Century Gothic"/>
              </a:endParaRPr>
            </a:p>
          </p:txBody>
        </p:sp>
        <p:sp>
          <p:nvSpPr>
            <p:cNvPr id="807" name="Google Shape;807;p24"/>
            <p:cNvSpPr/>
            <p:nvPr/>
          </p:nvSpPr>
          <p:spPr>
            <a:xfrm>
              <a:off x="5057775" y="108307"/>
              <a:ext cx="1873250" cy="749300"/>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8" name="Google Shape;808;p24"/>
            <p:cNvSpPr txBox="1"/>
            <p:nvPr/>
          </p:nvSpPr>
          <p:spPr>
            <a:xfrm>
              <a:off x="5432425" y="108307"/>
              <a:ext cx="1123950" cy="749300"/>
            </a:xfrm>
            <a:prstGeom prst="rect">
              <a:avLst/>
            </a:prstGeom>
            <a:noFill/>
            <a:ln>
              <a:noFill/>
            </a:ln>
          </p:spPr>
          <p:txBody>
            <a:bodyPr anchorCtr="0" anchor="ctr" bIns="20000" lIns="60000" spcFirstLastPara="1" rIns="20000" wrap="square" tIns="20000">
              <a:noAutofit/>
            </a:bodyPr>
            <a:lstStyle/>
            <a:p>
              <a:pPr indent="0" lvl="0" marL="0" marR="0" rtl="0" algn="ctr">
                <a:lnSpc>
                  <a:spcPct val="90000"/>
                </a:lnSpc>
                <a:spcBef>
                  <a:spcPts val="0"/>
                </a:spcBef>
                <a:spcAft>
                  <a:spcPts val="0"/>
                </a:spcAft>
                <a:buClr>
                  <a:schemeClr val="lt1"/>
                </a:buClr>
                <a:buSzPts val="1500"/>
                <a:buFont typeface="Century Gothic"/>
                <a:buNone/>
              </a:pPr>
              <a:r>
                <a:t/>
              </a:r>
              <a:endParaRPr b="0" i="0" sz="1500" u="none" cap="none" strike="noStrike">
                <a:solidFill>
                  <a:schemeClr val="lt1"/>
                </a:solidFill>
                <a:latin typeface="Century Gothic"/>
                <a:ea typeface="Century Gothic"/>
                <a:cs typeface="Century Gothic"/>
                <a:sym typeface="Century Gothic"/>
              </a:endParaRPr>
            </a:p>
          </p:txBody>
        </p:sp>
        <p:sp>
          <p:nvSpPr>
            <p:cNvPr id="809" name="Google Shape;809;p24"/>
            <p:cNvSpPr/>
            <p:nvPr/>
          </p:nvSpPr>
          <p:spPr>
            <a:xfrm>
              <a:off x="6743699" y="108307"/>
              <a:ext cx="1873250" cy="749300"/>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0" name="Google Shape;810;p24"/>
            <p:cNvSpPr txBox="1"/>
            <p:nvPr/>
          </p:nvSpPr>
          <p:spPr>
            <a:xfrm>
              <a:off x="7118349" y="108307"/>
              <a:ext cx="1123950" cy="749300"/>
            </a:xfrm>
            <a:prstGeom prst="rect">
              <a:avLst/>
            </a:prstGeom>
            <a:noFill/>
            <a:ln>
              <a:noFill/>
            </a:ln>
          </p:spPr>
          <p:txBody>
            <a:bodyPr anchorCtr="0" anchor="ctr" bIns="20000" lIns="60000" spcFirstLastPara="1" rIns="20000" wrap="square" tIns="20000">
              <a:noAutofit/>
            </a:bodyPr>
            <a:lstStyle/>
            <a:p>
              <a:pPr indent="0" lvl="0" marL="0" marR="0" rtl="0" algn="ctr">
                <a:lnSpc>
                  <a:spcPct val="90000"/>
                </a:lnSpc>
                <a:spcBef>
                  <a:spcPts val="0"/>
                </a:spcBef>
                <a:spcAft>
                  <a:spcPts val="0"/>
                </a:spcAft>
                <a:buClr>
                  <a:schemeClr val="lt1"/>
                </a:buClr>
                <a:buSzPts val="1500"/>
                <a:buFont typeface="Century Gothic"/>
                <a:buNone/>
              </a:pPr>
              <a:r>
                <a:t/>
              </a:r>
              <a:endParaRPr b="0" i="0" sz="1500" u="none" cap="none" strike="noStrike">
                <a:solidFill>
                  <a:schemeClr val="lt1"/>
                </a:solidFill>
                <a:latin typeface="Century Gothic"/>
                <a:ea typeface="Century Gothic"/>
                <a:cs typeface="Century Gothic"/>
                <a:sym typeface="Century Gothic"/>
              </a:endParaRPr>
            </a:p>
          </p:txBody>
        </p:sp>
        <p:sp>
          <p:nvSpPr>
            <p:cNvPr id="811" name="Google Shape;811;p24"/>
            <p:cNvSpPr/>
            <p:nvPr/>
          </p:nvSpPr>
          <p:spPr>
            <a:xfrm>
              <a:off x="8429624" y="108307"/>
              <a:ext cx="1873250" cy="749300"/>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2" name="Google Shape;812;p24"/>
            <p:cNvSpPr txBox="1"/>
            <p:nvPr/>
          </p:nvSpPr>
          <p:spPr>
            <a:xfrm>
              <a:off x="8804274" y="108307"/>
              <a:ext cx="1123950" cy="749300"/>
            </a:xfrm>
            <a:prstGeom prst="rect">
              <a:avLst/>
            </a:prstGeom>
            <a:noFill/>
            <a:ln>
              <a:noFill/>
            </a:ln>
          </p:spPr>
          <p:txBody>
            <a:bodyPr anchorCtr="0" anchor="ctr" bIns="20000" lIns="60000" spcFirstLastPara="1" rIns="20000" wrap="square" tIns="20000">
              <a:noAutofit/>
            </a:bodyPr>
            <a:lstStyle/>
            <a:p>
              <a:pPr indent="0" lvl="0" marL="0" marR="0" rtl="0" algn="ctr">
                <a:lnSpc>
                  <a:spcPct val="90000"/>
                </a:lnSpc>
                <a:spcBef>
                  <a:spcPts val="0"/>
                </a:spcBef>
                <a:spcAft>
                  <a:spcPts val="0"/>
                </a:spcAft>
                <a:buClr>
                  <a:schemeClr val="lt1"/>
                </a:buClr>
                <a:buSzPts val="1500"/>
                <a:buFont typeface="Century Gothic"/>
                <a:buNone/>
              </a:pPr>
              <a:r>
                <a:t/>
              </a:r>
              <a:endParaRPr b="0" i="0" sz="1500" u="none" cap="none" strike="noStrike">
                <a:solidFill>
                  <a:schemeClr val="lt1"/>
                </a:solidFill>
                <a:latin typeface="Century Gothic"/>
                <a:ea typeface="Century Gothic"/>
                <a:cs typeface="Century Gothic"/>
                <a:sym typeface="Century Gothic"/>
              </a:endParaRPr>
            </a:p>
          </p:txBody>
        </p:sp>
        <p:sp>
          <p:nvSpPr>
            <p:cNvPr id="813" name="Google Shape;813;p24"/>
            <p:cNvSpPr/>
            <p:nvPr/>
          </p:nvSpPr>
          <p:spPr>
            <a:xfrm>
              <a:off x="10115550" y="75068"/>
              <a:ext cx="1873250" cy="749300"/>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4" name="Google Shape;814;p24"/>
            <p:cNvSpPr txBox="1"/>
            <p:nvPr/>
          </p:nvSpPr>
          <p:spPr>
            <a:xfrm>
              <a:off x="10490200" y="75068"/>
              <a:ext cx="1123950" cy="749300"/>
            </a:xfrm>
            <a:prstGeom prst="rect">
              <a:avLst/>
            </a:prstGeom>
            <a:noFill/>
            <a:ln>
              <a:noFill/>
            </a:ln>
          </p:spPr>
          <p:txBody>
            <a:bodyPr anchorCtr="0" anchor="ctr" bIns="20000" lIns="60000" spcFirstLastPara="1" rIns="20000" wrap="square" tIns="20000">
              <a:noAutofit/>
            </a:bodyPr>
            <a:lstStyle/>
            <a:p>
              <a:pPr indent="0" lvl="0" marL="0" marR="0" rtl="0" algn="ctr">
                <a:lnSpc>
                  <a:spcPct val="90000"/>
                </a:lnSpc>
                <a:spcBef>
                  <a:spcPts val="0"/>
                </a:spcBef>
                <a:spcAft>
                  <a:spcPts val="0"/>
                </a:spcAft>
                <a:buClr>
                  <a:schemeClr val="lt1"/>
                </a:buClr>
                <a:buSzPts val="1500"/>
                <a:buFont typeface="Century Gothic"/>
                <a:buNone/>
              </a:pPr>
              <a:r>
                <a:t/>
              </a:r>
              <a:endParaRPr b="0" i="0" sz="1500" u="none" cap="none" strike="noStrike">
                <a:solidFill>
                  <a:schemeClr val="lt1"/>
                </a:solidFill>
                <a:latin typeface="Century Gothic"/>
                <a:ea typeface="Century Gothic"/>
                <a:cs typeface="Century Gothic"/>
                <a:sym typeface="Century Gothic"/>
              </a:endParaRPr>
            </a:p>
          </p:txBody>
        </p:sp>
      </p:grpSp>
      <p:grpSp>
        <p:nvGrpSpPr>
          <p:cNvPr id="815" name="Google Shape;815;p24"/>
          <p:cNvGrpSpPr/>
          <p:nvPr/>
        </p:nvGrpSpPr>
        <p:grpSpPr>
          <a:xfrm>
            <a:off x="203200" y="135229"/>
            <a:ext cx="11977092" cy="965915"/>
            <a:chOff x="0" y="0"/>
            <a:chExt cx="11977092" cy="965915"/>
          </a:xfrm>
        </p:grpSpPr>
        <p:sp>
          <p:nvSpPr>
            <p:cNvPr id="816" name="Google Shape;816;p24"/>
            <p:cNvSpPr/>
            <p:nvPr/>
          </p:nvSpPr>
          <p:spPr>
            <a:xfrm>
              <a:off x="0" y="0"/>
              <a:ext cx="11977092" cy="965915"/>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7" name="Google Shape;817;p24"/>
            <p:cNvSpPr txBox="1"/>
            <p:nvPr/>
          </p:nvSpPr>
          <p:spPr>
            <a:xfrm>
              <a:off x="482958" y="0"/>
              <a:ext cx="11011177" cy="965915"/>
            </a:xfrm>
            <a:prstGeom prst="rect">
              <a:avLst/>
            </a:prstGeom>
            <a:noFill/>
            <a:ln>
              <a:noFill/>
            </a:ln>
          </p:spPr>
          <p:txBody>
            <a:bodyPr anchorCtr="0" anchor="ctr" bIns="78675" lIns="236025" spcFirstLastPara="1" rIns="78675" wrap="square" tIns="78675">
              <a:noAutofit/>
            </a:bodyPr>
            <a:lstStyle/>
            <a:p>
              <a:pPr indent="0" lvl="0" marL="0" marR="0" rtl="0" algn="ctr">
                <a:lnSpc>
                  <a:spcPct val="90000"/>
                </a:lnSpc>
                <a:spcBef>
                  <a:spcPts val="0"/>
                </a:spcBef>
                <a:spcAft>
                  <a:spcPts val="0"/>
                </a:spcAft>
                <a:buClr>
                  <a:schemeClr val="lt1"/>
                </a:buClr>
                <a:buSzPts val="5900"/>
                <a:buFont typeface="Century Gothic"/>
                <a:buNone/>
              </a:pPr>
              <a:r>
                <a:rPr b="0" i="0" lang="en-US" sz="5900" u="none" cap="none" strike="noStrike">
                  <a:solidFill>
                    <a:schemeClr val="lt1"/>
                  </a:solidFill>
                  <a:latin typeface="Century Gothic"/>
                  <a:ea typeface="Century Gothic"/>
                  <a:cs typeface="Century Gothic"/>
                  <a:sym typeface="Century Gothic"/>
                </a:rPr>
                <a:t>IT </a:t>
              </a:r>
              <a:endParaRPr b="0" i="0" sz="1400" u="none" cap="none" strike="noStrike">
                <a:solidFill>
                  <a:srgbClr val="000000"/>
                </a:solidFill>
                <a:latin typeface="Arial"/>
                <a:ea typeface="Arial"/>
                <a:cs typeface="Arial"/>
                <a:sym typeface="Arial"/>
              </a:endParaRPr>
            </a:p>
          </p:txBody>
        </p:sp>
      </p:grpSp>
      <p:grpSp>
        <p:nvGrpSpPr>
          <p:cNvPr id="818" name="Google Shape;818;p24"/>
          <p:cNvGrpSpPr/>
          <p:nvPr/>
        </p:nvGrpSpPr>
        <p:grpSpPr>
          <a:xfrm>
            <a:off x="5853" y="3466764"/>
            <a:ext cx="11977092" cy="909701"/>
            <a:chOff x="5853" y="8786"/>
            <a:chExt cx="11977092" cy="909701"/>
          </a:xfrm>
        </p:grpSpPr>
        <p:sp>
          <p:nvSpPr>
            <p:cNvPr id="819" name="Google Shape;819;p24"/>
            <p:cNvSpPr/>
            <p:nvPr/>
          </p:nvSpPr>
          <p:spPr>
            <a:xfrm>
              <a:off x="5853" y="47426"/>
              <a:ext cx="2177653" cy="871061"/>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0" name="Google Shape;820;p24"/>
            <p:cNvSpPr txBox="1"/>
            <p:nvPr/>
          </p:nvSpPr>
          <p:spPr>
            <a:xfrm>
              <a:off x="441384" y="47426"/>
              <a:ext cx="1306592" cy="871061"/>
            </a:xfrm>
            <a:prstGeom prst="rect">
              <a:avLst/>
            </a:prstGeom>
            <a:noFill/>
            <a:ln>
              <a:noFill/>
            </a:ln>
          </p:spPr>
          <p:txBody>
            <a:bodyPr anchorCtr="0" anchor="ctr" bIns="25325" lIns="76000" spcFirstLastPara="1" rIns="25325" wrap="square" tIns="25325">
              <a:noAutofit/>
            </a:bodyPr>
            <a:lstStyle/>
            <a:p>
              <a:pPr indent="0" lvl="0" marL="0" marR="0" rtl="0" algn="ctr">
                <a:lnSpc>
                  <a:spcPct val="90000"/>
                </a:lnSpc>
                <a:spcBef>
                  <a:spcPts val="0"/>
                </a:spcBef>
                <a:spcAft>
                  <a:spcPts val="0"/>
                </a:spcAft>
                <a:buClr>
                  <a:schemeClr val="lt1"/>
                </a:buClr>
                <a:buSzPts val="1900"/>
                <a:buFont typeface="Century Gothic"/>
                <a:buNone/>
              </a:pPr>
              <a:r>
                <a:rPr b="0" i="0" lang="en-US" sz="1900" u="none" cap="none" strike="noStrike">
                  <a:solidFill>
                    <a:schemeClr val="lt1"/>
                  </a:solidFill>
                  <a:latin typeface="Century Gothic"/>
                  <a:ea typeface="Century Gothic"/>
                  <a:cs typeface="Century Gothic"/>
                  <a:sym typeface="Century Gothic"/>
                </a:rPr>
                <a:t>IT BACKEND</a:t>
              </a:r>
              <a:endParaRPr b="0" i="0" sz="1400" u="none" cap="none" strike="noStrike">
                <a:solidFill>
                  <a:srgbClr val="000000"/>
                </a:solidFill>
                <a:latin typeface="Arial"/>
                <a:ea typeface="Arial"/>
                <a:cs typeface="Arial"/>
                <a:sym typeface="Arial"/>
              </a:endParaRPr>
            </a:p>
          </p:txBody>
        </p:sp>
        <p:sp>
          <p:nvSpPr>
            <p:cNvPr id="821" name="Google Shape;821;p24"/>
            <p:cNvSpPr/>
            <p:nvPr/>
          </p:nvSpPr>
          <p:spPr>
            <a:xfrm>
              <a:off x="1965741" y="47426"/>
              <a:ext cx="2177653" cy="871061"/>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2" name="Google Shape;822;p24"/>
            <p:cNvSpPr txBox="1"/>
            <p:nvPr/>
          </p:nvSpPr>
          <p:spPr>
            <a:xfrm>
              <a:off x="2401272" y="47426"/>
              <a:ext cx="1306592" cy="871061"/>
            </a:xfrm>
            <a:prstGeom prst="rect">
              <a:avLst/>
            </a:prstGeom>
            <a:noFill/>
            <a:ln>
              <a:noFill/>
            </a:ln>
          </p:spPr>
          <p:txBody>
            <a:bodyPr anchorCtr="0" anchor="ctr" bIns="25325" lIns="76000" spcFirstLastPara="1" rIns="25325" wrap="square" tIns="25325">
              <a:noAutofit/>
            </a:bodyPr>
            <a:lstStyle/>
            <a:p>
              <a:pPr indent="0" lvl="0" marL="0" marR="0" rtl="0" algn="ctr">
                <a:lnSpc>
                  <a:spcPct val="90000"/>
                </a:lnSpc>
                <a:spcBef>
                  <a:spcPts val="0"/>
                </a:spcBef>
                <a:spcAft>
                  <a:spcPts val="0"/>
                </a:spcAft>
                <a:buClr>
                  <a:schemeClr val="lt1"/>
                </a:buClr>
                <a:buSzPts val="1900"/>
                <a:buFont typeface="Century Gothic"/>
                <a:buNone/>
              </a:pPr>
              <a:r>
                <a:t/>
              </a:r>
              <a:endParaRPr b="0" i="0" sz="1900" u="none" cap="none" strike="noStrike">
                <a:solidFill>
                  <a:schemeClr val="lt1"/>
                </a:solidFill>
                <a:latin typeface="Century Gothic"/>
                <a:ea typeface="Century Gothic"/>
                <a:cs typeface="Century Gothic"/>
                <a:sym typeface="Century Gothic"/>
              </a:endParaRPr>
            </a:p>
          </p:txBody>
        </p:sp>
        <p:sp>
          <p:nvSpPr>
            <p:cNvPr id="823" name="Google Shape;823;p24"/>
            <p:cNvSpPr/>
            <p:nvPr/>
          </p:nvSpPr>
          <p:spPr>
            <a:xfrm>
              <a:off x="3985514" y="17488"/>
              <a:ext cx="2177653" cy="871061"/>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4" name="Google Shape;824;p24"/>
            <p:cNvSpPr txBox="1"/>
            <p:nvPr/>
          </p:nvSpPr>
          <p:spPr>
            <a:xfrm>
              <a:off x="4421045" y="17488"/>
              <a:ext cx="1306592" cy="871061"/>
            </a:xfrm>
            <a:prstGeom prst="rect">
              <a:avLst/>
            </a:prstGeom>
            <a:noFill/>
            <a:ln>
              <a:noFill/>
            </a:ln>
          </p:spPr>
          <p:txBody>
            <a:bodyPr anchorCtr="0" anchor="ctr" bIns="25325" lIns="76000" spcFirstLastPara="1" rIns="25325" wrap="square" tIns="25325">
              <a:noAutofit/>
            </a:bodyPr>
            <a:lstStyle/>
            <a:p>
              <a:pPr indent="0" lvl="0" marL="0" marR="0" rtl="0" algn="ctr">
                <a:lnSpc>
                  <a:spcPct val="90000"/>
                </a:lnSpc>
                <a:spcBef>
                  <a:spcPts val="0"/>
                </a:spcBef>
                <a:spcAft>
                  <a:spcPts val="0"/>
                </a:spcAft>
                <a:buClr>
                  <a:schemeClr val="lt1"/>
                </a:buClr>
                <a:buSzPts val="1900"/>
                <a:buFont typeface="Century Gothic"/>
                <a:buNone/>
              </a:pPr>
              <a:r>
                <a:t/>
              </a:r>
              <a:endParaRPr b="0" i="0" sz="1900" u="none" cap="none" strike="noStrike">
                <a:solidFill>
                  <a:schemeClr val="lt1"/>
                </a:solidFill>
                <a:latin typeface="Century Gothic"/>
                <a:ea typeface="Century Gothic"/>
                <a:cs typeface="Century Gothic"/>
                <a:sym typeface="Century Gothic"/>
              </a:endParaRPr>
            </a:p>
          </p:txBody>
        </p:sp>
        <p:sp>
          <p:nvSpPr>
            <p:cNvPr id="825" name="Google Shape;825;p24"/>
            <p:cNvSpPr/>
            <p:nvPr/>
          </p:nvSpPr>
          <p:spPr>
            <a:xfrm>
              <a:off x="5885517" y="47426"/>
              <a:ext cx="2177653" cy="871061"/>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6" name="Google Shape;826;p24"/>
            <p:cNvSpPr txBox="1"/>
            <p:nvPr/>
          </p:nvSpPr>
          <p:spPr>
            <a:xfrm>
              <a:off x="6321048" y="47426"/>
              <a:ext cx="1306592" cy="871061"/>
            </a:xfrm>
            <a:prstGeom prst="rect">
              <a:avLst/>
            </a:prstGeom>
            <a:noFill/>
            <a:ln>
              <a:noFill/>
            </a:ln>
          </p:spPr>
          <p:txBody>
            <a:bodyPr anchorCtr="0" anchor="ctr" bIns="25325" lIns="76000" spcFirstLastPara="1" rIns="25325" wrap="square" tIns="25325">
              <a:noAutofit/>
            </a:bodyPr>
            <a:lstStyle/>
            <a:p>
              <a:pPr indent="0" lvl="0" marL="0" marR="0" rtl="0" algn="ctr">
                <a:lnSpc>
                  <a:spcPct val="90000"/>
                </a:lnSpc>
                <a:spcBef>
                  <a:spcPts val="0"/>
                </a:spcBef>
                <a:spcAft>
                  <a:spcPts val="0"/>
                </a:spcAft>
                <a:buClr>
                  <a:schemeClr val="lt1"/>
                </a:buClr>
                <a:buSzPts val="1900"/>
                <a:buFont typeface="Century Gothic"/>
                <a:buNone/>
              </a:pPr>
              <a:r>
                <a:t/>
              </a:r>
              <a:endParaRPr b="0" i="0" sz="1900" u="none" cap="none" strike="noStrike">
                <a:solidFill>
                  <a:schemeClr val="lt1"/>
                </a:solidFill>
                <a:latin typeface="Century Gothic"/>
                <a:ea typeface="Century Gothic"/>
                <a:cs typeface="Century Gothic"/>
                <a:sym typeface="Century Gothic"/>
              </a:endParaRPr>
            </a:p>
          </p:txBody>
        </p:sp>
        <p:sp>
          <p:nvSpPr>
            <p:cNvPr id="827" name="Google Shape;827;p24"/>
            <p:cNvSpPr/>
            <p:nvPr/>
          </p:nvSpPr>
          <p:spPr>
            <a:xfrm>
              <a:off x="7845405" y="8786"/>
              <a:ext cx="2177653" cy="871061"/>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8" name="Google Shape;828;p24"/>
            <p:cNvSpPr txBox="1"/>
            <p:nvPr/>
          </p:nvSpPr>
          <p:spPr>
            <a:xfrm>
              <a:off x="8280936" y="8786"/>
              <a:ext cx="1306592" cy="871061"/>
            </a:xfrm>
            <a:prstGeom prst="rect">
              <a:avLst/>
            </a:prstGeom>
            <a:noFill/>
            <a:ln>
              <a:noFill/>
            </a:ln>
          </p:spPr>
          <p:txBody>
            <a:bodyPr anchorCtr="0" anchor="ctr" bIns="25325" lIns="76000" spcFirstLastPara="1" rIns="25325" wrap="square" tIns="25325">
              <a:noAutofit/>
            </a:bodyPr>
            <a:lstStyle/>
            <a:p>
              <a:pPr indent="0" lvl="0" marL="0" marR="0" rtl="0" algn="ctr">
                <a:lnSpc>
                  <a:spcPct val="90000"/>
                </a:lnSpc>
                <a:spcBef>
                  <a:spcPts val="0"/>
                </a:spcBef>
                <a:spcAft>
                  <a:spcPts val="0"/>
                </a:spcAft>
                <a:buClr>
                  <a:schemeClr val="lt1"/>
                </a:buClr>
                <a:buSzPts val="1900"/>
                <a:buFont typeface="Century Gothic"/>
                <a:buNone/>
              </a:pPr>
              <a:r>
                <a:t/>
              </a:r>
              <a:endParaRPr b="0" i="0" sz="1900" u="none" cap="none" strike="noStrike">
                <a:solidFill>
                  <a:schemeClr val="lt1"/>
                </a:solidFill>
                <a:latin typeface="Century Gothic"/>
                <a:ea typeface="Century Gothic"/>
                <a:cs typeface="Century Gothic"/>
                <a:sym typeface="Century Gothic"/>
              </a:endParaRPr>
            </a:p>
          </p:txBody>
        </p:sp>
        <p:sp>
          <p:nvSpPr>
            <p:cNvPr id="829" name="Google Shape;829;p24"/>
            <p:cNvSpPr/>
            <p:nvPr/>
          </p:nvSpPr>
          <p:spPr>
            <a:xfrm>
              <a:off x="9805292" y="8786"/>
              <a:ext cx="2177653" cy="871061"/>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0" name="Google Shape;830;p24"/>
            <p:cNvSpPr txBox="1"/>
            <p:nvPr/>
          </p:nvSpPr>
          <p:spPr>
            <a:xfrm>
              <a:off x="10240823" y="8786"/>
              <a:ext cx="1306592" cy="871061"/>
            </a:xfrm>
            <a:prstGeom prst="rect">
              <a:avLst/>
            </a:prstGeom>
            <a:noFill/>
            <a:ln>
              <a:noFill/>
            </a:ln>
          </p:spPr>
          <p:txBody>
            <a:bodyPr anchorCtr="0" anchor="ctr" bIns="25325" lIns="76000" spcFirstLastPara="1" rIns="25325" wrap="square" tIns="25325">
              <a:noAutofit/>
            </a:bodyPr>
            <a:lstStyle/>
            <a:p>
              <a:pPr indent="0" lvl="0" marL="0" marR="0" rtl="0" algn="ctr">
                <a:lnSpc>
                  <a:spcPct val="90000"/>
                </a:lnSpc>
                <a:spcBef>
                  <a:spcPts val="0"/>
                </a:spcBef>
                <a:spcAft>
                  <a:spcPts val="0"/>
                </a:spcAft>
                <a:buClr>
                  <a:schemeClr val="lt1"/>
                </a:buClr>
                <a:buSzPts val="1900"/>
                <a:buFont typeface="Century Gothic"/>
                <a:buNone/>
              </a:pPr>
              <a:r>
                <a:t/>
              </a:r>
              <a:endParaRPr b="0" i="0" sz="1900" u="none" cap="none" strike="noStrike">
                <a:solidFill>
                  <a:schemeClr val="lt1"/>
                </a:solidFill>
                <a:latin typeface="Century Gothic"/>
                <a:ea typeface="Century Gothic"/>
                <a:cs typeface="Century Gothic"/>
                <a:sym typeface="Century Gothic"/>
              </a:endParaRPr>
            </a:p>
          </p:txBody>
        </p:sp>
      </p:grpSp>
      <p:grpSp>
        <p:nvGrpSpPr>
          <p:cNvPr id="831" name="Google Shape;831;p24"/>
          <p:cNvGrpSpPr/>
          <p:nvPr/>
        </p:nvGrpSpPr>
        <p:grpSpPr>
          <a:xfrm>
            <a:off x="5853" y="4713868"/>
            <a:ext cx="11977092" cy="909701"/>
            <a:chOff x="5853" y="8786"/>
            <a:chExt cx="11977092" cy="909701"/>
          </a:xfrm>
        </p:grpSpPr>
        <p:sp>
          <p:nvSpPr>
            <p:cNvPr id="832" name="Google Shape;832;p24"/>
            <p:cNvSpPr/>
            <p:nvPr/>
          </p:nvSpPr>
          <p:spPr>
            <a:xfrm>
              <a:off x="5853" y="47426"/>
              <a:ext cx="2177653" cy="871061"/>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3" name="Google Shape;833;p24"/>
            <p:cNvSpPr txBox="1"/>
            <p:nvPr/>
          </p:nvSpPr>
          <p:spPr>
            <a:xfrm>
              <a:off x="441384" y="47426"/>
              <a:ext cx="1306592" cy="871061"/>
            </a:xfrm>
            <a:prstGeom prst="rect">
              <a:avLst/>
            </a:prstGeom>
            <a:noFill/>
            <a:ln>
              <a:noFill/>
            </a:ln>
          </p:spPr>
          <p:txBody>
            <a:bodyPr anchorCtr="0" anchor="ctr" bIns="29325" lIns="88000" spcFirstLastPara="1" rIns="29325" wrap="square" tIns="29325">
              <a:noAutofit/>
            </a:bodyPr>
            <a:lstStyle/>
            <a:p>
              <a:pPr indent="0" lvl="0" marL="0" marR="0" rtl="0" algn="ctr">
                <a:lnSpc>
                  <a:spcPct val="90000"/>
                </a:lnSpc>
                <a:spcBef>
                  <a:spcPts val="0"/>
                </a:spcBef>
                <a:spcAft>
                  <a:spcPts val="0"/>
                </a:spcAft>
                <a:buClr>
                  <a:schemeClr val="lt1"/>
                </a:buClr>
                <a:buSzPts val="2200"/>
                <a:buFont typeface="Century Gothic"/>
                <a:buNone/>
              </a:pPr>
              <a:r>
                <a:rPr b="0" i="0" lang="en-US" sz="2200" u="none" cap="none" strike="noStrike">
                  <a:solidFill>
                    <a:schemeClr val="lt1"/>
                  </a:solidFill>
                  <a:latin typeface="Century Gothic"/>
                  <a:ea typeface="Century Gothic"/>
                  <a:cs typeface="Century Gothic"/>
                  <a:sym typeface="Century Gothic"/>
                </a:rPr>
                <a:t>WEBSITE</a:t>
              </a:r>
              <a:endParaRPr b="0" i="0" sz="1400" u="none" cap="none" strike="noStrike">
                <a:solidFill>
                  <a:srgbClr val="000000"/>
                </a:solidFill>
                <a:latin typeface="Arial"/>
                <a:ea typeface="Arial"/>
                <a:cs typeface="Arial"/>
                <a:sym typeface="Arial"/>
              </a:endParaRPr>
            </a:p>
          </p:txBody>
        </p:sp>
        <p:sp>
          <p:nvSpPr>
            <p:cNvPr id="834" name="Google Shape;834;p24"/>
            <p:cNvSpPr/>
            <p:nvPr/>
          </p:nvSpPr>
          <p:spPr>
            <a:xfrm>
              <a:off x="1965741" y="47426"/>
              <a:ext cx="2177653" cy="871061"/>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5" name="Google Shape;835;p24"/>
            <p:cNvSpPr txBox="1"/>
            <p:nvPr/>
          </p:nvSpPr>
          <p:spPr>
            <a:xfrm>
              <a:off x="2401272" y="47426"/>
              <a:ext cx="1306592" cy="871061"/>
            </a:xfrm>
            <a:prstGeom prst="rect">
              <a:avLst/>
            </a:prstGeom>
            <a:noFill/>
            <a:ln>
              <a:noFill/>
            </a:ln>
          </p:spPr>
          <p:txBody>
            <a:bodyPr anchorCtr="0" anchor="ctr" bIns="29325" lIns="88000" spcFirstLastPara="1" rIns="29325" wrap="square" tIns="29325">
              <a:noAutofit/>
            </a:bodyPr>
            <a:lstStyle/>
            <a:p>
              <a:pPr indent="0" lvl="0" marL="0" marR="0" rtl="0" algn="ctr">
                <a:lnSpc>
                  <a:spcPct val="90000"/>
                </a:lnSpc>
                <a:spcBef>
                  <a:spcPts val="0"/>
                </a:spcBef>
                <a:spcAft>
                  <a:spcPts val="0"/>
                </a:spcAft>
                <a:buClr>
                  <a:schemeClr val="lt1"/>
                </a:buClr>
                <a:buSzPts val="2200"/>
                <a:buFont typeface="Century Gothic"/>
                <a:buNone/>
              </a:pPr>
              <a:r>
                <a:rPr b="0" i="0" lang="en-US" sz="2200" u="none" cap="none" strike="noStrike">
                  <a:solidFill>
                    <a:schemeClr val="lt1"/>
                  </a:solidFill>
                  <a:latin typeface="Century Gothic"/>
                  <a:ea typeface="Century Gothic"/>
                  <a:cs typeface="Century Gothic"/>
                  <a:sym typeface="Century Gothic"/>
                </a:rPr>
                <a:t>Renewal </a:t>
              </a:r>
              <a:endParaRPr b="0" i="0" sz="1400" u="none" cap="none" strike="noStrike">
                <a:solidFill>
                  <a:srgbClr val="000000"/>
                </a:solidFill>
                <a:latin typeface="Arial"/>
                <a:ea typeface="Arial"/>
                <a:cs typeface="Arial"/>
                <a:sym typeface="Arial"/>
              </a:endParaRPr>
            </a:p>
          </p:txBody>
        </p:sp>
        <p:sp>
          <p:nvSpPr>
            <p:cNvPr id="836" name="Google Shape;836;p24"/>
            <p:cNvSpPr/>
            <p:nvPr/>
          </p:nvSpPr>
          <p:spPr>
            <a:xfrm>
              <a:off x="3925629" y="47426"/>
              <a:ext cx="2177653" cy="871061"/>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7" name="Google Shape;837;p24"/>
            <p:cNvSpPr txBox="1"/>
            <p:nvPr/>
          </p:nvSpPr>
          <p:spPr>
            <a:xfrm>
              <a:off x="4361160" y="47426"/>
              <a:ext cx="1306592" cy="871061"/>
            </a:xfrm>
            <a:prstGeom prst="rect">
              <a:avLst/>
            </a:prstGeom>
            <a:noFill/>
            <a:ln>
              <a:noFill/>
            </a:ln>
          </p:spPr>
          <p:txBody>
            <a:bodyPr anchorCtr="0" anchor="ctr" bIns="29325" lIns="88000" spcFirstLastPara="1" rIns="29325" wrap="square" tIns="29325">
              <a:noAutofit/>
            </a:bodyPr>
            <a:lstStyle/>
            <a:p>
              <a:pPr indent="0" lvl="0" marL="0" marR="0" rtl="0" algn="ctr">
                <a:lnSpc>
                  <a:spcPct val="90000"/>
                </a:lnSpc>
                <a:spcBef>
                  <a:spcPts val="0"/>
                </a:spcBef>
                <a:spcAft>
                  <a:spcPts val="0"/>
                </a:spcAft>
                <a:buClr>
                  <a:schemeClr val="lt1"/>
                </a:buClr>
                <a:buSzPts val="2200"/>
                <a:buFont typeface="Century Gothic"/>
                <a:buNone/>
              </a:pPr>
              <a:r>
                <a:t/>
              </a:r>
              <a:endParaRPr b="0" i="0" sz="2200" u="none" cap="none" strike="noStrike">
                <a:solidFill>
                  <a:schemeClr val="lt1"/>
                </a:solidFill>
                <a:latin typeface="Century Gothic"/>
                <a:ea typeface="Century Gothic"/>
                <a:cs typeface="Century Gothic"/>
                <a:sym typeface="Century Gothic"/>
              </a:endParaRPr>
            </a:p>
          </p:txBody>
        </p:sp>
        <p:sp>
          <p:nvSpPr>
            <p:cNvPr id="838" name="Google Shape;838;p24"/>
            <p:cNvSpPr/>
            <p:nvPr/>
          </p:nvSpPr>
          <p:spPr>
            <a:xfrm>
              <a:off x="5945402" y="17488"/>
              <a:ext cx="2177653" cy="871061"/>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9" name="Google Shape;839;p24"/>
            <p:cNvSpPr txBox="1"/>
            <p:nvPr/>
          </p:nvSpPr>
          <p:spPr>
            <a:xfrm>
              <a:off x="6380933" y="17488"/>
              <a:ext cx="1306592" cy="871061"/>
            </a:xfrm>
            <a:prstGeom prst="rect">
              <a:avLst/>
            </a:prstGeom>
            <a:noFill/>
            <a:ln>
              <a:noFill/>
            </a:ln>
          </p:spPr>
          <p:txBody>
            <a:bodyPr anchorCtr="0" anchor="ctr" bIns="29325" lIns="88000" spcFirstLastPara="1" rIns="29325" wrap="square" tIns="29325">
              <a:noAutofit/>
            </a:bodyPr>
            <a:lstStyle/>
            <a:p>
              <a:pPr indent="0" lvl="0" marL="0" marR="0" rtl="0" algn="ctr">
                <a:lnSpc>
                  <a:spcPct val="90000"/>
                </a:lnSpc>
                <a:spcBef>
                  <a:spcPts val="0"/>
                </a:spcBef>
                <a:spcAft>
                  <a:spcPts val="0"/>
                </a:spcAft>
                <a:buClr>
                  <a:schemeClr val="lt1"/>
                </a:buClr>
                <a:buSzPts val="2200"/>
                <a:buFont typeface="Century Gothic"/>
                <a:buNone/>
              </a:pPr>
              <a:r>
                <a:t/>
              </a:r>
              <a:endParaRPr b="0" i="0" sz="2200" u="none" cap="none" strike="noStrike">
                <a:solidFill>
                  <a:schemeClr val="lt1"/>
                </a:solidFill>
                <a:latin typeface="Century Gothic"/>
                <a:ea typeface="Century Gothic"/>
                <a:cs typeface="Century Gothic"/>
                <a:sym typeface="Century Gothic"/>
              </a:endParaRPr>
            </a:p>
          </p:txBody>
        </p:sp>
        <p:sp>
          <p:nvSpPr>
            <p:cNvPr id="840" name="Google Shape;840;p24"/>
            <p:cNvSpPr/>
            <p:nvPr/>
          </p:nvSpPr>
          <p:spPr>
            <a:xfrm>
              <a:off x="7845405" y="47426"/>
              <a:ext cx="2177653" cy="871061"/>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1" name="Google Shape;841;p24"/>
            <p:cNvSpPr txBox="1"/>
            <p:nvPr/>
          </p:nvSpPr>
          <p:spPr>
            <a:xfrm>
              <a:off x="8280936" y="47426"/>
              <a:ext cx="1306592" cy="871061"/>
            </a:xfrm>
            <a:prstGeom prst="rect">
              <a:avLst/>
            </a:prstGeom>
            <a:noFill/>
            <a:ln>
              <a:noFill/>
            </a:ln>
          </p:spPr>
          <p:txBody>
            <a:bodyPr anchorCtr="0" anchor="ctr" bIns="29325" lIns="88000" spcFirstLastPara="1" rIns="29325" wrap="square" tIns="29325">
              <a:noAutofit/>
            </a:bodyPr>
            <a:lstStyle/>
            <a:p>
              <a:pPr indent="0" lvl="0" marL="0" marR="0" rtl="0" algn="ctr">
                <a:lnSpc>
                  <a:spcPct val="90000"/>
                </a:lnSpc>
                <a:spcBef>
                  <a:spcPts val="0"/>
                </a:spcBef>
                <a:spcAft>
                  <a:spcPts val="0"/>
                </a:spcAft>
                <a:buClr>
                  <a:schemeClr val="lt1"/>
                </a:buClr>
                <a:buSzPts val="2200"/>
                <a:buFont typeface="Century Gothic"/>
                <a:buNone/>
              </a:pPr>
              <a:r>
                <a:t/>
              </a:r>
              <a:endParaRPr b="0" i="0" sz="2200" u="none" cap="none" strike="noStrike">
                <a:solidFill>
                  <a:schemeClr val="lt1"/>
                </a:solidFill>
                <a:latin typeface="Century Gothic"/>
                <a:ea typeface="Century Gothic"/>
                <a:cs typeface="Century Gothic"/>
                <a:sym typeface="Century Gothic"/>
              </a:endParaRPr>
            </a:p>
          </p:txBody>
        </p:sp>
        <p:sp>
          <p:nvSpPr>
            <p:cNvPr id="842" name="Google Shape;842;p24"/>
            <p:cNvSpPr/>
            <p:nvPr/>
          </p:nvSpPr>
          <p:spPr>
            <a:xfrm>
              <a:off x="9805292" y="8786"/>
              <a:ext cx="2177653" cy="871061"/>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3" name="Google Shape;843;p24"/>
            <p:cNvSpPr txBox="1"/>
            <p:nvPr/>
          </p:nvSpPr>
          <p:spPr>
            <a:xfrm>
              <a:off x="10240823" y="8786"/>
              <a:ext cx="1306592" cy="871061"/>
            </a:xfrm>
            <a:prstGeom prst="rect">
              <a:avLst/>
            </a:prstGeom>
            <a:noFill/>
            <a:ln>
              <a:noFill/>
            </a:ln>
          </p:spPr>
          <p:txBody>
            <a:bodyPr anchorCtr="0" anchor="ctr" bIns="29325" lIns="88000" spcFirstLastPara="1" rIns="29325" wrap="square" tIns="29325">
              <a:noAutofit/>
            </a:bodyPr>
            <a:lstStyle/>
            <a:p>
              <a:pPr indent="0" lvl="0" marL="0" marR="0" rtl="0" algn="ctr">
                <a:lnSpc>
                  <a:spcPct val="90000"/>
                </a:lnSpc>
                <a:spcBef>
                  <a:spcPts val="0"/>
                </a:spcBef>
                <a:spcAft>
                  <a:spcPts val="0"/>
                </a:spcAft>
                <a:buClr>
                  <a:schemeClr val="lt1"/>
                </a:buClr>
                <a:buSzPts val="2200"/>
                <a:buFont typeface="Century Gothic"/>
                <a:buNone/>
              </a:pPr>
              <a:r>
                <a:t/>
              </a:r>
              <a:endParaRPr b="0" i="0" sz="2200" u="none" cap="none" strike="noStrike">
                <a:solidFill>
                  <a:schemeClr val="lt1"/>
                </a:solidFill>
                <a:latin typeface="Century Gothic"/>
                <a:ea typeface="Century Gothic"/>
                <a:cs typeface="Century Gothic"/>
                <a:sym typeface="Century Gothic"/>
              </a:endParaRPr>
            </a:p>
          </p:txBody>
        </p:sp>
      </p:grpSp>
      <p:grpSp>
        <p:nvGrpSpPr>
          <p:cNvPr id="844" name="Google Shape;844;p24"/>
          <p:cNvGrpSpPr/>
          <p:nvPr/>
        </p:nvGrpSpPr>
        <p:grpSpPr>
          <a:xfrm>
            <a:off x="5853" y="5780668"/>
            <a:ext cx="11977092" cy="909701"/>
            <a:chOff x="5853" y="8786"/>
            <a:chExt cx="11977092" cy="909701"/>
          </a:xfrm>
        </p:grpSpPr>
        <p:sp>
          <p:nvSpPr>
            <p:cNvPr id="845" name="Google Shape;845;p24"/>
            <p:cNvSpPr/>
            <p:nvPr/>
          </p:nvSpPr>
          <p:spPr>
            <a:xfrm>
              <a:off x="5853" y="47426"/>
              <a:ext cx="2177653" cy="871061"/>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6" name="Google Shape;846;p24"/>
            <p:cNvSpPr txBox="1"/>
            <p:nvPr/>
          </p:nvSpPr>
          <p:spPr>
            <a:xfrm>
              <a:off x="441384" y="47426"/>
              <a:ext cx="1306592" cy="871061"/>
            </a:xfrm>
            <a:prstGeom prst="rect">
              <a:avLst/>
            </a:prstGeom>
            <a:noFill/>
            <a:ln>
              <a:noFill/>
            </a:ln>
          </p:spPr>
          <p:txBody>
            <a:bodyPr anchorCtr="0" anchor="ctr" bIns="28000" lIns="84000" spcFirstLastPara="1" rIns="28000" wrap="square" tIns="28000">
              <a:noAutofit/>
            </a:bodyPr>
            <a:lstStyle/>
            <a:p>
              <a:pPr indent="0" lvl="0" marL="0" marR="0" rtl="0" algn="ctr">
                <a:lnSpc>
                  <a:spcPct val="90000"/>
                </a:lnSpc>
                <a:spcBef>
                  <a:spcPts val="0"/>
                </a:spcBef>
                <a:spcAft>
                  <a:spcPts val="0"/>
                </a:spcAft>
                <a:buClr>
                  <a:schemeClr val="lt1"/>
                </a:buClr>
                <a:buSzPts val="2100"/>
                <a:buFont typeface="Century Gothic"/>
                <a:buNone/>
              </a:pPr>
              <a:r>
                <a:rPr b="0" i="0" lang="en-US" sz="2100" u="none" cap="none" strike="noStrike">
                  <a:solidFill>
                    <a:schemeClr val="lt1"/>
                  </a:solidFill>
                  <a:latin typeface="Century Gothic"/>
                  <a:ea typeface="Century Gothic"/>
                  <a:cs typeface="Century Gothic"/>
                  <a:sym typeface="Century Gothic"/>
                </a:rPr>
                <a:t>OTHERS </a:t>
              </a:r>
              <a:endParaRPr b="0" i="0" sz="1400" u="none" cap="none" strike="noStrike">
                <a:solidFill>
                  <a:srgbClr val="000000"/>
                </a:solidFill>
                <a:latin typeface="Arial"/>
                <a:ea typeface="Arial"/>
                <a:cs typeface="Arial"/>
                <a:sym typeface="Arial"/>
              </a:endParaRPr>
            </a:p>
          </p:txBody>
        </p:sp>
        <p:sp>
          <p:nvSpPr>
            <p:cNvPr id="847" name="Google Shape;847;p24"/>
            <p:cNvSpPr/>
            <p:nvPr/>
          </p:nvSpPr>
          <p:spPr>
            <a:xfrm>
              <a:off x="1965741" y="47426"/>
              <a:ext cx="2177653" cy="871061"/>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8" name="Google Shape;848;p24"/>
            <p:cNvSpPr txBox="1"/>
            <p:nvPr/>
          </p:nvSpPr>
          <p:spPr>
            <a:xfrm>
              <a:off x="2401272" y="47426"/>
              <a:ext cx="1306592" cy="871061"/>
            </a:xfrm>
            <a:prstGeom prst="rect">
              <a:avLst/>
            </a:prstGeom>
            <a:noFill/>
            <a:ln>
              <a:noFill/>
            </a:ln>
          </p:spPr>
          <p:txBody>
            <a:bodyPr anchorCtr="0" anchor="ctr" bIns="28000" lIns="84000" spcFirstLastPara="1" rIns="28000" wrap="square" tIns="28000">
              <a:noAutofit/>
            </a:bodyPr>
            <a:lstStyle/>
            <a:p>
              <a:pPr indent="0" lvl="0" marL="0" marR="0" rtl="0" algn="ctr">
                <a:lnSpc>
                  <a:spcPct val="90000"/>
                </a:lnSpc>
                <a:spcBef>
                  <a:spcPts val="0"/>
                </a:spcBef>
                <a:spcAft>
                  <a:spcPts val="0"/>
                </a:spcAft>
                <a:buClr>
                  <a:schemeClr val="lt1"/>
                </a:buClr>
                <a:buSzPts val="2100"/>
                <a:buFont typeface="Century Gothic"/>
                <a:buNone/>
              </a:pPr>
              <a:r>
                <a:rPr b="0" i="0" lang="en-US" sz="2100" u="none" cap="none" strike="noStrike">
                  <a:solidFill>
                    <a:schemeClr val="lt1"/>
                  </a:solidFill>
                  <a:latin typeface="Century Gothic"/>
                  <a:ea typeface="Century Gothic"/>
                  <a:cs typeface="Century Gothic"/>
                  <a:sym typeface="Century Gothic"/>
                </a:rPr>
                <a:t>Regular Backup </a:t>
              </a:r>
              <a:endParaRPr b="0" i="0" sz="1400" u="none" cap="none" strike="noStrike">
                <a:solidFill>
                  <a:srgbClr val="000000"/>
                </a:solidFill>
                <a:latin typeface="Arial"/>
                <a:ea typeface="Arial"/>
                <a:cs typeface="Arial"/>
                <a:sym typeface="Arial"/>
              </a:endParaRPr>
            </a:p>
          </p:txBody>
        </p:sp>
        <p:sp>
          <p:nvSpPr>
            <p:cNvPr id="849" name="Google Shape;849;p24"/>
            <p:cNvSpPr/>
            <p:nvPr/>
          </p:nvSpPr>
          <p:spPr>
            <a:xfrm>
              <a:off x="3925629" y="47426"/>
              <a:ext cx="2177653" cy="871061"/>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0" name="Google Shape;850;p24"/>
            <p:cNvSpPr txBox="1"/>
            <p:nvPr/>
          </p:nvSpPr>
          <p:spPr>
            <a:xfrm>
              <a:off x="4361160" y="47426"/>
              <a:ext cx="1306592" cy="871061"/>
            </a:xfrm>
            <a:prstGeom prst="rect">
              <a:avLst/>
            </a:prstGeom>
            <a:noFill/>
            <a:ln>
              <a:noFill/>
            </a:ln>
          </p:spPr>
          <p:txBody>
            <a:bodyPr anchorCtr="0" anchor="ctr" bIns="28000" lIns="84000" spcFirstLastPara="1" rIns="28000" wrap="square" tIns="28000">
              <a:noAutofit/>
            </a:bodyPr>
            <a:lstStyle/>
            <a:p>
              <a:pPr indent="0" lvl="0" marL="0" marR="0" rtl="0" algn="ctr">
                <a:lnSpc>
                  <a:spcPct val="90000"/>
                </a:lnSpc>
                <a:spcBef>
                  <a:spcPts val="0"/>
                </a:spcBef>
                <a:spcAft>
                  <a:spcPts val="0"/>
                </a:spcAft>
                <a:buClr>
                  <a:schemeClr val="lt1"/>
                </a:buClr>
                <a:buSzPts val="2100"/>
                <a:buFont typeface="Century Gothic"/>
                <a:buNone/>
              </a:pPr>
              <a:r>
                <a:rPr b="0" i="0" lang="en-US" sz="2100" u="none" cap="none" strike="noStrike">
                  <a:solidFill>
                    <a:schemeClr val="lt1"/>
                  </a:solidFill>
                  <a:latin typeface="Century Gothic"/>
                  <a:ea typeface="Century Gothic"/>
                  <a:cs typeface="Century Gothic"/>
                  <a:sym typeface="Century Gothic"/>
                </a:rPr>
                <a:t>New Software</a:t>
              </a:r>
              <a:endParaRPr b="0" i="0" sz="1400" u="none" cap="none" strike="noStrike">
                <a:solidFill>
                  <a:srgbClr val="000000"/>
                </a:solidFill>
                <a:latin typeface="Arial"/>
                <a:ea typeface="Arial"/>
                <a:cs typeface="Arial"/>
                <a:sym typeface="Arial"/>
              </a:endParaRPr>
            </a:p>
          </p:txBody>
        </p:sp>
        <p:sp>
          <p:nvSpPr>
            <p:cNvPr id="851" name="Google Shape;851;p24"/>
            <p:cNvSpPr/>
            <p:nvPr/>
          </p:nvSpPr>
          <p:spPr>
            <a:xfrm>
              <a:off x="5945402" y="17488"/>
              <a:ext cx="2177653" cy="871061"/>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2" name="Google Shape;852;p24"/>
            <p:cNvSpPr txBox="1"/>
            <p:nvPr/>
          </p:nvSpPr>
          <p:spPr>
            <a:xfrm>
              <a:off x="6380933" y="17488"/>
              <a:ext cx="1306592" cy="871061"/>
            </a:xfrm>
            <a:prstGeom prst="rect">
              <a:avLst/>
            </a:prstGeom>
            <a:noFill/>
            <a:ln>
              <a:noFill/>
            </a:ln>
          </p:spPr>
          <p:txBody>
            <a:bodyPr anchorCtr="0" anchor="ctr" bIns="28000" lIns="84000" spcFirstLastPara="1" rIns="28000" wrap="square" tIns="28000">
              <a:noAutofit/>
            </a:bodyPr>
            <a:lstStyle/>
            <a:p>
              <a:pPr indent="0" lvl="0" marL="0" marR="0" rtl="0" algn="ctr">
                <a:lnSpc>
                  <a:spcPct val="90000"/>
                </a:lnSpc>
                <a:spcBef>
                  <a:spcPts val="0"/>
                </a:spcBef>
                <a:spcAft>
                  <a:spcPts val="0"/>
                </a:spcAft>
                <a:buClr>
                  <a:schemeClr val="lt1"/>
                </a:buClr>
                <a:buSzPts val="2100"/>
                <a:buFont typeface="Century Gothic"/>
                <a:buNone/>
              </a:pPr>
              <a:r>
                <a:t/>
              </a:r>
              <a:endParaRPr b="0" i="0" sz="2100" u="none" cap="none" strike="noStrike">
                <a:solidFill>
                  <a:schemeClr val="lt1"/>
                </a:solidFill>
                <a:latin typeface="Century Gothic"/>
                <a:ea typeface="Century Gothic"/>
                <a:cs typeface="Century Gothic"/>
                <a:sym typeface="Century Gothic"/>
              </a:endParaRPr>
            </a:p>
          </p:txBody>
        </p:sp>
        <p:sp>
          <p:nvSpPr>
            <p:cNvPr id="853" name="Google Shape;853;p24"/>
            <p:cNvSpPr/>
            <p:nvPr/>
          </p:nvSpPr>
          <p:spPr>
            <a:xfrm>
              <a:off x="7845405" y="47426"/>
              <a:ext cx="2177653" cy="871061"/>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4" name="Google Shape;854;p24"/>
            <p:cNvSpPr txBox="1"/>
            <p:nvPr/>
          </p:nvSpPr>
          <p:spPr>
            <a:xfrm>
              <a:off x="8280936" y="47426"/>
              <a:ext cx="1306592" cy="871061"/>
            </a:xfrm>
            <a:prstGeom prst="rect">
              <a:avLst/>
            </a:prstGeom>
            <a:noFill/>
            <a:ln>
              <a:noFill/>
            </a:ln>
          </p:spPr>
          <p:txBody>
            <a:bodyPr anchorCtr="0" anchor="ctr" bIns="28000" lIns="84000" spcFirstLastPara="1" rIns="28000" wrap="square" tIns="28000">
              <a:noAutofit/>
            </a:bodyPr>
            <a:lstStyle/>
            <a:p>
              <a:pPr indent="0" lvl="0" marL="0" marR="0" rtl="0" algn="ctr">
                <a:lnSpc>
                  <a:spcPct val="90000"/>
                </a:lnSpc>
                <a:spcBef>
                  <a:spcPts val="0"/>
                </a:spcBef>
                <a:spcAft>
                  <a:spcPts val="0"/>
                </a:spcAft>
                <a:buClr>
                  <a:schemeClr val="lt1"/>
                </a:buClr>
                <a:buSzPts val="2100"/>
                <a:buFont typeface="Century Gothic"/>
                <a:buNone/>
              </a:pPr>
              <a:r>
                <a:t/>
              </a:r>
              <a:endParaRPr b="0" i="0" sz="2100" u="none" cap="none" strike="noStrike">
                <a:solidFill>
                  <a:schemeClr val="lt1"/>
                </a:solidFill>
                <a:latin typeface="Century Gothic"/>
                <a:ea typeface="Century Gothic"/>
                <a:cs typeface="Century Gothic"/>
                <a:sym typeface="Century Gothic"/>
              </a:endParaRPr>
            </a:p>
          </p:txBody>
        </p:sp>
        <p:sp>
          <p:nvSpPr>
            <p:cNvPr id="855" name="Google Shape;855;p24"/>
            <p:cNvSpPr/>
            <p:nvPr/>
          </p:nvSpPr>
          <p:spPr>
            <a:xfrm>
              <a:off x="9805292" y="8786"/>
              <a:ext cx="2177653" cy="871061"/>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6" name="Google Shape;856;p24"/>
            <p:cNvSpPr txBox="1"/>
            <p:nvPr/>
          </p:nvSpPr>
          <p:spPr>
            <a:xfrm>
              <a:off x="10240823" y="8786"/>
              <a:ext cx="1306592" cy="871061"/>
            </a:xfrm>
            <a:prstGeom prst="rect">
              <a:avLst/>
            </a:prstGeom>
            <a:noFill/>
            <a:ln>
              <a:noFill/>
            </a:ln>
          </p:spPr>
          <p:txBody>
            <a:bodyPr anchorCtr="0" anchor="ctr" bIns="28000" lIns="84000" spcFirstLastPara="1" rIns="28000" wrap="square" tIns="28000">
              <a:noAutofit/>
            </a:bodyPr>
            <a:lstStyle/>
            <a:p>
              <a:pPr indent="0" lvl="0" marL="0" marR="0" rtl="0" algn="ctr">
                <a:lnSpc>
                  <a:spcPct val="90000"/>
                </a:lnSpc>
                <a:spcBef>
                  <a:spcPts val="0"/>
                </a:spcBef>
                <a:spcAft>
                  <a:spcPts val="0"/>
                </a:spcAft>
                <a:buClr>
                  <a:schemeClr val="lt1"/>
                </a:buClr>
                <a:buSzPts val="2100"/>
                <a:buFont typeface="Century Gothic"/>
                <a:buNone/>
              </a:pPr>
              <a:r>
                <a:t/>
              </a:r>
              <a:endParaRPr b="0" i="0" sz="2100" u="none" cap="none" strike="noStrike">
                <a:solidFill>
                  <a:schemeClr val="lt1"/>
                </a:solidFill>
                <a:latin typeface="Century Gothic"/>
                <a:ea typeface="Century Gothic"/>
                <a:cs typeface="Century Gothic"/>
                <a:sym typeface="Century Gothic"/>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0" name="Shape 860"/>
        <p:cNvGrpSpPr/>
        <p:nvPr/>
      </p:nvGrpSpPr>
      <p:grpSpPr>
        <a:xfrm>
          <a:off x="0" y="0"/>
          <a:ext cx="0" cy="0"/>
          <a:chOff x="0" y="0"/>
          <a:chExt cx="0" cy="0"/>
        </a:xfrm>
      </p:grpSpPr>
      <p:grpSp>
        <p:nvGrpSpPr>
          <p:cNvPr id="861" name="Google Shape;861;p25"/>
          <p:cNvGrpSpPr/>
          <p:nvPr/>
        </p:nvGrpSpPr>
        <p:grpSpPr>
          <a:xfrm>
            <a:off x="209053" y="1294530"/>
            <a:ext cx="11977092" cy="918488"/>
            <a:chOff x="5853" y="47426"/>
            <a:chExt cx="11977092" cy="918488"/>
          </a:xfrm>
        </p:grpSpPr>
        <p:sp>
          <p:nvSpPr>
            <p:cNvPr id="862" name="Google Shape;862;p25"/>
            <p:cNvSpPr/>
            <p:nvPr/>
          </p:nvSpPr>
          <p:spPr>
            <a:xfrm>
              <a:off x="5853" y="94853"/>
              <a:ext cx="2177653" cy="871061"/>
            </a:xfrm>
            <a:prstGeom prst="chevron">
              <a:avLst>
                <a:gd fmla="val 50000" name="adj"/>
              </a:avLst>
            </a:prstGeom>
            <a:solidFill>
              <a:srgbClr val="F3F3F3"/>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chemeClr val="dk1"/>
                </a:solidFill>
              </a:endParaRPr>
            </a:p>
          </p:txBody>
        </p:sp>
        <p:sp>
          <p:nvSpPr>
            <p:cNvPr id="863" name="Google Shape;863;p25"/>
            <p:cNvSpPr txBox="1"/>
            <p:nvPr/>
          </p:nvSpPr>
          <p:spPr>
            <a:xfrm>
              <a:off x="441384" y="94853"/>
              <a:ext cx="1306592" cy="871061"/>
            </a:xfrm>
            <a:prstGeom prst="rect">
              <a:avLst/>
            </a:prstGeom>
            <a:solidFill>
              <a:srgbClr val="F3F3F3"/>
            </a:solidFill>
            <a:ln>
              <a:noFill/>
            </a:ln>
          </p:spPr>
          <p:txBody>
            <a:bodyPr anchorCtr="0" anchor="ctr" bIns="20000" lIns="60000" spcFirstLastPara="1" rIns="20000" wrap="square" tIns="20000">
              <a:noAutofit/>
            </a:bodyPr>
            <a:lstStyle/>
            <a:p>
              <a:pPr indent="0" lvl="0" marL="0" marR="0" rtl="0" algn="ctr">
                <a:lnSpc>
                  <a:spcPct val="90000"/>
                </a:lnSpc>
                <a:spcBef>
                  <a:spcPts val="0"/>
                </a:spcBef>
                <a:spcAft>
                  <a:spcPts val="0"/>
                </a:spcAft>
                <a:buClr>
                  <a:schemeClr val="lt1"/>
                </a:buClr>
                <a:buSzPts val="1500"/>
                <a:buFont typeface="Century Gothic"/>
                <a:buNone/>
              </a:pPr>
              <a:r>
                <a:rPr b="1" i="0" lang="en-US" sz="1500" u="none" cap="none" strike="noStrike">
                  <a:solidFill>
                    <a:schemeClr val="dk1"/>
                  </a:solidFill>
                  <a:latin typeface="Century Gothic"/>
                  <a:ea typeface="Century Gothic"/>
                  <a:cs typeface="Century Gothic"/>
                  <a:sym typeface="Century Gothic"/>
                </a:rPr>
                <a:t>Attendance</a:t>
              </a:r>
              <a:endParaRPr b="1" i="0" sz="1400" u="none" cap="none" strike="noStrike">
                <a:solidFill>
                  <a:schemeClr val="dk1"/>
                </a:solidFill>
              </a:endParaRPr>
            </a:p>
          </p:txBody>
        </p:sp>
        <p:sp>
          <p:nvSpPr>
            <p:cNvPr id="864" name="Google Shape;864;p25"/>
            <p:cNvSpPr/>
            <p:nvPr/>
          </p:nvSpPr>
          <p:spPr>
            <a:xfrm>
              <a:off x="1965741" y="47426"/>
              <a:ext cx="2177653" cy="871061"/>
            </a:xfrm>
            <a:prstGeom prst="chevron">
              <a:avLst>
                <a:gd fmla="val 50000" name="adj"/>
              </a:avLst>
            </a:prstGeom>
            <a:solidFill>
              <a:srgbClr val="F3F3F3"/>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chemeClr val="dk1"/>
                </a:solidFill>
              </a:endParaRPr>
            </a:p>
          </p:txBody>
        </p:sp>
        <p:sp>
          <p:nvSpPr>
            <p:cNvPr id="865" name="Google Shape;865;p25"/>
            <p:cNvSpPr txBox="1"/>
            <p:nvPr/>
          </p:nvSpPr>
          <p:spPr>
            <a:xfrm>
              <a:off x="2401272" y="47426"/>
              <a:ext cx="1306592" cy="871061"/>
            </a:xfrm>
            <a:prstGeom prst="rect">
              <a:avLst/>
            </a:prstGeom>
            <a:solidFill>
              <a:srgbClr val="F3F3F3"/>
            </a:solidFill>
            <a:ln>
              <a:noFill/>
            </a:ln>
          </p:spPr>
          <p:txBody>
            <a:bodyPr anchorCtr="0" anchor="ctr" bIns="20000" lIns="60000" spcFirstLastPara="1" rIns="20000" wrap="square" tIns="20000">
              <a:noAutofit/>
            </a:bodyPr>
            <a:lstStyle/>
            <a:p>
              <a:pPr indent="0" lvl="0" marL="0" marR="0" rtl="0" algn="ctr">
                <a:lnSpc>
                  <a:spcPct val="90000"/>
                </a:lnSpc>
                <a:spcBef>
                  <a:spcPts val="0"/>
                </a:spcBef>
                <a:spcAft>
                  <a:spcPts val="0"/>
                </a:spcAft>
                <a:buClr>
                  <a:schemeClr val="lt1"/>
                </a:buClr>
                <a:buSzPts val="1500"/>
                <a:buFont typeface="Century Gothic"/>
                <a:buNone/>
              </a:pPr>
              <a:r>
                <a:rPr b="1" i="0" lang="en-US" sz="1500" u="none" cap="none" strike="noStrike">
                  <a:solidFill>
                    <a:schemeClr val="dk1"/>
                  </a:solidFill>
                  <a:latin typeface="Century Gothic"/>
                  <a:ea typeface="Century Gothic"/>
                  <a:cs typeface="Century Gothic"/>
                  <a:sym typeface="Century Gothic"/>
                </a:rPr>
                <a:t>In house with location-based </a:t>
              </a:r>
              <a:endParaRPr b="1" i="0" sz="1400" u="none" cap="none" strike="noStrike">
                <a:solidFill>
                  <a:schemeClr val="dk1"/>
                </a:solidFill>
              </a:endParaRPr>
            </a:p>
          </p:txBody>
        </p:sp>
        <p:sp>
          <p:nvSpPr>
            <p:cNvPr id="866" name="Google Shape;866;p25"/>
            <p:cNvSpPr/>
            <p:nvPr/>
          </p:nvSpPr>
          <p:spPr>
            <a:xfrm>
              <a:off x="3925629" y="47426"/>
              <a:ext cx="2177653" cy="871061"/>
            </a:xfrm>
            <a:prstGeom prst="chevron">
              <a:avLst>
                <a:gd fmla="val 50000" name="adj"/>
              </a:avLst>
            </a:prstGeom>
            <a:solidFill>
              <a:srgbClr val="F3F3F3"/>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chemeClr val="dk1"/>
                </a:solidFill>
              </a:endParaRPr>
            </a:p>
          </p:txBody>
        </p:sp>
        <p:sp>
          <p:nvSpPr>
            <p:cNvPr id="867" name="Google Shape;867;p25"/>
            <p:cNvSpPr txBox="1"/>
            <p:nvPr/>
          </p:nvSpPr>
          <p:spPr>
            <a:xfrm>
              <a:off x="4361160" y="47426"/>
              <a:ext cx="1306592" cy="871061"/>
            </a:xfrm>
            <a:prstGeom prst="rect">
              <a:avLst/>
            </a:prstGeom>
            <a:solidFill>
              <a:srgbClr val="F3F3F3"/>
            </a:solidFill>
            <a:ln>
              <a:noFill/>
            </a:ln>
          </p:spPr>
          <p:txBody>
            <a:bodyPr anchorCtr="0" anchor="ctr" bIns="20000" lIns="60000" spcFirstLastPara="1" rIns="20000" wrap="square" tIns="20000">
              <a:noAutofit/>
            </a:bodyPr>
            <a:lstStyle/>
            <a:p>
              <a:pPr indent="0" lvl="0" marL="0" marR="0" rtl="0" algn="ctr">
                <a:lnSpc>
                  <a:spcPct val="90000"/>
                </a:lnSpc>
                <a:spcBef>
                  <a:spcPts val="0"/>
                </a:spcBef>
                <a:spcAft>
                  <a:spcPts val="0"/>
                </a:spcAft>
                <a:buClr>
                  <a:schemeClr val="lt1"/>
                </a:buClr>
                <a:buSzPts val="1500"/>
                <a:buFont typeface="Century Gothic"/>
                <a:buNone/>
              </a:pPr>
              <a:r>
                <a:rPr b="1" i="0" lang="en-US" sz="1500" u="none" cap="none" strike="noStrike">
                  <a:solidFill>
                    <a:schemeClr val="dk1"/>
                  </a:solidFill>
                  <a:latin typeface="Century Gothic"/>
                  <a:ea typeface="Century Gothic"/>
                  <a:cs typeface="Century Gothic"/>
                  <a:sym typeface="Century Gothic"/>
                </a:rPr>
                <a:t>Field with location </a:t>
              </a:r>
              <a:endParaRPr b="1" i="0" sz="1400" u="none" cap="none" strike="noStrike">
                <a:solidFill>
                  <a:schemeClr val="dk1"/>
                </a:solidFill>
              </a:endParaRPr>
            </a:p>
          </p:txBody>
        </p:sp>
        <p:sp>
          <p:nvSpPr>
            <p:cNvPr id="868" name="Google Shape;868;p25"/>
            <p:cNvSpPr/>
            <p:nvPr/>
          </p:nvSpPr>
          <p:spPr>
            <a:xfrm>
              <a:off x="5885517" y="47426"/>
              <a:ext cx="2177653" cy="871061"/>
            </a:xfrm>
            <a:prstGeom prst="chevron">
              <a:avLst>
                <a:gd fmla="val 50000" name="adj"/>
              </a:avLst>
            </a:prstGeom>
            <a:solidFill>
              <a:srgbClr val="F3F3F3"/>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chemeClr val="dk1"/>
                </a:solidFill>
              </a:endParaRPr>
            </a:p>
          </p:txBody>
        </p:sp>
        <p:sp>
          <p:nvSpPr>
            <p:cNvPr id="869" name="Google Shape;869;p25"/>
            <p:cNvSpPr txBox="1"/>
            <p:nvPr/>
          </p:nvSpPr>
          <p:spPr>
            <a:xfrm>
              <a:off x="6321048" y="47426"/>
              <a:ext cx="1306592" cy="871061"/>
            </a:xfrm>
            <a:prstGeom prst="rect">
              <a:avLst/>
            </a:prstGeom>
            <a:solidFill>
              <a:srgbClr val="F3F3F3"/>
            </a:solidFill>
            <a:ln>
              <a:noFill/>
            </a:ln>
          </p:spPr>
          <p:txBody>
            <a:bodyPr anchorCtr="0" anchor="ctr" bIns="20000" lIns="60000" spcFirstLastPara="1" rIns="20000" wrap="square" tIns="20000">
              <a:noAutofit/>
            </a:bodyPr>
            <a:lstStyle/>
            <a:p>
              <a:pPr indent="0" lvl="0" marL="0" marR="0" rtl="0" algn="ctr">
                <a:lnSpc>
                  <a:spcPct val="90000"/>
                </a:lnSpc>
                <a:spcBef>
                  <a:spcPts val="0"/>
                </a:spcBef>
                <a:spcAft>
                  <a:spcPts val="0"/>
                </a:spcAft>
                <a:buClr>
                  <a:schemeClr val="lt1"/>
                </a:buClr>
                <a:buSzPts val="1500"/>
                <a:buFont typeface="Century Gothic"/>
                <a:buNone/>
              </a:pPr>
              <a:r>
                <a:rPr b="1" i="0" lang="en-US" sz="1500" u="none" cap="none" strike="noStrike">
                  <a:solidFill>
                    <a:schemeClr val="dk1"/>
                  </a:solidFill>
                  <a:latin typeface="Century Gothic"/>
                  <a:ea typeface="Century Gothic"/>
                  <a:cs typeface="Century Gothic"/>
                  <a:sym typeface="Century Gothic"/>
                </a:rPr>
                <a:t>LEAVES</a:t>
              </a:r>
              <a:endParaRPr b="1" i="0" sz="1400" u="none" cap="none" strike="noStrike">
                <a:solidFill>
                  <a:schemeClr val="dk1"/>
                </a:solidFill>
              </a:endParaRPr>
            </a:p>
          </p:txBody>
        </p:sp>
        <p:sp>
          <p:nvSpPr>
            <p:cNvPr id="870" name="Google Shape;870;p25"/>
            <p:cNvSpPr/>
            <p:nvPr/>
          </p:nvSpPr>
          <p:spPr>
            <a:xfrm>
              <a:off x="7845405" y="47426"/>
              <a:ext cx="2177653" cy="871061"/>
            </a:xfrm>
            <a:prstGeom prst="chevron">
              <a:avLst>
                <a:gd fmla="val 50000" name="adj"/>
              </a:avLst>
            </a:prstGeom>
            <a:solidFill>
              <a:srgbClr val="F3F3F3"/>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chemeClr val="dk1"/>
                </a:solidFill>
              </a:endParaRPr>
            </a:p>
          </p:txBody>
        </p:sp>
        <p:sp>
          <p:nvSpPr>
            <p:cNvPr id="871" name="Google Shape;871;p25"/>
            <p:cNvSpPr txBox="1"/>
            <p:nvPr/>
          </p:nvSpPr>
          <p:spPr>
            <a:xfrm>
              <a:off x="8280936" y="47426"/>
              <a:ext cx="1306592" cy="871061"/>
            </a:xfrm>
            <a:prstGeom prst="rect">
              <a:avLst/>
            </a:prstGeom>
            <a:solidFill>
              <a:srgbClr val="F3F3F3"/>
            </a:solidFill>
            <a:ln>
              <a:noFill/>
            </a:ln>
          </p:spPr>
          <p:txBody>
            <a:bodyPr anchorCtr="0" anchor="ctr" bIns="20000" lIns="60000" spcFirstLastPara="1" rIns="20000" wrap="square" tIns="20000">
              <a:noAutofit/>
            </a:bodyPr>
            <a:lstStyle/>
            <a:p>
              <a:pPr indent="0" lvl="0" marL="0" marR="0" rtl="0" algn="ctr">
                <a:lnSpc>
                  <a:spcPct val="90000"/>
                </a:lnSpc>
                <a:spcBef>
                  <a:spcPts val="0"/>
                </a:spcBef>
                <a:spcAft>
                  <a:spcPts val="0"/>
                </a:spcAft>
                <a:buClr>
                  <a:schemeClr val="lt1"/>
                </a:buClr>
                <a:buSzPts val="1500"/>
                <a:buFont typeface="Century Gothic"/>
                <a:buNone/>
              </a:pPr>
              <a:r>
                <a:rPr b="1" i="0" lang="en-US" sz="1500" u="none" cap="none" strike="noStrike">
                  <a:solidFill>
                    <a:schemeClr val="dk1"/>
                  </a:solidFill>
                  <a:latin typeface="Century Gothic"/>
                  <a:ea typeface="Century Gothic"/>
                  <a:cs typeface="Century Gothic"/>
                  <a:sym typeface="Century Gothic"/>
                </a:rPr>
                <a:t>SALARY</a:t>
              </a:r>
              <a:endParaRPr b="1" i="0" sz="1400" u="none" cap="none" strike="noStrike">
                <a:solidFill>
                  <a:schemeClr val="dk1"/>
                </a:solidFill>
              </a:endParaRPr>
            </a:p>
          </p:txBody>
        </p:sp>
        <p:sp>
          <p:nvSpPr>
            <p:cNvPr id="872" name="Google Shape;872;p25"/>
            <p:cNvSpPr/>
            <p:nvPr/>
          </p:nvSpPr>
          <p:spPr>
            <a:xfrm>
              <a:off x="9805292" y="47426"/>
              <a:ext cx="2177653" cy="871061"/>
            </a:xfrm>
            <a:prstGeom prst="chevron">
              <a:avLst>
                <a:gd fmla="val 50000" name="adj"/>
              </a:avLst>
            </a:prstGeom>
            <a:solidFill>
              <a:srgbClr val="F3F3F3"/>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chemeClr val="dk1"/>
                </a:solidFill>
              </a:endParaRPr>
            </a:p>
          </p:txBody>
        </p:sp>
        <p:sp>
          <p:nvSpPr>
            <p:cNvPr id="873" name="Google Shape;873;p25"/>
            <p:cNvSpPr txBox="1"/>
            <p:nvPr/>
          </p:nvSpPr>
          <p:spPr>
            <a:xfrm>
              <a:off x="10240823" y="47426"/>
              <a:ext cx="1306592" cy="871061"/>
            </a:xfrm>
            <a:prstGeom prst="rect">
              <a:avLst/>
            </a:prstGeom>
            <a:solidFill>
              <a:srgbClr val="F3F3F3"/>
            </a:solidFill>
            <a:ln>
              <a:noFill/>
            </a:ln>
          </p:spPr>
          <p:txBody>
            <a:bodyPr anchorCtr="0" anchor="ctr" bIns="20000" lIns="60000" spcFirstLastPara="1" rIns="20000" wrap="square" tIns="20000">
              <a:noAutofit/>
            </a:bodyPr>
            <a:lstStyle/>
            <a:p>
              <a:pPr indent="0" lvl="0" marL="0" marR="0" rtl="0" algn="ctr">
                <a:lnSpc>
                  <a:spcPct val="90000"/>
                </a:lnSpc>
                <a:spcBef>
                  <a:spcPts val="0"/>
                </a:spcBef>
                <a:spcAft>
                  <a:spcPts val="0"/>
                </a:spcAft>
                <a:buClr>
                  <a:schemeClr val="lt1"/>
                </a:buClr>
                <a:buSzPts val="1500"/>
                <a:buFont typeface="Century Gothic"/>
                <a:buNone/>
              </a:pPr>
              <a:r>
                <a:rPr b="1" i="0" lang="en-US" sz="1500" u="none" cap="none" strike="noStrike">
                  <a:solidFill>
                    <a:schemeClr val="dk1"/>
                  </a:solidFill>
                  <a:latin typeface="Century Gothic"/>
                  <a:ea typeface="Century Gothic"/>
                  <a:cs typeface="Century Gothic"/>
                  <a:sym typeface="Century Gothic"/>
                </a:rPr>
                <a:t>PF &amp; ESI </a:t>
              </a:r>
              <a:endParaRPr b="1" i="0" sz="1400" u="none" cap="none" strike="noStrike">
                <a:solidFill>
                  <a:schemeClr val="dk1"/>
                </a:solidFill>
              </a:endParaRPr>
            </a:p>
          </p:txBody>
        </p:sp>
      </p:grpSp>
      <p:grpSp>
        <p:nvGrpSpPr>
          <p:cNvPr id="874" name="Google Shape;874;p25"/>
          <p:cNvGrpSpPr/>
          <p:nvPr/>
        </p:nvGrpSpPr>
        <p:grpSpPr>
          <a:xfrm>
            <a:off x="203200" y="2401851"/>
            <a:ext cx="11988800" cy="782539"/>
            <a:chOff x="0" y="75068"/>
            <a:chExt cx="11988800" cy="782539"/>
          </a:xfrm>
        </p:grpSpPr>
        <p:sp>
          <p:nvSpPr>
            <p:cNvPr id="875" name="Google Shape;875;p25"/>
            <p:cNvSpPr/>
            <p:nvPr/>
          </p:nvSpPr>
          <p:spPr>
            <a:xfrm>
              <a:off x="0" y="108307"/>
              <a:ext cx="1873250" cy="749300"/>
            </a:xfrm>
            <a:prstGeom prst="chevron">
              <a:avLst>
                <a:gd fmla="val 50000" name="adj"/>
              </a:avLst>
            </a:prstGeom>
            <a:solidFill>
              <a:srgbClr val="F3F3F3"/>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1" i="0" sz="1500" u="none" cap="none" strike="noStrike">
                <a:solidFill>
                  <a:schemeClr val="dk1"/>
                </a:solidFill>
              </a:endParaRPr>
            </a:p>
          </p:txBody>
        </p:sp>
        <p:sp>
          <p:nvSpPr>
            <p:cNvPr id="876" name="Google Shape;876;p25"/>
            <p:cNvSpPr txBox="1"/>
            <p:nvPr/>
          </p:nvSpPr>
          <p:spPr>
            <a:xfrm>
              <a:off x="374650" y="108307"/>
              <a:ext cx="1123950" cy="749300"/>
            </a:xfrm>
            <a:prstGeom prst="rect">
              <a:avLst/>
            </a:prstGeom>
            <a:solidFill>
              <a:srgbClr val="F3F3F3"/>
            </a:solidFill>
            <a:ln>
              <a:noFill/>
            </a:ln>
          </p:spPr>
          <p:txBody>
            <a:bodyPr anchorCtr="0" anchor="ctr" bIns="16000" lIns="48000" spcFirstLastPara="1" rIns="16000" wrap="square" tIns="16000">
              <a:noAutofit/>
            </a:bodyPr>
            <a:lstStyle/>
            <a:p>
              <a:pPr indent="0" lvl="0" marL="0" marR="0" rtl="0" algn="ctr">
                <a:lnSpc>
                  <a:spcPct val="90000"/>
                </a:lnSpc>
                <a:spcBef>
                  <a:spcPts val="0"/>
                </a:spcBef>
                <a:spcAft>
                  <a:spcPts val="0"/>
                </a:spcAft>
                <a:buClr>
                  <a:schemeClr val="lt1"/>
                </a:buClr>
                <a:buSzPts val="1200"/>
                <a:buFont typeface="Century Gothic"/>
                <a:buNone/>
              </a:pPr>
              <a:r>
                <a:rPr b="1" i="0" lang="en-US" sz="1300" u="none" cap="none" strike="noStrike">
                  <a:solidFill>
                    <a:schemeClr val="dk1"/>
                  </a:solidFill>
                  <a:latin typeface="Century Gothic"/>
                  <a:ea typeface="Century Gothic"/>
                  <a:cs typeface="Century Gothic"/>
                  <a:sym typeface="Century Gothic"/>
                </a:rPr>
                <a:t>Co. Policy’s </a:t>
              </a:r>
              <a:endParaRPr b="1" i="0" sz="1500" u="none" cap="none" strike="noStrike">
                <a:solidFill>
                  <a:schemeClr val="dk1"/>
                </a:solidFill>
              </a:endParaRPr>
            </a:p>
          </p:txBody>
        </p:sp>
        <p:sp>
          <p:nvSpPr>
            <p:cNvPr id="877" name="Google Shape;877;p25"/>
            <p:cNvSpPr/>
            <p:nvPr/>
          </p:nvSpPr>
          <p:spPr>
            <a:xfrm>
              <a:off x="1685924" y="108307"/>
              <a:ext cx="1873250" cy="749300"/>
            </a:xfrm>
            <a:prstGeom prst="chevron">
              <a:avLst>
                <a:gd fmla="val 50000" name="adj"/>
              </a:avLst>
            </a:prstGeom>
            <a:solidFill>
              <a:srgbClr val="F3F3F3"/>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1" i="0" sz="1500" u="none" cap="none" strike="noStrike">
                <a:solidFill>
                  <a:schemeClr val="dk1"/>
                </a:solidFill>
              </a:endParaRPr>
            </a:p>
          </p:txBody>
        </p:sp>
        <p:sp>
          <p:nvSpPr>
            <p:cNvPr id="878" name="Google Shape;878;p25"/>
            <p:cNvSpPr txBox="1"/>
            <p:nvPr/>
          </p:nvSpPr>
          <p:spPr>
            <a:xfrm>
              <a:off x="2060574" y="108307"/>
              <a:ext cx="1123950" cy="749300"/>
            </a:xfrm>
            <a:prstGeom prst="rect">
              <a:avLst/>
            </a:prstGeom>
            <a:solidFill>
              <a:srgbClr val="F3F3F3"/>
            </a:solidFill>
            <a:ln>
              <a:noFill/>
            </a:ln>
          </p:spPr>
          <p:txBody>
            <a:bodyPr anchorCtr="0" anchor="ctr" bIns="16000" lIns="48000" spcFirstLastPara="1" rIns="16000" wrap="square" tIns="16000">
              <a:noAutofit/>
            </a:bodyPr>
            <a:lstStyle/>
            <a:p>
              <a:pPr indent="0" lvl="0" marL="0" marR="0" rtl="0" algn="ctr">
                <a:lnSpc>
                  <a:spcPct val="90000"/>
                </a:lnSpc>
                <a:spcBef>
                  <a:spcPts val="0"/>
                </a:spcBef>
                <a:spcAft>
                  <a:spcPts val="0"/>
                </a:spcAft>
                <a:buClr>
                  <a:schemeClr val="lt1"/>
                </a:buClr>
                <a:buSzPts val="1200"/>
                <a:buFont typeface="Century Gothic"/>
                <a:buNone/>
              </a:pPr>
              <a:r>
                <a:rPr b="1" i="0" lang="en-US" sz="1300" u="none" cap="none" strike="noStrike">
                  <a:solidFill>
                    <a:schemeClr val="dk1"/>
                  </a:solidFill>
                  <a:latin typeface="Century Gothic"/>
                  <a:ea typeface="Century Gothic"/>
                  <a:cs typeface="Century Gothic"/>
                  <a:sym typeface="Century Gothic"/>
                </a:rPr>
                <a:t>Rules Regulations </a:t>
              </a:r>
              <a:endParaRPr b="1" i="0" sz="1500" u="none" cap="none" strike="noStrike">
                <a:solidFill>
                  <a:schemeClr val="dk1"/>
                </a:solidFill>
              </a:endParaRPr>
            </a:p>
          </p:txBody>
        </p:sp>
        <p:sp>
          <p:nvSpPr>
            <p:cNvPr id="879" name="Google Shape;879;p25"/>
            <p:cNvSpPr/>
            <p:nvPr/>
          </p:nvSpPr>
          <p:spPr>
            <a:xfrm>
              <a:off x="3371849" y="108307"/>
              <a:ext cx="1873250" cy="749300"/>
            </a:xfrm>
            <a:prstGeom prst="chevron">
              <a:avLst>
                <a:gd fmla="val 50000" name="adj"/>
              </a:avLst>
            </a:prstGeom>
            <a:solidFill>
              <a:srgbClr val="F3F3F3"/>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1" i="0" sz="1500" u="none" cap="none" strike="noStrike">
                <a:solidFill>
                  <a:schemeClr val="dk1"/>
                </a:solidFill>
              </a:endParaRPr>
            </a:p>
          </p:txBody>
        </p:sp>
        <p:sp>
          <p:nvSpPr>
            <p:cNvPr id="880" name="Google Shape;880;p25"/>
            <p:cNvSpPr txBox="1"/>
            <p:nvPr/>
          </p:nvSpPr>
          <p:spPr>
            <a:xfrm>
              <a:off x="3746499" y="108307"/>
              <a:ext cx="1123950" cy="749300"/>
            </a:xfrm>
            <a:prstGeom prst="rect">
              <a:avLst/>
            </a:prstGeom>
            <a:solidFill>
              <a:srgbClr val="F3F3F3"/>
            </a:solidFill>
            <a:ln>
              <a:noFill/>
            </a:ln>
          </p:spPr>
          <p:txBody>
            <a:bodyPr anchorCtr="0" anchor="ctr" bIns="16000" lIns="48000" spcFirstLastPara="1" rIns="16000" wrap="square" tIns="16000">
              <a:noAutofit/>
            </a:bodyPr>
            <a:lstStyle/>
            <a:p>
              <a:pPr indent="0" lvl="0" marL="0" marR="0" rtl="0" algn="ctr">
                <a:lnSpc>
                  <a:spcPct val="90000"/>
                </a:lnSpc>
                <a:spcBef>
                  <a:spcPts val="0"/>
                </a:spcBef>
                <a:spcAft>
                  <a:spcPts val="0"/>
                </a:spcAft>
                <a:buClr>
                  <a:schemeClr val="lt1"/>
                </a:buClr>
                <a:buSzPts val="1200"/>
                <a:buFont typeface="Century Gothic"/>
                <a:buNone/>
              </a:pPr>
              <a:r>
                <a:rPr b="1" lang="en-US" sz="1300">
                  <a:solidFill>
                    <a:schemeClr val="dk1"/>
                  </a:solidFill>
                  <a:latin typeface="Century Gothic"/>
                  <a:ea typeface="Century Gothic"/>
                  <a:cs typeface="Century Gothic"/>
                  <a:sym typeface="Century Gothic"/>
                </a:rPr>
                <a:t>Confirmation &amp; </a:t>
              </a:r>
              <a:r>
                <a:rPr b="1" i="0" lang="en-US" sz="1300" u="none" cap="none" strike="noStrike">
                  <a:solidFill>
                    <a:schemeClr val="dk1"/>
                  </a:solidFill>
                  <a:latin typeface="Century Gothic"/>
                  <a:ea typeface="Century Gothic"/>
                  <a:cs typeface="Century Gothic"/>
                  <a:sym typeface="Century Gothic"/>
                </a:rPr>
                <a:t>Appointment</a:t>
              </a:r>
              <a:endParaRPr b="1" i="0" sz="1500" u="none" cap="none" strike="noStrike">
                <a:solidFill>
                  <a:schemeClr val="dk1"/>
                </a:solidFill>
              </a:endParaRPr>
            </a:p>
          </p:txBody>
        </p:sp>
        <p:sp>
          <p:nvSpPr>
            <p:cNvPr id="881" name="Google Shape;881;p25"/>
            <p:cNvSpPr/>
            <p:nvPr/>
          </p:nvSpPr>
          <p:spPr>
            <a:xfrm>
              <a:off x="5057775" y="108307"/>
              <a:ext cx="1873250" cy="749300"/>
            </a:xfrm>
            <a:prstGeom prst="chevron">
              <a:avLst>
                <a:gd fmla="val 50000" name="adj"/>
              </a:avLst>
            </a:prstGeom>
            <a:solidFill>
              <a:srgbClr val="F3F3F3"/>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1" i="0" sz="1500" u="none" cap="none" strike="noStrike">
                <a:solidFill>
                  <a:schemeClr val="dk1"/>
                </a:solidFill>
              </a:endParaRPr>
            </a:p>
          </p:txBody>
        </p:sp>
        <p:sp>
          <p:nvSpPr>
            <p:cNvPr id="882" name="Google Shape;882;p25"/>
            <p:cNvSpPr txBox="1"/>
            <p:nvPr/>
          </p:nvSpPr>
          <p:spPr>
            <a:xfrm>
              <a:off x="5432425" y="108307"/>
              <a:ext cx="1123950" cy="749300"/>
            </a:xfrm>
            <a:prstGeom prst="rect">
              <a:avLst/>
            </a:prstGeom>
            <a:solidFill>
              <a:srgbClr val="F3F3F3"/>
            </a:solidFill>
            <a:ln>
              <a:noFill/>
            </a:ln>
          </p:spPr>
          <p:txBody>
            <a:bodyPr anchorCtr="0" anchor="ctr" bIns="16000" lIns="48000" spcFirstLastPara="1" rIns="16000" wrap="square" tIns="16000">
              <a:noAutofit/>
            </a:bodyPr>
            <a:lstStyle/>
            <a:p>
              <a:pPr indent="0" lvl="0" marL="0" marR="0" rtl="0" algn="ctr">
                <a:lnSpc>
                  <a:spcPct val="90000"/>
                </a:lnSpc>
                <a:spcBef>
                  <a:spcPts val="0"/>
                </a:spcBef>
                <a:spcAft>
                  <a:spcPts val="0"/>
                </a:spcAft>
                <a:buClr>
                  <a:schemeClr val="lt1"/>
                </a:buClr>
                <a:buSzPts val="1200"/>
                <a:buFont typeface="Century Gothic"/>
                <a:buNone/>
              </a:pPr>
              <a:r>
                <a:rPr b="1" i="0" lang="en-US" sz="1300" u="none" cap="none" strike="noStrike">
                  <a:solidFill>
                    <a:schemeClr val="dk1"/>
                  </a:solidFill>
                  <a:latin typeface="Century Gothic"/>
                  <a:ea typeface="Century Gothic"/>
                  <a:cs typeface="Century Gothic"/>
                  <a:sym typeface="Century Gothic"/>
                </a:rPr>
                <a:t>Travelling policy</a:t>
              </a:r>
              <a:endParaRPr b="1" i="0" sz="1500" u="none" cap="none" strike="noStrike">
                <a:solidFill>
                  <a:schemeClr val="dk1"/>
                </a:solidFill>
              </a:endParaRPr>
            </a:p>
          </p:txBody>
        </p:sp>
        <p:sp>
          <p:nvSpPr>
            <p:cNvPr id="883" name="Google Shape;883;p25"/>
            <p:cNvSpPr/>
            <p:nvPr/>
          </p:nvSpPr>
          <p:spPr>
            <a:xfrm>
              <a:off x="6743699" y="108307"/>
              <a:ext cx="1873250" cy="749300"/>
            </a:xfrm>
            <a:prstGeom prst="chevron">
              <a:avLst>
                <a:gd fmla="val 50000" name="adj"/>
              </a:avLst>
            </a:prstGeom>
            <a:solidFill>
              <a:srgbClr val="F3F3F3"/>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1" i="0" sz="1500" u="none" cap="none" strike="noStrike">
                <a:solidFill>
                  <a:schemeClr val="dk1"/>
                </a:solidFill>
              </a:endParaRPr>
            </a:p>
          </p:txBody>
        </p:sp>
        <p:sp>
          <p:nvSpPr>
            <p:cNvPr id="884" name="Google Shape;884;p25"/>
            <p:cNvSpPr txBox="1"/>
            <p:nvPr/>
          </p:nvSpPr>
          <p:spPr>
            <a:xfrm>
              <a:off x="7118349" y="108307"/>
              <a:ext cx="1123950" cy="749300"/>
            </a:xfrm>
            <a:prstGeom prst="rect">
              <a:avLst/>
            </a:prstGeom>
            <a:solidFill>
              <a:srgbClr val="F3F3F3"/>
            </a:solidFill>
            <a:ln>
              <a:noFill/>
            </a:ln>
          </p:spPr>
          <p:txBody>
            <a:bodyPr anchorCtr="0" anchor="ctr" bIns="16000" lIns="48000" spcFirstLastPara="1" rIns="16000" wrap="square" tIns="16000">
              <a:noAutofit/>
            </a:bodyPr>
            <a:lstStyle/>
            <a:p>
              <a:pPr indent="0" lvl="0" marL="0" marR="0" rtl="0" algn="ctr">
                <a:lnSpc>
                  <a:spcPct val="90000"/>
                </a:lnSpc>
                <a:spcBef>
                  <a:spcPts val="0"/>
                </a:spcBef>
                <a:spcAft>
                  <a:spcPts val="0"/>
                </a:spcAft>
                <a:buClr>
                  <a:schemeClr val="lt1"/>
                </a:buClr>
                <a:buSzPts val="1200"/>
                <a:buFont typeface="Century Gothic"/>
                <a:buNone/>
              </a:pPr>
              <a:r>
                <a:rPr b="1" lang="en-US" sz="1300">
                  <a:solidFill>
                    <a:schemeClr val="dk1"/>
                  </a:solidFill>
                  <a:latin typeface="Century Gothic"/>
                  <a:ea typeface="Century Gothic"/>
                  <a:cs typeface="Century Gothic"/>
                  <a:sym typeface="Century Gothic"/>
                </a:rPr>
                <a:t>Promotion</a:t>
              </a:r>
              <a:endParaRPr b="1" i="0" sz="1300" u="none" cap="none" strike="noStrike">
                <a:solidFill>
                  <a:schemeClr val="dk1"/>
                </a:solidFill>
                <a:latin typeface="Century Gothic"/>
                <a:ea typeface="Century Gothic"/>
                <a:cs typeface="Century Gothic"/>
                <a:sym typeface="Century Gothic"/>
              </a:endParaRPr>
            </a:p>
          </p:txBody>
        </p:sp>
        <p:sp>
          <p:nvSpPr>
            <p:cNvPr id="885" name="Google Shape;885;p25"/>
            <p:cNvSpPr/>
            <p:nvPr/>
          </p:nvSpPr>
          <p:spPr>
            <a:xfrm>
              <a:off x="8429624" y="108307"/>
              <a:ext cx="1873250" cy="749300"/>
            </a:xfrm>
            <a:prstGeom prst="chevron">
              <a:avLst>
                <a:gd fmla="val 50000" name="adj"/>
              </a:avLst>
            </a:prstGeom>
            <a:solidFill>
              <a:srgbClr val="F3F3F3"/>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1" i="0" sz="1500" u="none" cap="none" strike="noStrike">
                <a:solidFill>
                  <a:schemeClr val="dk1"/>
                </a:solidFill>
              </a:endParaRPr>
            </a:p>
          </p:txBody>
        </p:sp>
        <p:sp>
          <p:nvSpPr>
            <p:cNvPr id="886" name="Google Shape;886;p25"/>
            <p:cNvSpPr txBox="1"/>
            <p:nvPr/>
          </p:nvSpPr>
          <p:spPr>
            <a:xfrm>
              <a:off x="8804274" y="108307"/>
              <a:ext cx="1123950" cy="749300"/>
            </a:xfrm>
            <a:prstGeom prst="rect">
              <a:avLst/>
            </a:prstGeom>
            <a:solidFill>
              <a:srgbClr val="F3F3F3"/>
            </a:solidFill>
            <a:ln>
              <a:noFill/>
            </a:ln>
          </p:spPr>
          <p:txBody>
            <a:bodyPr anchorCtr="0" anchor="ctr" bIns="16000" lIns="48000" spcFirstLastPara="1" rIns="16000" wrap="square" tIns="16000">
              <a:noAutofit/>
            </a:bodyPr>
            <a:lstStyle/>
            <a:p>
              <a:pPr indent="0" lvl="0" marL="0" marR="0" rtl="0" algn="ctr">
                <a:lnSpc>
                  <a:spcPct val="90000"/>
                </a:lnSpc>
                <a:spcBef>
                  <a:spcPts val="0"/>
                </a:spcBef>
                <a:spcAft>
                  <a:spcPts val="0"/>
                </a:spcAft>
                <a:buClr>
                  <a:schemeClr val="lt1"/>
                </a:buClr>
                <a:buSzPts val="1200"/>
                <a:buFont typeface="Century Gothic"/>
                <a:buNone/>
              </a:pPr>
              <a:r>
                <a:rPr b="1" lang="en-US" sz="1300">
                  <a:solidFill>
                    <a:schemeClr val="dk1"/>
                  </a:solidFill>
                  <a:latin typeface="Century Gothic"/>
                  <a:ea typeface="Century Gothic"/>
                  <a:cs typeface="Century Gothic"/>
                  <a:sym typeface="Century Gothic"/>
                </a:rPr>
                <a:t>Scorecard</a:t>
              </a:r>
              <a:r>
                <a:rPr b="1" lang="en-US" sz="1300">
                  <a:solidFill>
                    <a:schemeClr val="dk1"/>
                  </a:solidFill>
                  <a:latin typeface="Century Gothic"/>
                  <a:ea typeface="Century Gothic"/>
                  <a:cs typeface="Century Gothic"/>
                  <a:sym typeface="Century Gothic"/>
                </a:rPr>
                <a:t> - </a:t>
              </a:r>
              <a:r>
                <a:rPr b="1" lang="en-US" sz="1300">
                  <a:solidFill>
                    <a:schemeClr val="dk1"/>
                  </a:solidFill>
                  <a:latin typeface="Century Gothic"/>
                  <a:ea typeface="Century Gothic"/>
                  <a:cs typeface="Century Gothic"/>
                  <a:sym typeface="Century Gothic"/>
                </a:rPr>
                <a:t>Traffic Light System</a:t>
              </a:r>
              <a:endParaRPr b="1" i="0" sz="1300" u="none" cap="none" strike="noStrike">
                <a:solidFill>
                  <a:schemeClr val="dk1"/>
                </a:solidFill>
                <a:latin typeface="Century Gothic"/>
                <a:ea typeface="Century Gothic"/>
                <a:cs typeface="Century Gothic"/>
                <a:sym typeface="Century Gothic"/>
              </a:endParaRPr>
            </a:p>
          </p:txBody>
        </p:sp>
        <p:sp>
          <p:nvSpPr>
            <p:cNvPr id="887" name="Google Shape;887;p25"/>
            <p:cNvSpPr/>
            <p:nvPr/>
          </p:nvSpPr>
          <p:spPr>
            <a:xfrm>
              <a:off x="10115550" y="75068"/>
              <a:ext cx="1873250" cy="749300"/>
            </a:xfrm>
            <a:prstGeom prst="chevron">
              <a:avLst>
                <a:gd fmla="val 50000" name="adj"/>
              </a:avLst>
            </a:prstGeom>
            <a:solidFill>
              <a:srgbClr val="F3F3F3"/>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1" i="0" sz="1500" u="none" cap="none" strike="noStrike">
                <a:solidFill>
                  <a:schemeClr val="dk1"/>
                </a:solidFill>
              </a:endParaRPr>
            </a:p>
          </p:txBody>
        </p:sp>
        <p:sp>
          <p:nvSpPr>
            <p:cNvPr id="888" name="Google Shape;888;p25"/>
            <p:cNvSpPr txBox="1"/>
            <p:nvPr/>
          </p:nvSpPr>
          <p:spPr>
            <a:xfrm>
              <a:off x="10490200" y="75068"/>
              <a:ext cx="1123950" cy="749300"/>
            </a:xfrm>
            <a:prstGeom prst="rect">
              <a:avLst/>
            </a:prstGeom>
            <a:solidFill>
              <a:srgbClr val="F3F3F3"/>
            </a:solidFill>
            <a:ln>
              <a:noFill/>
            </a:ln>
          </p:spPr>
          <p:txBody>
            <a:bodyPr anchorCtr="0" anchor="ctr" bIns="16000" lIns="48000" spcFirstLastPara="1" rIns="16000" wrap="square" tIns="16000">
              <a:noAutofit/>
            </a:bodyPr>
            <a:lstStyle/>
            <a:p>
              <a:pPr indent="0" lvl="0" marL="0" marR="0" rtl="0" algn="ctr">
                <a:lnSpc>
                  <a:spcPct val="90000"/>
                </a:lnSpc>
                <a:spcBef>
                  <a:spcPts val="0"/>
                </a:spcBef>
                <a:spcAft>
                  <a:spcPts val="0"/>
                </a:spcAft>
                <a:buClr>
                  <a:schemeClr val="lt1"/>
                </a:buClr>
                <a:buSzPts val="1200"/>
                <a:buFont typeface="Century Gothic"/>
                <a:buNone/>
              </a:pPr>
              <a:r>
                <a:rPr b="1" lang="en-US" sz="1300">
                  <a:solidFill>
                    <a:schemeClr val="dk1"/>
                  </a:solidFill>
                  <a:latin typeface="Century Gothic"/>
                  <a:ea typeface="Century Gothic"/>
                  <a:cs typeface="Century Gothic"/>
                  <a:sym typeface="Century Gothic"/>
                </a:rPr>
                <a:t>Onboarding</a:t>
              </a:r>
              <a:endParaRPr b="1" i="0" sz="1300" u="none" cap="none" strike="noStrike">
                <a:solidFill>
                  <a:schemeClr val="dk1"/>
                </a:solidFill>
                <a:latin typeface="Century Gothic"/>
                <a:ea typeface="Century Gothic"/>
                <a:cs typeface="Century Gothic"/>
                <a:sym typeface="Century Gothic"/>
              </a:endParaRPr>
            </a:p>
          </p:txBody>
        </p:sp>
      </p:grpSp>
      <p:grpSp>
        <p:nvGrpSpPr>
          <p:cNvPr id="889" name="Google Shape;889;p25"/>
          <p:cNvGrpSpPr/>
          <p:nvPr/>
        </p:nvGrpSpPr>
        <p:grpSpPr>
          <a:xfrm>
            <a:off x="203200" y="135229"/>
            <a:ext cx="11977092" cy="965915"/>
            <a:chOff x="0" y="0"/>
            <a:chExt cx="11977092" cy="965915"/>
          </a:xfrm>
        </p:grpSpPr>
        <p:sp>
          <p:nvSpPr>
            <p:cNvPr id="890" name="Google Shape;890;p25"/>
            <p:cNvSpPr/>
            <p:nvPr/>
          </p:nvSpPr>
          <p:spPr>
            <a:xfrm>
              <a:off x="0" y="0"/>
              <a:ext cx="11977092" cy="965915"/>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1" name="Google Shape;891;p25"/>
            <p:cNvSpPr txBox="1"/>
            <p:nvPr/>
          </p:nvSpPr>
          <p:spPr>
            <a:xfrm>
              <a:off x="482958" y="0"/>
              <a:ext cx="11011177" cy="965915"/>
            </a:xfrm>
            <a:prstGeom prst="rect">
              <a:avLst/>
            </a:prstGeom>
            <a:noFill/>
            <a:ln>
              <a:noFill/>
            </a:ln>
          </p:spPr>
          <p:txBody>
            <a:bodyPr anchorCtr="0" anchor="ctr" bIns="78675" lIns="236025" spcFirstLastPara="1" rIns="78675" wrap="square" tIns="78675">
              <a:noAutofit/>
            </a:bodyPr>
            <a:lstStyle/>
            <a:p>
              <a:pPr indent="0" lvl="0" marL="0" marR="0" rtl="0" algn="ctr">
                <a:lnSpc>
                  <a:spcPct val="90000"/>
                </a:lnSpc>
                <a:spcBef>
                  <a:spcPts val="0"/>
                </a:spcBef>
                <a:spcAft>
                  <a:spcPts val="0"/>
                </a:spcAft>
                <a:buClr>
                  <a:schemeClr val="lt1"/>
                </a:buClr>
                <a:buSzPts val="5900"/>
                <a:buFont typeface="Century Gothic"/>
                <a:buNone/>
              </a:pPr>
              <a:r>
                <a:rPr b="0" i="0" lang="en-US" sz="5900" u="none" cap="none" strike="noStrike">
                  <a:solidFill>
                    <a:schemeClr val="lt1"/>
                  </a:solidFill>
                  <a:latin typeface="Century Gothic"/>
                  <a:ea typeface="Century Gothic"/>
                  <a:cs typeface="Century Gothic"/>
                  <a:sym typeface="Century Gothic"/>
                </a:rPr>
                <a:t>HR / Admin </a:t>
              </a:r>
              <a:endParaRPr b="0" i="0" sz="1400" u="none" cap="none" strike="noStrike">
                <a:solidFill>
                  <a:srgbClr val="000000"/>
                </a:solidFill>
                <a:latin typeface="Arial"/>
                <a:ea typeface="Arial"/>
                <a:cs typeface="Arial"/>
                <a:sym typeface="Arial"/>
              </a:endParaRPr>
            </a:p>
          </p:txBody>
        </p:sp>
      </p:grpSp>
      <p:grpSp>
        <p:nvGrpSpPr>
          <p:cNvPr id="892" name="Google Shape;892;p25"/>
          <p:cNvGrpSpPr/>
          <p:nvPr/>
        </p:nvGrpSpPr>
        <p:grpSpPr>
          <a:xfrm>
            <a:off x="5853" y="3466764"/>
            <a:ext cx="11977092" cy="909701"/>
            <a:chOff x="5853" y="8786"/>
            <a:chExt cx="11977092" cy="909701"/>
          </a:xfrm>
        </p:grpSpPr>
        <p:sp>
          <p:nvSpPr>
            <p:cNvPr id="893" name="Google Shape;893;p25"/>
            <p:cNvSpPr/>
            <p:nvPr/>
          </p:nvSpPr>
          <p:spPr>
            <a:xfrm>
              <a:off x="5853" y="47426"/>
              <a:ext cx="2177653" cy="871061"/>
            </a:xfrm>
            <a:prstGeom prst="chevron">
              <a:avLst>
                <a:gd fmla="val 50000" name="adj"/>
              </a:avLst>
            </a:prstGeom>
            <a:solidFill>
              <a:srgbClr val="F3F3F3"/>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chemeClr val="dk1"/>
                </a:solidFill>
              </a:endParaRPr>
            </a:p>
          </p:txBody>
        </p:sp>
        <p:sp>
          <p:nvSpPr>
            <p:cNvPr id="894" name="Google Shape;894;p25"/>
            <p:cNvSpPr txBox="1"/>
            <p:nvPr/>
          </p:nvSpPr>
          <p:spPr>
            <a:xfrm>
              <a:off x="441384" y="47426"/>
              <a:ext cx="1306592" cy="871061"/>
            </a:xfrm>
            <a:prstGeom prst="rect">
              <a:avLst/>
            </a:prstGeom>
            <a:solidFill>
              <a:srgbClr val="F3F3F3"/>
            </a:solidFill>
            <a:ln>
              <a:noFill/>
            </a:ln>
          </p:spPr>
          <p:txBody>
            <a:bodyPr anchorCtr="0" anchor="ctr" bIns="20000" lIns="60000" spcFirstLastPara="1" rIns="20000" wrap="square" tIns="20000">
              <a:noAutofit/>
            </a:bodyPr>
            <a:lstStyle/>
            <a:p>
              <a:pPr indent="0" lvl="0" marL="0" marR="0" rtl="0" algn="ctr">
                <a:lnSpc>
                  <a:spcPct val="90000"/>
                </a:lnSpc>
                <a:spcBef>
                  <a:spcPts val="0"/>
                </a:spcBef>
                <a:spcAft>
                  <a:spcPts val="0"/>
                </a:spcAft>
                <a:buClr>
                  <a:schemeClr val="lt1"/>
                </a:buClr>
                <a:buSzPts val="1500"/>
                <a:buFont typeface="Century Gothic"/>
                <a:buNone/>
              </a:pPr>
              <a:r>
                <a:rPr b="1" i="0" lang="en-US" sz="1500" u="none" cap="none" strike="noStrike">
                  <a:solidFill>
                    <a:schemeClr val="dk1"/>
                  </a:solidFill>
                  <a:latin typeface="Century Gothic"/>
                  <a:ea typeface="Century Gothic"/>
                  <a:cs typeface="Century Gothic"/>
                  <a:sym typeface="Century Gothic"/>
                </a:rPr>
                <a:t>Induction </a:t>
              </a:r>
              <a:endParaRPr b="1" i="0" sz="1400" u="none" cap="none" strike="noStrike">
                <a:solidFill>
                  <a:schemeClr val="dk1"/>
                </a:solidFill>
              </a:endParaRPr>
            </a:p>
          </p:txBody>
        </p:sp>
        <p:sp>
          <p:nvSpPr>
            <p:cNvPr id="895" name="Google Shape;895;p25"/>
            <p:cNvSpPr/>
            <p:nvPr/>
          </p:nvSpPr>
          <p:spPr>
            <a:xfrm>
              <a:off x="1965741" y="47426"/>
              <a:ext cx="2177653" cy="871061"/>
            </a:xfrm>
            <a:prstGeom prst="chevron">
              <a:avLst>
                <a:gd fmla="val 50000" name="adj"/>
              </a:avLst>
            </a:prstGeom>
            <a:solidFill>
              <a:srgbClr val="F3F3F3"/>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chemeClr val="dk1"/>
                </a:solidFill>
              </a:endParaRPr>
            </a:p>
          </p:txBody>
        </p:sp>
        <p:sp>
          <p:nvSpPr>
            <p:cNvPr id="896" name="Google Shape;896;p25"/>
            <p:cNvSpPr txBox="1"/>
            <p:nvPr/>
          </p:nvSpPr>
          <p:spPr>
            <a:xfrm>
              <a:off x="2401272" y="47426"/>
              <a:ext cx="1306592" cy="871061"/>
            </a:xfrm>
            <a:prstGeom prst="rect">
              <a:avLst/>
            </a:prstGeom>
            <a:solidFill>
              <a:srgbClr val="F3F3F3"/>
            </a:solidFill>
            <a:ln>
              <a:noFill/>
            </a:ln>
          </p:spPr>
          <p:txBody>
            <a:bodyPr anchorCtr="0" anchor="ctr" bIns="20000" lIns="60000" spcFirstLastPara="1" rIns="20000" wrap="square" tIns="20000">
              <a:noAutofit/>
            </a:bodyPr>
            <a:lstStyle/>
            <a:p>
              <a:pPr indent="0" lvl="0" marL="0" marR="0" rtl="0" algn="ctr">
                <a:lnSpc>
                  <a:spcPct val="90000"/>
                </a:lnSpc>
                <a:spcBef>
                  <a:spcPts val="0"/>
                </a:spcBef>
                <a:spcAft>
                  <a:spcPts val="0"/>
                </a:spcAft>
                <a:buClr>
                  <a:schemeClr val="lt1"/>
                </a:buClr>
                <a:buSzPts val="1500"/>
                <a:buFont typeface="Century Gothic"/>
                <a:buNone/>
              </a:pPr>
              <a:r>
                <a:rPr b="1" i="0" lang="en-US" sz="1500" u="none" cap="none" strike="noStrike">
                  <a:solidFill>
                    <a:schemeClr val="dk1"/>
                  </a:solidFill>
                  <a:latin typeface="Century Gothic"/>
                  <a:ea typeface="Century Gothic"/>
                  <a:cs typeface="Century Gothic"/>
                  <a:sym typeface="Century Gothic"/>
                </a:rPr>
                <a:t>Company Structures </a:t>
              </a:r>
              <a:endParaRPr b="1" i="0" sz="1400" u="none" cap="none" strike="noStrike">
                <a:solidFill>
                  <a:schemeClr val="dk1"/>
                </a:solidFill>
              </a:endParaRPr>
            </a:p>
          </p:txBody>
        </p:sp>
        <p:sp>
          <p:nvSpPr>
            <p:cNvPr id="897" name="Google Shape;897;p25"/>
            <p:cNvSpPr/>
            <p:nvPr/>
          </p:nvSpPr>
          <p:spPr>
            <a:xfrm>
              <a:off x="3985514" y="17488"/>
              <a:ext cx="2177653" cy="871061"/>
            </a:xfrm>
            <a:prstGeom prst="chevron">
              <a:avLst>
                <a:gd fmla="val 50000" name="adj"/>
              </a:avLst>
            </a:prstGeom>
            <a:solidFill>
              <a:srgbClr val="F3F3F3"/>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chemeClr val="dk1"/>
                </a:solidFill>
              </a:endParaRPr>
            </a:p>
          </p:txBody>
        </p:sp>
        <p:sp>
          <p:nvSpPr>
            <p:cNvPr id="898" name="Google Shape;898;p25"/>
            <p:cNvSpPr txBox="1"/>
            <p:nvPr/>
          </p:nvSpPr>
          <p:spPr>
            <a:xfrm>
              <a:off x="4421045" y="17488"/>
              <a:ext cx="1306592" cy="871061"/>
            </a:xfrm>
            <a:prstGeom prst="rect">
              <a:avLst/>
            </a:prstGeom>
            <a:solidFill>
              <a:srgbClr val="F3F3F3"/>
            </a:solidFill>
            <a:ln>
              <a:noFill/>
            </a:ln>
          </p:spPr>
          <p:txBody>
            <a:bodyPr anchorCtr="0" anchor="ctr" bIns="20000" lIns="60000" spcFirstLastPara="1" rIns="20000" wrap="square" tIns="20000">
              <a:noAutofit/>
            </a:bodyPr>
            <a:lstStyle/>
            <a:p>
              <a:pPr indent="0" lvl="0" marL="0" marR="0" rtl="0" algn="ctr">
                <a:lnSpc>
                  <a:spcPct val="90000"/>
                </a:lnSpc>
                <a:spcBef>
                  <a:spcPts val="0"/>
                </a:spcBef>
                <a:spcAft>
                  <a:spcPts val="0"/>
                </a:spcAft>
                <a:buClr>
                  <a:schemeClr val="lt1"/>
                </a:buClr>
                <a:buSzPts val="1500"/>
                <a:buFont typeface="Century Gothic"/>
                <a:buNone/>
              </a:pPr>
              <a:r>
                <a:rPr b="1" i="0" lang="en-US" sz="1500" u="none" cap="none" strike="noStrike">
                  <a:solidFill>
                    <a:schemeClr val="dk1"/>
                  </a:solidFill>
                  <a:latin typeface="Century Gothic"/>
                  <a:ea typeface="Century Gothic"/>
                  <a:cs typeface="Century Gothic"/>
                  <a:sym typeface="Century Gothic"/>
                </a:rPr>
                <a:t>KRA of employee</a:t>
              </a:r>
              <a:endParaRPr b="1" i="0" sz="1400" u="none" cap="none" strike="noStrike">
                <a:solidFill>
                  <a:schemeClr val="dk1"/>
                </a:solidFill>
              </a:endParaRPr>
            </a:p>
          </p:txBody>
        </p:sp>
        <p:sp>
          <p:nvSpPr>
            <p:cNvPr id="899" name="Google Shape;899;p25"/>
            <p:cNvSpPr/>
            <p:nvPr/>
          </p:nvSpPr>
          <p:spPr>
            <a:xfrm>
              <a:off x="5885517" y="47426"/>
              <a:ext cx="2177653" cy="871061"/>
            </a:xfrm>
            <a:prstGeom prst="chevron">
              <a:avLst>
                <a:gd fmla="val 50000" name="adj"/>
              </a:avLst>
            </a:prstGeom>
            <a:solidFill>
              <a:srgbClr val="F3F3F3"/>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chemeClr val="dk1"/>
                </a:solidFill>
              </a:endParaRPr>
            </a:p>
          </p:txBody>
        </p:sp>
        <p:sp>
          <p:nvSpPr>
            <p:cNvPr id="900" name="Google Shape;900;p25"/>
            <p:cNvSpPr txBox="1"/>
            <p:nvPr/>
          </p:nvSpPr>
          <p:spPr>
            <a:xfrm>
              <a:off x="6321048" y="47426"/>
              <a:ext cx="1306592" cy="871061"/>
            </a:xfrm>
            <a:prstGeom prst="rect">
              <a:avLst/>
            </a:prstGeom>
            <a:solidFill>
              <a:srgbClr val="F3F3F3"/>
            </a:solidFill>
            <a:ln>
              <a:noFill/>
            </a:ln>
          </p:spPr>
          <p:txBody>
            <a:bodyPr anchorCtr="0" anchor="ctr" bIns="20000" lIns="60000" spcFirstLastPara="1" rIns="20000" wrap="square" tIns="20000">
              <a:noAutofit/>
            </a:bodyPr>
            <a:lstStyle/>
            <a:p>
              <a:pPr indent="0" lvl="0" marL="0" marR="0" rtl="0" algn="ctr">
                <a:lnSpc>
                  <a:spcPct val="90000"/>
                </a:lnSpc>
                <a:spcBef>
                  <a:spcPts val="0"/>
                </a:spcBef>
                <a:spcAft>
                  <a:spcPts val="0"/>
                </a:spcAft>
                <a:buClr>
                  <a:schemeClr val="lt1"/>
                </a:buClr>
                <a:buSzPts val="1500"/>
                <a:buFont typeface="Century Gothic"/>
                <a:buNone/>
              </a:pPr>
              <a:r>
                <a:rPr b="1" i="0" lang="en-US" sz="1500" u="none" cap="none" strike="noStrike">
                  <a:solidFill>
                    <a:schemeClr val="dk1"/>
                  </a:solidFill>
                  <a:latin typeface="Century Gothic"/>
                  <a:ea typeface="Century Gothic"/>
                  <a:cs typeface="Century Gothic"/>
                  <a:sym typeface="Century Gothic"/>
                </a:rPr>
                <a:t>Appreciation policy </a:t>
              </a:r>
              <a:endParaRPr b="1" i="0" sz="1400" u="none" cap="none" strike="noStrike">
                <a:solidFill>
                  <a:schemeClr val="dk1"/>
                </a:solidFill>
              </a:endParaRPr>
            </a:p>
          </p:txBody>
        </p:sp>
        <p:sp>
          <p:nvSpPr>
            <p:cNvPr id="901" name="Google Shape;901;p25"/>
            <p:cNvSpPr/>
            <p:nvPr/>
          </p:nvSpPr>
          <p:spPr>
            <a:xfrm>
              <a:off x="7845405" y="8786"/>
              <a:ext cx="2177653" cy="871061"/>
            </a:xfrm>
            <a:prstGeom prst="chevron">
              <a:avLst>
                <a:gd fmla="val 50000" name="adj"/>
              </a:avLst>
            </a:prstGeom>
            <a:solidFill>
              <a:srgbClr val="F3F3F3"/>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chemeClr val="dk1"/>
                </a:solidFill>
              </a:endParaRPr>
            </a:p>
          </p:txBody>
        </p:sp>
        <p:sp>
          <p:nvSpPr>
            <p:cNvPr id="902" name="Google Shape;902;p25"/>
            <p:cNvSpPr txBox="1"/>
            <p:nvPr/>
          </p:nvSpPr>
          <p:spPr>
            <a:xfrm>
              <a:off x="8280936" y="8786"/>
              <a:ext cx="1306592" cy="871061"/>
            </a:xfrm>
            <a:prstGeom prst="rect">
              <a:avLst/>
            </a:prstGeom>
            <a:solidFill>
              <a:srgbClr val="F3F3F3"/>
            </a:solidFill>
            <a:ln>
              <a:noFill/>
            </a:ln>
          </p:spPr>
          <p:txBody>
            <a:bodyPr anchorCtr="0" anchor="ctr" bIns="20000" lIns="60000" spcFirstLastPara="1" rIns="20000" wrap="square" tIns="20000">
              <a:noAutofit/>
            </a:bodyPr>
            <a:lstStyle/>
            <a:p>
              <a:pPr indent="0" lvl="0" marL="0" marR="0" rtl="0" algn="ctr">
                <a:lnSpc>
                  <a:spcPct val="90000"/>
                </a:lnSpc>
                <a:spcBef>
                  <a:spcPts val="0"/>
                </a:spcBef>
                <a:spcAft>
                  <a:spcPts val="0"/>
                </a:spcAft>
                <a:buClr>
                  <a:schemeClr val="lt1"/>
                </a:buClr>
                <a:buSzPts val="1500"/>
                <a:buFont typeface="Century Gothic"/>
                <a:buNone/>
              </a:pPr>
              <a:r>
                <a:rPr b="1" i="0" lang="en-US" sz="1500" u="none" cap="none" strike="noStrike">
                  <a:solidFill>
                    <a:schemeClr val="dk1"/>
                  </a:solidFill>
                  <a:latin typeface="Century Gothic"/>
                  <a:ea typeface="Century Gothic"/>
                  <a:cs typeface="Century Gothic"/>
                  <a:sym typeface="Century Gothic"/>
                </a:rPr>
                <a:t>Today, 3 yrs</a:t>
              </a:r>
              <a:endParaRPr b="1" i="0" sz="1500" u="none" cap="none" strike="noStrike">
                <a:solidFill>
                  <a:schemeClr val="dk1"/>
                </a:solidFill>
                <a:latin typeface="Century Gothic"/>
                <a:ea typeface="Century Gothic"/>
                <a:cs typeface="Century Gothic"/>
                <a:sym typeface="Century Gothic"/>
              </a:endParaRPr>
            </a:p>
            <a:p>
              <a:pPr indent="0" lvl="0" marL="0" marR="0" rtl="0" algn="ctr">
                <a:lnSpc>
                  <a:spcPct val="90000"/>
                </a:lnSpc>
                <a:spcBef>
                  <a:spcPts val="525"/>
                </a:spcBef>
                <a:spcAft>
                  <a:spcPts val="0"/>
                </a:spcAft>
                <a:buClr>
                  <a:schemeClr val="lt1"/>
                </a:buClr>
                <a:buSzPts val="1500"/>
                <a:buFont typeface="Century Gothic"/>
                <a:buNone/>
              </a:pPr>
              <a:r>
                <a:rPr b="1" i="0" lang="en-US" sz="1500" u="none" cap="none" strike="noStrike">
                  <a:solidFill>
                    <a:schemeClr val="dk1"/>
                  </a:solidFill>
                  <a:latin typeface="Century Gothic"/>
                  <a:ea typeface="Century Gothic"/>
                  <a:cs typeface="Century Gothic"/>
                  <a:sym typeface="Century Gothic"/>
                </a:rPr>
                <a:t>5 yrs later designation  </a:t>
              </a:r>
              <a:endParaRPr b="1" i="0" sz="1400" u="none" cap="none" strike="noStrike">
                <a:solidFill>
                  <a:schemeClr val="dk1"/>
                </a:solidFill>
              </a:endParaRPr>
            </a:p>
          </p:txBody>
        </p:sp>
        <p:sp>
          <p:nvSpPr>
            <p:cNvPr id="903" name="Google Shape;903;p25"/>
            <p:cNvSpPr/>
            <p:nvPr/>
          </p:nvSpPr>
          <p:spPr>
            <a:xfrm>
              <a:off x="9805292" y="8786"/>
              <a:ext cx="2177653" cy="871061"/>
            </a:xfrm>
            <a:prstGeom prst="chevron">
              <a:avLst>
                <a:gd fmla="val 50000" name="adj"/>
              </a:avLst>
            </a:prstGeom>
            <a:solidFill>
              <a:srgbClr val="F3F3F3"/>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chemeClr val="dk1"/>
                </a:solidFill>
              </a:endParaRPr>
            </a:p>
          </p:txBody>
        </p:sp>
      </p:grpSp>
      <p:sp>
        <p:nvSpPr>
          <p:cNvPr id="904" name="Google Shape;904;p25"/>
          <p:cNvSpPr txBox="1"/>
          <p:nvPr/>
        </p:nvSpPr>
        <p:spPr>
          <a:xfrm>
            <a:off x="3764775" y="5189648"/>
            <a:ext cx="36921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https://docs.google.com/document/d/10Nk9M6Ig2hz7n1CDgjmorCHCpTO916Clzi7JI2sa1D4/edit?usp=sharing</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8" name="Shape 908"/>
        <p:cNvGrpSpPr/>
        <p:nvPr/>
      </p:nvGrpSpPr>
      <p:grpSpPr>
        <a:xfrm>
          <a:off x="0" y="0"/>
          <a:ext cx="0" cy="0"/>
          <a:chOff x="0" y="0"/>
          <a:chExt cx="0" cy="0"/>
        </a:xfrm>
      </p:grpSpPr>
      <p:sp>
        <p:nvSpPr>
          <p:cNvPr id="909" name="Google Shape;909;p26"/>
          <p:cNvSpPr txBox="1"/>
          <p:nvPr>
            <p:ph type="title"/>
          </p:nvPr>
        </p:nvSpPr>
        <p:spPr>
          <a:xfrm>
            <a:off x="646111" y="452718"/>
            <a:ext cx="9404723" cy="839814"/>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lt2"/>
              </a:buClr>
              <a:buSzPts val="4200"/>
              <a:buFont typeface="Century Gothic"/>
              <a:buNone/>
            </a:pPr>
            <a:r>
              <a:rPr lang="en-US"/>
              <a:t>IMPORTANT FORMS</a:t>
            </a:r>
            <a:endParaRPr/>
          </a:p>
        </p:txBody>
      </p:sp>
      <p:sp>
        <p:nvSpPr>
          <p:cNvPr id="910" name="Google Shape;910;p26"/>
          <p:cNvSpPr txBox="1"/>
          <p:nvPr/>
        </p:nvSpPr>
        <p:spPr>
          <a:xfrm>
            <a:off x="540590" y="3200400"/>
            <a:ext cx="11268972" cy="175432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sng" cap="none" strike="noStrike">
                <a:solidFill>
                  <a:schemeClr val="lt1"/>
                </a:solidFill>
                <a:latin typeface="Century Gothic"/>
                <a:ea typeface="Century Gothic"/>
                <a:cs typeface="Century Gothic"/>
                <a:sym typeface="Century Gothic"/>
                <a:hlinkClick r:id="rId3">
                  <a:extLst>
                    <a:ext uri="{A12FA001-AC4F-418D-AE19-62706E023703}">
                      <ahyp:hlinkClr val="tx"/>
                    </a:ext>
                  </a:extLst>
                </a:hlinkClick>
              </a:rPr>
              <a:t>https://docs.google.com/document/d/10Nk9M6Ig2hz7n1CDgjmorCHCpTO916Clzi7JI2sa1D4/edit?usp=sharing</a:t>
            </a:r>
            <a:r>
              <a:rPr b="0" i="0" lang="en-US" sz="1800" u="none" cap="none" strike="noStrike">
                <a:solidFill>
                  <a:schemeClr val="lt1"/>
                </a:solidFill>
                <a:latin typeface="Century Gothic"/>
                <a:ea typeface="Century Gothic"/>
                <a:cs typeface="Century Gothic"/>
                <a:sym typeface="Century Gothic"/>
              </a:rPr>
              <a:t> ( RULES FOR VOUCHER SUBMISSION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rPr b="0" i="0" lang="en-US" sz="1800" u="sng" cap="none" strike="noStrike">
                <a:solidFill>
                  <a:schemeClr val="lt1"/>
                </a:solidFill>
                <a:latin typeface="Century Gothic"/>
                <a:ea typeface="Century Gothic"/>
                <a:cs typeface="Century Gothic"/>
                <a:sym typeface="Century Gothic"/>
                <a:hlinkClick r:id="rId4">
                  <a:extLst>
                    <a:ext uri="{A12FA001-AC4F-418D-AE19-62706E023703}">
                      <ahyp:hlinkClr val="tx"/>
                    </a:ext>
                  </a:extLst>
                </a:hlinkClick>
              </a:rPr>
              <a:t>https://drive.google.com/file/d/1PR3Ij4iB3NAyOfwr0pFLJhx7XMthFGGD/view?ts=60dc07fb</a:t>
            </a:r>
            <a:r>
              <a:rPr b="0" i="0" lang="en-US" sz="1800" u="none" cap="none" strike="noStrike">
                <a:solidFill>
                  <a:schemeClr val="lt1"/>
                </a:solidFill>
                <a:latin typeface="Century Gothic"/>
                <a:ea typeface="Century Gothic"/>
                <a:cs typeface="Century Gothic"/>
                <a:sym typeface="Century Gothic"/>
              </a:rPr>
              <a:t>                  ( TOUR ALLOWANCE FORM ) </a:t>
            </a:r>
            <a:endParaRPr b="0" i="0" sz="1800" u="none" cap="none" strike="noStrike">
              <a:solidFill>
                <a:schemeClr val="lt1"/>
              </a:solidFill>
              <a:latin typeface="Century Gothic"/>
              <a:ea typeface="Century Gothic"/>
              <a:cs typeface="Century Gothic"/>
              <a:sym typeface="Century Gothic"/>
            </a:endParaRPr>
          </a:p>
        </p:txBody>
      </p:sp>
      <p:sp>
        <p:nvSpPr>
          <p:cNvPr id="911" name="Google Shape;911;p26"/>
          <p:cNvSpPr txBox="1"/>
          <p:nvPr/>
        </p:nvSpPr>
        <p:spPr>
          <a:xfrm>
            <a:off x="641230" y="1862007"/>
            <a:ext cx="10334400" cy="646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sng" cap="none" strike="noStrike">
                <a:solidFill>
                  <a:schemeClr val="lt1"/>
                </a:solidFill>
                <a:latin typeface="Century Gothic"/>
                <a:ea typeface="Century Gothic"/>
                <a:cs typeface="Century Gothic"/>
                <a:sym typeface="Century Gothic"/>
                <a:hlinkClick r:id="rId5">
                  <a:extLst>
                    <a:ext uri="{A12FA001-AC4F-418D-AE19-62706E023703}">
                      <ahyp:hlinkClr val="tx"/>
                    </a:ext>
                  </a:extLst>
                </a:hlinkClick>
              </a:rPr>
              <a:t>https://docs.google.com/forms/d/1IsHdgKfWgmIcleFf0eN3_20BVpXVonYEtUvDO0_f1tY/edit</a:t>
            </a:r>
            <a:endParaRPr b="0" i="0" sz="18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 EXPENSE FORM – ALL EMPLOYEES )</a:t>
            </a:r>
            <a:endParaRPr b="0" i="0" sz="1400" u="none" cap="none" strike="noStrike">
              <a:solidFill>
                <a:srgbClr val="000000"/>
              </a:solidFill>
              <a:latin typeface="Arial"/>
              <a:ea typeface="Arial"/>
              <a:cs typeface="Arial"/>
              <a:sym typeface="Arial"/>
            </a:endParaRPr>
          </a:p>
        </p:txBody>
      </p:sp>
      <p:sp>
        <p:nvSpPr>
          <p:cNvPr id="912" name="Google Shape;912;p26"/>
          <p:cNvSpPr txBox="1"/>
          <p:nvPr/>
        </p:nvSpPr>
        <p:spPr>
          <a:xfrm>
            <a:off x="4724400" y="3200400"/>
            <a:ext cx="274320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Click to add text</a:t>
            </a:r>
            <a:endParaRPr b="0" i="0" sz="1400" u="none" cap="none" strike="noStrike">
              <a:solidFill>
                <a:srgbClr val="000000"/>
              </a:solidFill>
              <a:latin typeface="Arial"/>
              <a:ea typeface="Arial"/>
              <a:cs typeface="Arial"/>
              <a:sym typeface="Arial"/>
            </a:endParaRPr>
          </a:p>
        </p:txBody>
      </p:sp>
      <p:sp>
        <p:nvSpPr>
          <p:cNvPr id="913" name="Google Shape;913;p26"/>
          <p:cNvSpPr txBox="1"/>
          <p:nvPr/>
        </p:nvSpPr>
        <p:spPr>
          <a:xfrm>
            <a:off x="540589" y="5025024"/>
            <a:ext cx="10981426"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sng" cap="none" strike="noStrike">
                <a:solidFill>
                  <a:schemeClr val="lt1"/>
                </a:solidFill>
                <a:latin typeface="Century Gothic"/>
                <a:ea typeface="Century Gothic"/>
                <a:cs typeface="Century Gothic"/>
                <a:sym typeface="Century Gothic"/>
                <a:hlinkClick r:id="rId6">
                  <a:extLst>
                    <a:ext uri="{A12FA001-AC4F-418D-AE19-62706E023703}">
                      <ahyp:hlinkClr val="tx"/>
                    </a:ext>
                  </a:extLst>
                </a:hlinkClick>
              </a:rPr>
              <a:t>https://docs.google.com/forms/d/1c0OUl7wVec5kk0fvuuSPo1i7lnXDcOELgHcoyd0a8gs/edit</a:t>
            </a:r>
            <a:endParaRPr b="0" i="0" sz="18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 LEAVE APPLIICATION FORM)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7" name="Shape 917"/>
        <p:cNvGrpSpPr/>
        <p:nvPr/>
      </p:nvGrpSpPr>
      <p:grpSpPr>
        <a:xfrm>
          <a:off x="0" y="0"/>
          <a:ext cx="0" cy="0"/>
          <a:chOff x="0" y="0"/>
          <a:chExt cx="0" cy="0"/>
        </a:xfrm>
      </p:grpSpPr>
      <p:grpSp>
        <p:nvGrpSpPr>
          <p:cNvPr id="918" name="Google Shape;918;p27"/>
          <p:cNvGrpSpPr/>
          <p:nvPr/>
        </p:nvGrpSpPr>
        <p:grpSpPr>
          <a:xfrm>
            <a:off x="203200" y="1118256"/>
            <a:ext cx="11988800" cy="815778"/>
            <a:chOff x="0" y="75068"/>
            <a:chExt cx="11988800" cy="815778"/>
          </a:xfrm>
        </p:grpSpPr>
        <p:sp>
          <p:nvSpPr>
            <p:cNvPr id="919" name="Google Shape;919;p27"/>
            <p:cNvSpPr/>
            <p:nvPr/>
          </p:nvSpPr>
          <p:spPr>
            <a:xfrm>
              <a:off x="0" y="108307"/>
              <a:ext cx="1873250" cy="749300"/>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0" name="Google Shape;920;p27"/>
            <p:cNvSpPr txBox="1"/>
            <p:nvPr/>
          </p:nvSpPr>
          <p:spPr>
            <a:xfrm>
              <a:off x="374650" y="108307"/>
              <a:ext cx="1123950" cy="749300"/>
            </a:xfrm>
            <a:prstGeom prst="rect">
              <a:avLst/>
            </a:prstGeom>
            <a:noFill/>
            <a:ln>
              <a:noFill/>
            </a:ln>
          </p:spPr>
          <p:txBody>
            <a:bodyPr anchorCtr="0" anchor="ctr" bIns="20000" lIns="60000" spcFirstLastPara="1" rIns="20000" wrap="square" tIns="20000">
              <a:noAutofit/>
            </a:bodyPr>
            <a:lstStyle/>
            <a:p>
              <a:pPr indent="0" lvl="0" marL="0" marR="0" rtl="0" algn="ctr">
                <a:lnSpc>
                  <a:spcPct val="90000"/>
                </a:lnSpc>
                <a:spcBef>
                  <a:spcPts val="0"/>
                </a:spcBef>
                <a:spcAft>
                  <a:spcPts val="0"/>
                </a:spcAft>
                <a:buClr>
                  <a:schemeClr val="lt1"/>
                </a:buClr>
                <a:buSzPts val="1500"/>
                <a:buFont typeface="Century Gothic"/>
                <a:buNone/>
              </a:pPr>
              <a:r>
                <a:rPr b="0" i="0" lang="en-US" sz="1500" u="none" cap="none" strike="noStrike">
                  <a:solidFill>
                    <a:schemeClr val="lt1"/>
                  </a:solidFill>
                  <a:latin typeface="Century Gothic"/>
                  <a:ea typeface="Century Gothic"/>
                  <a:cs typeface="Century Gothic"/>
                  <a:sym typeface="Century Gothic"/>
                </a:rPr>
                <a:t>POLYCOM</a:t>
              </a:r>
              <a:endParaRPr b="0" i="0" sz="1400" u="none" cap="none" strike="noStrike">
                <a:solidFill>
                  <a:srgbClr val="000000"/>
                </a:solidFill>
                <a:latin typeface="Arial"/>
                <a:ea typeface="Arial"/>
                <a:cs typeface="Arial"/>
                <a:sym typeface="Arial"/>
              </a:endParaRPr>
            </a:p>
          </p:txBody>
        </p:sp>
        <p:sp>
          <p:nvSpPr>
            <p:cNvPr id="921" name="Google Shape;921;p27"/>
            <p:cNvSpPr/>
            <p:nvPr/>
          </p:nvSpPr>
          <p:spPr>
            <a:xfrm>
              <a:off x="1685924" y="108307"/>
              <a:ext cx="1873250" cy="749300"/>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2" name="Google Shape;922;p27"/>
            <p:cNvSpPr txBox="1"/>
            <p:nvPr/>
          </p:nvSpPr>
          <p:spPr>
            <a:xfrm>
              <a:off x="2060574" y="108307"/>
              <a:ext cx="1123950" cy="749300"/>
            </a:xfrm>
            <a:prstGeom prst="rect">
              <a:avLst/>
            </a:prstGeom>
            <a:noFill/>
            <a:ln>
              <a:noFill/>
            </a:ln>
          </p:spPr>
          <p:txBody>
            <a:bodyPr anchorCtr="0" anchor="ctr" bIns="20000" lIns="60000" spcFirstLastPara="1" rIns="20000" wrap="square" tIns="20000">
              <a:noAutofit/>
            </a:bodyPr>
            <a:lstStyle/>
            <a:p>
              <a:pPr indent="0" lvl="0" marL="0" marR="0" rtl="0" algn="ctr">
                <a:lnSpc>
                  <a:spcPct val="90000"/>
                </a:lnSpc>
                <a:spcBef>
                  <a:spcPts val="0"/>
                </a:spcBef>
                <a:spcAft>
                  <a:spcPts val="0"/>
                </a:spcAft>
                <a:buClr>
                  <a:schemeClr val="lt1"/>
                </a:buClr>
                <a:buSzPts val="1500"/>
                <a:buFont typeface="Century Gothic"/>
                <a:buNone/>
              </a:pPr>
              <a:r>
                <a:rPr b="0" i="0" lang="en-US" sz="1500" u="none" cap="none" strike="noStrike">
                  <a:solidFill>
                    <a:schemeClr val="lt1"/>
                  </a:solidFill>
                  <a:latin typeface="Century Gothic"/>
                  <a:ea typeface="Century Gothic"/>
                  <a:cs typeface="Century Gothic"/>
                  <a:sym typeface="Century Gothic"/>
                </a:rPr>
                <a:t>SAMSUNG</a:t>
              </a:r>
              <a:endParaRPr b="0" i="0" sz="1400" u="none" cap="none" strike="noStrike">
                <a:solidFill>
                  <a:srgbClr val="000000"/>
                </a:solidFill>
                <a:latin typeface="Arial"/>
                <a:ea typeface="Arial"/>
                <a:cs typeface="Arial"/>
                <a:sym typeface="Arial"/>
              </a:endParaRPr>
            </a:p>
          </p:txBody>
        </p:sp>
        <p:sp>
          <p:nvSpPr>
            <p:cNvPr id="923" name="Google Shape;923;p27"/>
            <p:cNvSpPr/>
            <p:nvPr/>
          </p:nvSpPr>
          <p:spPr>
            <a:xfrm>
              <a:off x="3360771" y="141546"/>
              <a:ext cx="1873250" cy="749300"/>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4" name="Google Shape;924;p27"/>
            <p:cNvSpPr txBox="1"/>
            <p:nvPr/>
          </p:nvSpPr>
          <p:spPr>
            <a:xfrm>
              <a:off x="3735421" y="141546"/>
              <a:ext cx="1123950" cy="749300"/>
            </a:xfrm>
            <a:prstGeom prst="rect">
              <a:avLst/>
            </a:prstGeom>
            <a:noFill/>
            <a:ln>
              <a:noFill/>
            </a:ln>
          </p:spPr>
          <p:txBody>
            <a:bodyPr anchorCtr="0" anchor="ctr" bIns="20000" lIns="60000" spcFirstLastPara="1" rIns="20000" wrap="square" tIns="20000">
              <a:noAutofit/>
            </a:bodyPr>
            <a:lstStyle/>
            <a:p>
              <a:pPr indent="0" lvl="0" marL="0" marR="0" rtl="0" algn="ctr">
                <a:lnSpc>
                  <a:spcPct val="90000"/>
                </a:lnSpc>
                <a:spcBef>
                  <a:spcPts val="0"/>
                </a:spcBef>
                <a:spcAft>
                  <a:spcPts val="0"/>
                </a:spcAft>
                <a:buClr>
                  <a:schemeClr val="lt1"/>
                </a:buClr>
                <a:buSzPts val="1500"/>
                <a:buFont typeface="Century Gothic"/>
                <a:buNone/>
              </a:pPr>
              <a:r>
                <a:rPr b="0" i="0" lang="en-US" sz="1500" u="none" cap="none" strike="noStrike">
                  <a:solidFill>
                    <a:schemeClr val="lt1"/>
                  </a:solidFill>
                  <a:latin typeface="Century Gothic"/>
                  <a:ea typeface="Century Gothic"/>
                  <a:cs typeface="Century Gothic"/>
                  <a:sym typeface="Century Gothic"/>
                </a:rPr>
                <a:t>LG</a:t>
              </a:r>
              <a:endParaRPr b="0" i="0" sz="1400" u="none" cap="none" strike="noStrike">
                <a:solidFill>
                  <a:srgbClr val="000000"/>
                </a:solidFill>
                <a:latin typeface="Arial"/>
                <a:ea typeface="Arial"/>
                <a:cs typeface="Arial"/>
                <a:sym typeface="Arial"/>
              </a:endParaRPr>
            </a:p>
          </p:txBody>
        </p:sp>
        <p:sp>
          <p:nvSpPr>
            <p:cNvPr id="925" name="Google Shape;925;p27"/>
            <p:cNvSpPr/>
            <p:nvPr/>
          </p:nvSpPr>
          <p:spPr>
            <a:xfrm>
              <a:off x="5057775" y="108307"/>
              <a:ext cx="1873250" cy="749300"/>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6" name="Google Shape;926;p27"/>
            <p:cNvSpPr txBox="1"/>
            <p:nvPr/>
          </p:nvSpPr>
          <p:spPr>
            <a:xfrm>
              <a:off x="5432425" y="108307"/>
              <a:ext cx="1123950" cy="749300"/>
            </a:xfrm>
            <a:prstGeom prst="rect">
              <a:avLst/>
            </a:prstGeom>
            <a:noFill/>
            <a:ln>
              <a:noFill/>
            </a:ln>
          </p:spPr>
          <p:txBody>
            <a:bodyPr anchorCtr="0" anchor="ctr" bIns="20000" lIns="60000" spcFirstLastPara="1" rIns="20000" wrap="square" tIns="20000">
              <a:noAutofit/>
            </a:bodyPr>
            <a:lstStyle/>
            <a:p>
              <a:pPr indent="0" lvl="0" marL="0" marR="0" rtl="0" algn="ctr">
                <a:lnSpc>
                  <a:spcPct val="90000"/>
                </a:lnSpc>
                <a:spcBef>
                  <a:spcPts val="0"/>
                </a:spcBef>
                <a:spcAft>
                  <a:spcPts val="0"/>
                </a:spcAft>
                <a:buClr>
                  <a:schemeClr val="lt1"/>
                </a:buClr>
                <a:buSzPts val="1500"/>
                <a:buFont typeface="Century Gothic"/>
                <a:buNone/>
              </a:pPr>
              <a:r>
                <a:rPr b="0" i="0" lang="en-US" sz="1500" u="none" cap="none" strike="noStrike">
                  <a:solidFill>
                    <a:schemeClr val="lt1"/>
                  </a:solidFill>
                  <a:latin typeface="Century Gothic"/>
                  <a:ea typeface="Century Gothic"/>
                  <a:cs typeface="Century Gothic"/>
                  <a:sym typeface="Century Gothic"/>
                </a:rPr>
                <a:t>CASIO</a:t>
              </a:r>
              <a:endParaRPr b="0" i="0" sz="1400" u="none" cap="none" strike="noStrike">
                <a:solidFill>
                  <a:srgbClr val="000000"/>
                </a:solidFill>
                <a:latin typeface="Arial"/>
                <a:ea typeface="Arial"/>
                <a:cs typeface="Arial"/>
                <a:sym typeface="Arial"/>
              </a:endParaRPr>
            </a:p>
          </p:txBody>
        </p:sp>
        <p:sp>
          <p:nvSpPr>
            <p:cNvPr id="927" name="Google Shape;927;p27"/>
            <p:cNvSpPr/>
            <p:nvPr/>
          </p:nvSpPr>
          <p:spPr>
            <a:xfrm>
              <a:off x="6743699" y="108307"/>
              <a:ext cx="1873250" cy="749300"/>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8" name="Google Shape;928;p27"/>
            <p:cNvSpPr txBox="1"/>
            <p:nvPr/>
          </p:nvSpPr>
          <p:spPr>
            <a:xfrm>
              <a:off x="7118349" y="108307"/>
              <a:ext cx="1123950" cy="749300"/>
            </a:xfrm>
            <a:prstGeom prst="rect">
              <a:avLst/>
            </a:prstGeom>
            <a:noFill/>
            <a:ln>
              <a:noFill/>
            </a:ln>
          </p:spPr>
          <p:txBody>
            <a:bodyPr anchorCtr="0" anchor="ctr" bIns="20000" lIns="60000" spcFirstLastPara="1" rIns="20000" wrap="square" tIns="20000">
              <a:noAutofit/>
            </a:bodyPr>
            <a:lstStyle/>
            <a:p>
              <a:pPr indent="0" lvl="0" marL="0" marR="0" rtl="0" algn="ctr">
                <a:lnSpc>
                  <a:spcPct val="90000"/>
                </a:lnSpc>
                <a:spcBef>
                  <a:spcPts val="0"/>
                </a:spcBef>
                <a:spcAft>
                  <a:spcPts val="0"/>
                </a:spcAft>
                <a:buClr>
                  <a:schemeClr val="lt1"/>
                </a:buClr>
                <a:buSzPts val="1500"/>
                <a:buFont typeface="Century Gothic"/>
                <a:buNone/>
              </a:pPr>
              <a:r>
                <a:rPr b="0" i="0" lang="en-US" sz="1500" u="none" cap="none" strike="noStrike">
                  <a:solidFill>
                    <a:schemeClr val="lt1"/>
                  </a:solidFill>
                  <a:latin typeface="Century Gothic"/>
                  <a:ea typeface="Century Gothic"/>
                  <a:cs typeface="Century Gothic"/>
                  <a:sym typeface="Century Gothic"/>
                </a:rPr>
                <a:t>Crestron</a:t>
              </a:r>
              <a:endParaRPr b="0" i="0" sz="1400" u="none" cap="none" strike="noStrike">
                <a:solidFill>
                  <a:srgbClr val="000000"/>
                </a:solidFill>
                <a:latin typeface="Arial"/>
                <a:ea typeface="Arial"/>
                <a:cs typeface="Arial"/>
                <a:sym typeface="Arial"/>
              </a:endParaRPr>
            </a:p>
          </p:txBody>
        </p:sp>
        <p:sp>
          <p:nvSpPr>
            <p:cNvPr id="929" name="Google Shape;929;p27"/>
            <p:cNvSpPr/>
            <p:nvPr/>
          </p:nvSpPr>
          <p:spPr>
            <a:xfrm>
              <a:off x="8429624" y="108307"/>
              <a:ext cx="1873250" cy="749300"/>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0" name="Google Shape;930;p27"/>
            <p:cNvSpPr txBox="1"/>
            <p:nvPr/>
          </p:nvSpPr>
          <p:spPr>
            <a:xfrm>
              <a:off x="8804274" y="108307"/>
              <a:ext cx="1123950" cy="749300"/>
            </a:xfrm>
            <a:prstGeom prst="rect">
              <a:avLst/>
            </a:prstGeom>
            <a:noFill/>
            <a:ln>
              <a:noFill/>
            </a:ln>
          </p:spPr>
          <p:txBody>
            <a:bodyPr anchorCtr="0" anchor="ctr" bIns="20000" lIns="60000" spcFirstLastPara="1" rIns="20000" wrap="square" tIns="20000">
              <a:noAutofit/>
            </a:bodyPr>
            <a:lstStyle/>
            <a:p>
              <a:pPr indent="0" lvl="0" marL="0" marR="0" rtl="0" algn="ctr">
                <a:lnSpc>
                  <a:spcPct val="90000"/>
                </a:lnSpc>
                <a:spcBef>
                  <a:spcPts val="0"/>
                </a:spcBef>
                <a:spcAft>
                  <a:spcPts val="0"/>
                </a:spcAft>
                <a:buClr>
                  <a:schemeClr val="lt1"/>
                </a:buClr>
                <a:buSzPts val="1500"/>
                <a:buFont typeface="Century Gothic"/>
                <a:buNone/>
              </a:pPr>
              <a:r>
                <a:t/>
              </a:r>
              <a:endParaRPr b="0" i="0" sz="1500" u="none" cap="none" strike="noStrike">
                <a:solidFill>
                  <a:schemeClr val="lt1"/>
                </a:solidFill>
                <a:latin typeface="Century Gothic"/>
                <a:ea typeface="Century Gothic"/>
                <a:cs typeface="Century Gothic"/>
                <a:sym typeface="Century Gothic"/>
              </a:endParaRPr>
            </a:p>
          </p:txBody>
        </p:sp>
        <p:sp>
          <p:nvSpPr>
            <p:cNvPr id="931" name="Google Shape;931;p27"/>
            <p:cNvSpPr/>
            <p:nvPr/>
          </p:nvSpPr>
          <p:spPr>
            <a:xfrm>
              <a:off x="10115550" y="75068"/>
              <a:ext cx="1873250" cy="749300"/>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2" name="Google Shape;932;p27"/>
            <p:cNvSpPr txBox="1"/>
            <p:nvPr/>
          </p:nvSpPr>
          <p:spPr>
            <a:xfrm>
              <a:off x="10490200" y="75068"/>
              <a:ext cx="1123950" cy="749300"/>
            </a:xfrm>
            <a:prstGeom prst="rect">
              <a:avLst/>
            </a:prstGeom>
            <a:noFill/>
            <a:ln>
              <a:noFill/>
            </a:ln>
          </p:spPr>
          <p:txBody>
            <a:bodyPr anchorCtr="0" anchor="ctr" bIns="20000" lIns="60000" spcFirstLastPara="1" rIns="20000" wrap="square" tIns="20000">
              <a:noAutofit/>
            </a:bodyPr>
            <a:lstStyle/>
            <a:p>
              <a:pPr indent="0" lvl="0" marL="0" marR="0" rtl="0" algn="ctr">
                <a:lnSpc>
                  <a:spcPct val="90000"/>
                </a:lnSpc>
                <a:spcBef>
                  <a:spcPts val="0"/>
                </a:spcBef>
                <a:spcAft>
                  <a:spcPts val="0"/>
                </a:spcAft>
                <a:buClr>
                  <a:schemeClr val="lt1"/>
                </a:buClr>
                <a:buSzPts val="1500"/>
                <a:buFont typeface="Century Gothic"/>
                <a:buNone/>
              </a:pPr>
              <a:r>
                <a:rPr b="0" i="0" lang="en-US" sz="1500" u="none" cap="none" strike="noStrike">
                  <a:solidFill>
                    <a:schemeClr val="lt1"/>
                  </a:solidFill>
                  <a:latin typeface="Century Gothic"/>
                  <a:ea typeface="Century Gothic"/>
                  <a:cs typeface="Century Gothic"/>
                  <a:sym typeface="Century Gothic"/>
                </a:rPr>
                <a:t>Kramer</a:t>
              </a:r>
              <a:endParaRPr b="0" i="0" sz="1400" u="none" cap="none" strike="noStrike">
                <a:solidFill>
                  <a:srgbClr val="000000"/>
                </a:solidFill>
                <a:latin typeface="Arial"/>
                <a:ea typeface="Arial"/>
                <a:cs typeface="Arial"/>
                <a:sym typeface="Arial"/>
              </a:endParaRPr>
            </a:p>
          </p:txBody>
        </p:sp>
      </p:grpSp>
      <p:grpSp>
        <p:nvGrpSpPr>
          <p:cNvPr id="933" name="Google Shape;933;p27"/>
          <p:cNvGrpSpPr/>
          <p:nvPr/>
        </p:nvGrpSpPr>
        <p:grpSpPr>
          <a:xfrm>
            <a:off x="0" y="2313845"/>
            <a:ext cx="11988800" cy="815778"/>
            <a:chOff x="0" y="75068"/>
            <a:chExt cx="11988800" cy="815778"/>
          </a:xfrm>
        </p:grpSpPr>
        <p:sp>
          <p:nvSpPr>
            <p:cNvPr id="934" name="Google Shape;934;p27"/>
            <p:cNvSpPr/>
            <p:nvPr/>
          </p:nvSpPr>
          <p:spPr>
            <a:xfrm>
              <a:off x="0" y="108307"/>
              <a:ext cx="1873250" cy="749300"/>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5" name="Google Shape;935;p27"/>
            <p:cNvSpPr txBox="1"/>
            <p:nvPr/>
          </p:nvSpPr>
          <p:spPr>
            <a:xfrm>
              <a:off x="374650" y="108307"/>
              <a:ext cx="1123950" cy="749300"/>
            </a:xfrm>
            <a:prstGeom prst="rect">
              <a:avLst/>
            </a:prstGeom>
            <a:noFill/>
            <a:ln>
              <a:noFill/>
            </a:ln>
          </p:spPr>
          <p:txBody>
            <a:bodyPr anchorCtr="0" anchor="ctr" bIns="16000" lIns="48000" spcFirstLastPara="1" rIns="16000" wrap="square" tIns="16000">
              <a:noAutofit/>
            </a:bodyPr>
            <a:lstStyle/>
            <a:p>
              <a:pPr indent="0" lvl="0" marL="0" marR="0" rtl="0" algn="ctr">
                <a:lnSpc>
                  <a:spcPct val="90000"/>
                </a:lnSpc>
                <a:spcBef>
                  <a:spcPts val="0"/>
                </a:spcBef>
                <a:spcAft>
                  <a:spcPts val="0"/>
                </a:spcAft>
                <a:buClr>
                  <a:schemeClr val="lt1"/>
                </a:buClr>
                <a:buSzPts val="1200"/>
                <a:buFont typeface="Century Gothic"/>
                <a:buNone/>
              </a:pPr>
              <a:r>
                <a:rPr b="0" i="0" lang="en-US" sz="1200" u="none" cap="none" strike="noStrike">
                  <a:solidFill>
                    <a:schemeClr val="lt1"/>
                  </a:solidFill>
                  <a:latin typeface="Century Gothic"/>
                  <a:ea typeface="Century Gothic"/>
                  <a:cs typeface="Century Gothic"/>
                  <a:sym typeface="Century Gothic"/>
                </a:rPr>
                <a:t>POLYCOM</a:t>
              </a:r>
              <a:endParaRPr b="0" i="0" sz="1400" u="none" cap="none" strike="noStrike">
                <a:solidFill>
                  <a:srgbClr val="000000"/>
                </a:solidFill>
                <a:latin typeface="Arial"/>
                <a:ea typeface="Arial"/>
                <a:cs typeface="Arial"/>
                <a:sym typeface="Arial"/>
              </a:endParaRPr>
            </a:p>
          </p:txBody>
        </p:sp>
        <p:sp>
          <p:nvSpPr>
            <p:cNvPr id="936" name="Google Shape;936;p27"/>
            <p:cNvSpPr/>
            <p:nvPr/>
          </p:nvSpPr>
          <p:spPr>
            <a:xfrm>
              <a:off x="1685924" y="108307"/>
              <a:ext cx="1873250" cy="749300"/>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7" name="Google Shape;937;p27"/>
            <p:cNvSpPr txBox="1"/>
            <p:nvPr/>
          </p:nvSpPr>
          <p:spPr>
            <a:xfrm>
              <a:off x="2060574" y="108307"/>
              <a:ext cx="1123950" cy="749300"/>
            </a:xfrm>
            <a:prstGeom prst="rect">
              <a:avLst/>
            </a:prstGeom>
            <a:noFill/>
            <a:ln>
              <a:noFill/>
            </a:ln>
          </p:spPr>
          <p:txBody>
            <a:bodyPr anchorCtr="0" anchor="ctr" bIns="16000" lIns="48000" spcFirstLastPara="1" rIns="16000" wrap="square" tIns="16000">
              <a:noAutofit/>
            </a:bodyPr>
            <a:lstStyle/>
            <a:p>
              <a:pPr indent="0" lvl="0" marL="0" marR="0" rtl="0" algn="ctr">
                <a:lnSpc>
                  <a:spcPct val="90000"/>
                </a:lnSpc>
                <a:spcBef>
                  <a:spcPts val="0"/>
                </a:spcBef>
                <a:spcAft>
                  <a:spcPts val="0"/>
                </a:spcAft>
                <a:buClr>
                  <a:schemeClr val="lt1"/>
                </a:buClr>
                <a:buSzPts val="1200"/>
                <a:buFont typeface="Century Gothic"/>
                <a:buNone/>
              </a:pPr>
              <a:r>
                <a:rPr b="0" i="0" lang="en-US" sz="1200" u="none" cap="none" strike="noStrike">
                  <a:solidFill>
                    <a:schemeClr val="lt1"/>
                  </a:solidFill>
                  <a:latin typeface="Century Gothic"/>
                  <a:ea typeface="Century Gothic"/>
                  <a:cs typeface="Century Gothic"/>
                  <a:sym typeface="Century Gothic"/>
                </a:rPr>
                <a:t>Site Insp</a:t>
              </a:r>
              <a:endParaRPr b="0" i="0" sz="1200" u="none" cap="none" strike="noStrike">
                <a:solidFill>
                  <a:schemeClr val="lt1"/>
                </a:solidFill>
                <a:latin typeface="Century Gothic"/>
                <a:ea typeface="Century Gothic"/>
                <a:cs typeface="Century Gothic"/>
                <a:sym typeface="Century Gothic"/>
              </a:endParaRPr>
            </a:p>
          </p:txBody>
        </p:sp>
        <p:sp>
          <p:nvSpPr>
            <p:cNvPr id="938" name="Google Shape;938;p27"/>
            <p:cNvSpPr/>
            <p:nvPr/>
          </p:nvSpPr>
          <p:spPr>
            <a:xfrm>
              <a:off x="3360771" y="141546"/>
              <a:ext cx="1873250" cy="749300"/>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9" name="Google Shape;939;p27"/>
            <p:cNvSpPr txBox="1"/>
            <p:nvPr/>
          </p:nvSpPr>
          <p:spPr>
            <a:xfrm>
              <a:off x="3735421" y="141546"/>
              <a:ext cx="1123950" cy="749300"/>
            </a:xfrm>
            <a:prstGeom prst="rect">
              <a:avLst/>
            </a:prstGeom>
            <a:noFill/>
            <a:ln>
              <a:noFill/>
            </a:ln>
          </p:spPr>
          <p:txBody>
            <a:bodyPr anchorCtr="0" anchor="ctr" bIns="16000" lIns="48000" spcFirstLastPara="1" rIns="16000" wrap="square" tIns="16000">
              <a:noAutofit/>
            </a:bodyPr>
            <a:lstStyle/>
            <a:p>
              <a:pPr indent="0" lvl="0" marL="0" marR="0" rtl="0" algn="ctr">
                <a:lnSpc>
                  <a:spcPct val="90000"/>
                </a:lnSpc>
                <a:spcBef>
                  <a:spcPts val="0"/>
                </a:spcBef>
                <a:spcAft>
                  <a:spcPts val="0"/>
                </a:spcAft>
                <a:buClr>
                  <a:schemeClr val="lt1"/>
                </a:buClr>
                <a:buSzPts val="1200"/>
                <a:buFont typeface="Century Gothic"/>
                <a:buNone/>
              </a:pPr>
              <a:r>
                <a:rPr b="0" i="0" lang="en-US" sz="1200" u="none" cap="none" strike="noStrike">
                  <a:solidFill>
                    <a:schemeClr val="lt1"/>
                  </a:solidFill>
                  <a:latin typeface="Century Gothic"/>
                  <a:ea typeface="Century Gothic"/>
                  <a:cs typeface="Century Gothic"/>
                  <a:sym typeface="Century Gothic"/>
                </a:rPr>
                <a:t>Faulty- Report to Disti + Shivam</a:t>
              </a:r>
              <a:endParaRPr b="0" i="0" sz="1400" u="none" cap="none" strike="noStrike">
                <a:solidFill>
                  <a:srgbClr val="000000"/>
                </a:solidFill>
                <a:latin typeface="Arial"/>
                <a:ea typeface="Arial"/>
                <a:cs typeface="Arial"/>
                <a:sym typeface="Arial"/>
              </a:endParaRPr>
            </a:p>
          </p:txBody>
        </p:sp>
        <p:sp>
          <p:nvSpPr>
            <p:cNvPr id="940" name="Google Shape;940;p27"/>
            <p:cNvSpPr/>
            <p:nvPr/>
          </p:nvSpPr>
          <p:spPr>
            <a:xfrm>
              <a:off x="5057775" y="108307"/>
              <a:ext cx="1873250" cy="749300"/>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1" name="Google Shape;941;p27"/>
            <p:cNvSpPr txBox="1"/>
            <p:nvPr/>
          </p:nvSpPr>
          <p:spPr>
            <a:xfrm>
              <a:off x="5432425" y="108307"/>
              <a:ext cx="1123950" cy="749300"/>
            </a:xfrm>
            <a:prstGeom prst="rect">
              <a:avLst/>
            </a:prstGeom>
            <a:noFill/>
            <a:ln>
              <a:noFill/>
            </a:ln>
          </p:spPr>
          <p:txBody>
            <a:bodyPr anchorCtr="0" anchor="ctr" bIns="16000" lIns="48000" spcFirstLastPara="1" rIns="16000" wrap="square" tIns="16000">
              <a:noAutofit/>
            </a:bodyPr>
            <a:lstStyle/>
            <a:p>
              <a:pPr indent="0" lvl="0" marL="0" marR="0" rtl="0" algn="ctr">
                <a:lnSpc>
                  <a:spcPct val="90000"/>
                </a:lnSpc>
                <a:spcBef>
                  <a:spcPts val="0"/>
                </a:spcBef>
                <a:spcAft>
                  <a:spcPts val="0"/>
                </a:spcAft>
                <a:buClr>
                  <a:schemeClr val="lt1"/>
                </a:buClr>
                <a:buSzPts val="1200"/>
                <a:buFont typeface="Century Gothic"/>
                <a:buNone/>
              </a:pPr>
              <a:r>
                <a:rPr b="0" i="0" lang="en-US" sz="1200" u="none" cap="none" strike="noStrike">
                  <a:solidFill>
                    <a:schemeClr val="lt1"/>
                  </a:solidFill>
                  <a:latin typeface="Century Gothic"/>
                  <a:ea typeface="Century Gothic"/>
                  <a:cs typeface="Century Gothic"/>
                  <a:sym typeface="Century Gothic"/>
                </a:rPr>
                <a:t>Photo + Video + Log </a:t>
              </a:r>
              <a:endParaRPr b="0" i="0" sz="1400" u="none" cap="none" strike="noStrike">
                <a:solidFill>
                  <a:srgbClr val="000000"/>
                </a:solidFill>
                <a:latin typeface="Arial"/>
                <a:ea typeface="Arial"/>
                <a:cs typeface="Arial"/>
                <a:sym typeface="Arial"/>
              </a:endParaRPr>
            </a:p>
          </p:txBody>
        </p:sp>
        <p:sp>
          <p:nvSpPr>
            <p:cNvPr id="942" name="Google Shape;942;p27"/>
            <p:cNvSpPr/>
            <p:nvPr/>
          </p:nvSpPr>
          <p:spPr>
            <a:xfrm>
              <a:off x="6743699" y="108307"/>
              <a:ext cx="1873250" cy="749300"/>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3" name="Google Shape;943;p27"/>
            <p:cNvSpPr txBox="1"/>
            <p:nvPr/>
          </p:nvSpPr>
          <p:spPr>
            <a:xfrm>
              <a:off x="7118349" y="108307"/>
              <a:ext cx="1123950" cy="749300"/>
            </a:xfrm>
            <a:prstGeom prst="rect">
              <a:avLst/>
            </a:prstGeom>
            <a:noFill/>
            <a:ln>
              <a:noFill/>
            </a:ln>
          </p:spPr>
          <p:txBody>
            <a:bodyPr anchorCtr="0" anchor="ctr" bIns="16000" lIns="48000" spcFirstLastPara="1" rIns="16000" wrap="square" tIns="16000">
              <a:noAutofit/>
            </a:bodyPr>
            <a:lstStyle/>
            <a:p>
              <a:pPr indent="0" lvl="0" marL="0" marR="0" rtl="0" algn="ctr">
                <a:lnSpc>
                  <a:spcPct val="90000"/>
                </a:lnSpc>
                <a:spcBef>
                  <a:spcPts val="0"/>
                </a:spcBef>
                <a:spcAft>
                  <a:spcPts val="0"/>
                </a:spcAft>
                <a:buClr>
                  <a:schemeClr val="lt1"/>
                </a:buClr>
                <a:buSzPts val="1200"/>
                <a:buFont typeface="Century Gothic"/>
                <a:buNone/>
              </a:pPr>
              <a:r>
                <a:rPr b="0" i="0" lang="en-US" sz="1200" u="none" cap="none" strike="noStrike">
                  <a:solidFill>
                    <a:schemeClr val="lt1"/>
                  </a:solidFill>
                  <a:latin typeface="Century Gothic"/>
                  <a:ea typeface="Century Gothic"/>
                  <a:cs typeface="Century Gothic"/>
                  <a:sym typeface="Century Gothic"/>
                </a:rPr>
                <a:t>RMA Generate </a:t>
              </a:r>
              <a:endParaRPr b="0" i="0" sz="1400" u="none" cap="none" strike="noStrike">
                <a:solidFill>
                  <a:srgbClr val="000000"/>
                </a:solidFill>
                <a:latin typeface="Arial"/>
                <a:ea typeface="Arial"/>
                <a:cs typeface="Arial"/>
                <a:sym typeface="Arial"/>
              </a:endParaRPr>
            </a:p>
          </p:txBody>
        </p:sp>
        <p:sp>
          <p:nvSpPr>
            <p:cNvPr id="944" name="Google Shape;944;p27"/>
            <p:cNvSpPr/>
            <p:nvPr/>
          </p:nvSpPr>
          <p:spPr>
            <a:xfrm>
              <a:off x="8429624" y="75068"/>
              <a:ext cx="1873250" cy="749300"/>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5" name="Google Shape;945;p27"/>
            <p:cNvSpPr txBox="1"/>
            <p:nvPr/>
          </p:nvSpPr>
          <p:spPr>
            <a:xfrm>
              <a:off x="8804274" y="75068"/>
              <a:ext cx="1123950" cy="749300"/>
            </a:xfrm>
            <a:prstGeom prst="rect">
              <a:avLst/>
            </a:prstGeom>
            <a:noFill/>
            <a:ln>
              <a:noFill/>
            </a:ln>
          </p:spPr>
          <p:txBody>
            <a:bodyPr anchorCtr="0" anchor="ctr" bIns="16000" lIns="48000" spcFirstLastPara="1" rIns="16000" wrap="square" tIns="16000">
              <a:noAutofit/>
            </a:bodyPr>
            <a:lstStyle/>
            <a:p>
              <a:pPr indent="0" lvl="0" marL="0" marR="0" rtl="0" algn="ctr">
                <a:lnSpc>
                  <a:spcPct val="90000"/>
                </a:lnSpc>
                <a:spcBef>
                  <a:spcPts val="0"/>
                </a:spcBef>
                <a:spcAft>
                  <a:spcPts val="0"/>
                </a:spcAft>
                <a:buClr>
                  <a:schemeClr val="lt1"/>
                </a:buClr>
                <a:buSzPts val="1200"/>
                <a:buFont typeface="Century Gothic"/>
                <a:buNone/>
              </a:pPr>
              <a:r>
                <a:rPr b="0" i="0" lang="en-US" sz="1200" u="none" cap="none" strike="noStrike">
                  <a:solidFill>
                    <a:schemeClr val="lt1"/>
                  </a:solidFill>
                  <a:latin typeface="Century Gothic"/>
                  <a:ea typeface="Century Gothic"/>
                  <a:cs typeface="Century Gothic"/>
                  <a:sym typeface="Century Gothic"/>
                </a:rPr>
                <a:t>Replacement by SAVI</a:t>
              </a:r>
              <a:endParaRPr b="0" i="0" sz="1400" u="none" cap="none" strike="noStrike">
                <a:solidFill>
                  <a:srgbClr val="000000"/>
                </a:solidFill>
                <a:latin typeface="Arial"/>
                <a:ea typeface="Arial"/>
                <a:cs typeface="Arial"/>
                <a:sym typeface="Arial"/>
              </a:endParaRPr>
            </a:p>
          </p:txBody>
        </p:sp>
        <p:sp>
          <p:nvSpPr>
            <p:cNvPr id="946" name="Google Shape;946;p27"/>
            <p:cNvSpPr/>
            <p:nvPr/>
          </p:nvSpPr>
          <p:spPr>
            <a:xfrm>
              <a:off x="10115550" y="75068"/>
              <a:ext cx="1873250" cy="749300"/>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7" name="Google Shape;947;p27"/>
            <p:cNvSpPr txBox="1"/>
            <p:nvPr/>
          </p:nvSpPr>
          <p:spPr>
            <a:xfrm>
              <a:off x="10490200" y="75068"/>
              <a:ext cx="1123950" cy="749300"/>
            </a:xfrm>
            <a:prstGeom prst="rect">
              <a:avLst/>
            </a:prstGeom>
            <a:noFill/>
            <a:ln>
              <a:noFill/>
            </a:ln>
          </p:spPr>
          <p:txBody>
            <a:bodyPr anchorCtr="0" anchor="ctr" bIns="16000" lIns="48000" spcFirstLastPara="1" rIns="16000" wrap="square" tIns="16000">
              <a:noAutofit/>
            </a:bodyPr>
            <a:lstStyle/>
            <a:p>
              <a:pPr indent="0" lvl="0" marL="0" marR="0" rtl="0" algn="ctr">
                <a:lnSpc>
                  <a:spcPct val="90000"/>
                </a:lnSpc>
                <a:spcBef>
                  <a:spcPts val="0"/>
                </a:spcBef>
                <a:spcAft>
                  <a:spcPts val="0"/>
                </a:spcAft>
                <a:buClr>
                  <a:schemeClr val="lt1"/>
                </a:buClr>
                <a:buSzPts val="1200"/>
                <a:buFont typeface="Century Gothic"/>
                <a:buNone/>
              </a:pPr>
              <a:r>
                <a:rPr b="0" i="0" lang="en-US" sz="1200" u="none" cap="none" strike="noStrike">
                  <a:solidFill>
                    <a:schemeClr val="lt1"/>
                  </a:solidFill>
                  <a:latin typeface="Century Gothic"/>
                  <a:ea typeface="Century Gothic"/>
                  <a:cs typeface="Century Gothic"/>
                  <a:sym typeface="Century Gothic"/>
                </a:rPr>
                <a:t>Return Back to Disti</a:t>
              </a:r>
              <a:endParaRPr b="0" i="0" sz="1200" u="none" cap="none" strike="noStrike">
                <a:solidFill>
                  <a:schemeClr val="lt1"/>
                </a:solidFill>
                <a:latin typeface="Century Gothic"/>
                <a:ea typeface="Century Gothic"/>
                <a:cs typeface="Century Gothic"/>
                <a:sym typeface="Century Gothic"/>
              </a:endParaRPr>
            </a:p>
          </p:txBody>
        </p:sp>
      </p:grpSp>
      <p:grpSp>
        <p:nvGrpSpPr>
          <p:cNvPr id="948" name="Google Shape;948;p27"/>
          <p:cNvGrpSpPr/>
          <p:nvPr/>
        </p:nvGrpSpPr>
        <p:grpSpPr>
          <a:xfrm>
            <a:off x="5853" y="3380904"/>
            <a:ext cx="11977092" cy="948342"/>
            <a:chOff x="5853" y="8786"/>
            <a:chExt cx="11977092" cy="948342"/>
          </a:xfrm>
        </p:grpSpPr>
        <p:sp>
          <p:nvSpPr>
            <p:cNvPr id="949" name="Google Shape;949;p27"/>
            <p:cNvSpPr/>
            <p:nvPr/>
          </p:nvSpPr>
          <p:spPr>
            <a:xfrm>
              <a:off x="5853" y="47426"/>
              <a:ext cx="2177653" cy="871061"/>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0" name="Google Shape;950;p27"/>
            <p:cNvSpPr txBox="1"/>
            <p:nvPr/>
          </p:nvSpPr>
          <p:spPr>
            <a:xfrm>
              <a:off x="441384" y="47426"/>
              <a:ext cx="1306592" cy="871061"/>
            </a:xfrm>
            <a:prstGeom prst="rect">
              <a:avLst/>
            </a:prstGeom>
            <a:noFill/>
            <a:ln>
              <a:noFill/>
            </a:ln>
          </p:spPr>
          <p:txBody>
            <a:bodyPr anchorCtr="0" anchor="ctr" bIns="18650" lIns="56000" spcFirstLastPara="1" rIns="18650" wrap="square" tIns="18650">
              <a:noAutofit/>
            </a:bodyPr>
            <a:lstStyle/>
            <a:p>
              <a:pPr indent="0" lvl="0" marL="0" marR="0" rtl="0" algn="ctr">
                <a:lnSpc>
                  <a:spcPct val="90000"/>
                </a:lnSpc>
                <a:spcBef>
                  <a:spcPts val="0"/>
                </a:spcBef>
                <a:spcAft>
                  <a:spcPts val="0"/>
                </a:spcAft>
                <a:buClr>
                  <a:schemeClr val="lt1"/>
                </a:buClr>
                <a:buSzPts val="1400"/>
                <a:buFont typeface="Century Gothic"/>
                <a:buNone/>
              </a:pPr>
              <a:r>
                <a:rPr b="0" i="0" lang="en-US" sz="1400" u="none" cap="none" strike="noStrike">
                  <a:solidFill>
                    <a:schemeClr val="lt1"/>
                  </a:solidFill>
                  <a:latin typeface="Century Gothic"/>
                  <a:ea typeface="Century Gothic"/>
                  <a:cs typeface="Century Gothic"/>
                  <a:sym typeface="Century Gothic"/>
                </a:rPr>
                <a:t>SAMSUNG/LG</a:t>
              </a:r>
              <a:endParaRPr b="0" i="0" sz="1400" u="none" cap="none" strike="noStrike">
                <a:solidFill>
                  <a:srgbClr val="000000"/>
                </a:solidFill>
                <a:latin typeface="Arial"/>
                <a:ea typeface="Arial"/>
                <a:cs typeface="Arial"/>
                <a:sym typeface="Arial"/>
              </a:endParaRPr>
            </a:p>
          </p:txBody>
        </p:sp>
        <p:sp>
          <p:nvSpPr>
            <p:cNvPr id="951" name="Google Shape;951;p27"/>
            <p:cNvSpPr/>
            <p:nvPr/>
          </p:nvSpPr>
          <p:spPr>
            <a:xfrm>
              <a:off x="1965741" y="47426"/>
              <a:ext cx="2177653" cy="871061"/>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2" name="Google Shape;952;p27"/>
            <p:cNvSpPr txBox="1"/>
            <p:nvPr/>
          </p:nvSpPr>
          <p:spPr>
            <a:xfrm>
              <a:off x="2401272" y="47426"/>
              <a:ext cx="1306592" cy="871061"/>
            </a:xfrm>
            <a:prstGeom prst="rect">
              <a:avLst/>
            </a:prstGeom>
            <a:noFill/>
            <a:ln>
              <a:noFill/>
            </a:ln>
          </p:spPr>
          <p:txBody>
            <a:bodyPr anchorCtr="0" anchor="ctr" bIns="18650" lIns="56000" spcFirstLastPara="1" rIns="18650" wrap="square" tIns="18650">
              <a:noAutofit/>
            </a:bodyPr>
            <a:lstStyle/>
            <a:p>
              <a:pPr indent="0" lvl="0" marL="0" marR="0" rtl="0" algn="ctr">
                <a:lnSpc>
                  <a:spcPct val="90000"/>
                </a:lnSpc>
                <a:spcBef>
                  <a:spcPts val="0"/>
                </a:spcBef>
                <a:spcAft>
                  <a:spcPts val="0"/>
                </a:spcAft>
                <a:buClr>
                  <a:schemeClr val="lt1"/>
                </a:buClr>
                <a:buSzPts val="1400"/>
                <a:buFont typeface="Century Gothic"/>
                <a:buNone/>
              </a:pPr>
              <a:r>
                <a:rPr b="0" i="0" lang="en-US" sz="1400" u="none" cap="none" strike="noStrike">
                  <a:solidFill>
                    <a:schemeClr val="lt1"/>
                  </a:solidFill>
                  <a:latin typeface="Century Gothic"/>
                  <a:ea typeface="Century Gothic"/>
                  <a:cs typeface="Century Gothic"/>
                  <a:sym typeface="Century Gothic"/>
                </a:rPr>
                <a:t>Make Online Complaint</a:t>
              </a:r>
              <a:endParaRPr b="0" i="0" sz="1400" u="none" cap="none" strike="noStrike">
                <a:solidFill>
                  <a:srgbClr val="000000"/>
                </a:solidFill>
                <a:latin typeface="Arial"/>
                <a:ea typeface="Arial"/>
                <a:cs typeface="Arial"/>
                <a:sym typeface="Arial"/>
              </a:endParaRPr>
            </a:p>
          </p:txBody>
        </p:sp>
        <p:sp>
          <p:nvSpPr>
            <p:cNvPr id="953" name="Google Shape;953;p27"/>
            <p:cNvSpPr/>
            <p:nvPr/>
          </p:nvSpPr>
          <p:spPr>
            <a:xfrm>
              <a:off x="3912750" y="86067"/>
              <a:ext cx="2177653" cy="871061"/>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4" name="Google Shape;954;p27"/>
            <p:cNvSpPr txBox="1"/>
            <p:nvPr/>
          </p:nvSpPr>
          <p:spPr>
            <a:xfrm>
              <a:off x="4348281" y="86067"/>
              <a:ext cx="1306592" cy="871061"/>
            </a:xfrm>
            <a:prstGeom prst="rect">
              <a:avLst/>
            </a:prstGeom>
            <a:noFill/>
            <a:ln>
              <a:noFill/>
            </a:ln>
          </p:spPr>
          <p:txBody>
            <a:bodyPr anchorCtr="0" anchor="ctr" bIns="18650" lIns="56000" spcFirstLastPara="1" rIns="18650" wrap="square" tIns="18650">
              <a:noAutofit/>
            </a:bodyPr>
            <a:lstStyle/>
            <a:p>
              <a:pPr indent="0" lvl="0" marL="0" marR="0" rtl="0" algn="ctr">
                <a:lnSpc>
                  <a:spcPct val="90000"/>
                </a:lnSpc>
                <a:spcBef>
                  <a:spcPts val="0"/>
                </a:spcBef>
                <a:spcAft>
                  <a:spcPts val="0"/>
                </a:spcAft>
                <a:buClr>
                  <a:schemeClr val="lt1"/>
                </a:buClr>
                <a:buSzPts val="1400"/>
                <a:buFont typeface="Century Gothic"/>
                <a:buNone/>
              </a:pPr>
              <a:r>
                <a:rPr b="0" i="0" lang="en-US" sz="1400" u="none" cap="none" strike="noStrike">
                  <a:solidFill>
                    <a:schemeClr val="lt1"/>
                  </a:solidFill>
                  <a:latin typeface="Century Gothic"/>
                  <a:ea typeface="Century Gothic"/>
                  <a:cs typeface="Century Gothic"/>
                  <a:sym typeface="Century Gothic"/>
                </a:rPr>
                <a:t>Survey by Samsung</a:t>
              </a:r>
              <a:endParaRPr b="0" i="0" sz="1400" u="none" cap="none" strike="noStrike">
                <a:solidFill>
                  <a:srgbClr val="000000"/>
                </a:solidFill>
                <a:latin typeface="Arial"/>
                <a:ea typeface="Arial"/>
                <a:cs typeface="Arial"/>
                <a:sym typeface="Arial"/>
              </a:endParaRPr>
            </a:p>
          </p:txBody>
        </p:sp>
        <p:sp>
          <p:nvSpPr>
            <p:cNvPr id="955" name="Google Shape;955;p27"/>
            <p:cNvSpPr/>
            <p:nvPr/>
          </p:nvSpPr>
          <p:spPr>
            <a:xfrm>
              <a:off x="5885517" y="47426"/>
              <a:ext cx="2177653" cy="871061"/>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6" name="Google Shape;956;p27"/>
            <p:cNvSpPr txBox="1"/>
            <p:nvPr/>
          </p:nvSpPr>
          <p:spPr>
            <a:xfrm>
              <a:off x="6321048" y="47426"/>
              <a:ext cx="1306592" cy="871061"/>
            </a:xfrm>
            <a:prstGeom prst="rect">
              <a:avLst/>
            </a:prstGeom>
            <a:noFill/>
            <a:ln>
              <a:noFill/>
            </a:ln>
          </p:spPr>
          <p:txBody>
            <a:bodyPr anchorCtr="0" anchor="ctr" bIns="18650" lIns="56000" spcFirstLastPara="1" rIns="18650" wrap="square" tIns="18650">
              <a:noAutofit/>
            </a:bodyPr>
            <a:lstStyle/>
            <a:p>
              <a:pPr indent="0" lvl="0" marL="0" marR="0" rtl="0" algn="ctr">
                <a:lnSpc>
                  <a:spcPct val="90000"/>
                </a:lnSpc>
                <a:spcBef>
                  <a:spcPts val="0"/>
                </a:spcBef>
                <a:spcAft>
                  <a:spcPts val="0"/>
                </a:spcAft>
                <a:buClr>
                  <a:schemeClr val="lt1"/>
                </a:buClr>
                <a:buSzPts val="1400"/>
                <a:buFont typeface="Century Gothic"/>
                <a:buNone/>
              </a:pPr>
              <a:r>
                <a:rPr b="0" i="0" lang="en-US" sz="1400" u="none" cap="none" strike="noStrike">
                  <a:solidFill>
                    <a:schemeClr val="lt1"/>
                  </a:solidFill>
                  <a:latin typeface="Century Gothic"/>
                  <a:ea typeface="Century Gothic"/>
                  <a:cs typeface="Century Gothic"/>
                  <a:sym typeface="Century Gothic"/>
                </a:rPr>
                <a:t>Repair and close. </a:t>
              </a:r>
              <a:endParaRPr b="0" i="0" sz="1400" u="none" cap="none" strike="noStrike">
                <a:solidFill>
                  <a:srgbClr val="000000"/>
                </a:solidFill>
                <a:latin typeface="Arial"/>
                <a:ea typeface="Arial"/>
                <a:cs typeface="Arial"/>
                <a:sym typeface="Arial"/>
              </a:endParaRPr>
            </a:p>
          </p:txBody>
        </p:sp>
        <p:sp>
          <p:nvSpPr>
            <p:cNvPr id="957" name="Google Shape;957;p27"/>
            <p:cNvSpPr/>
            <p:nvPr/>
          </p:nvSpPr>
          <p:spPr>
            <a:xfrm>
              <a:off x="7845405" y="47426"/>
              <a:ext cx="2177653" cy="871061"/>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8" name="Google Shape;958;p27"/>
            <p:cNvSpPr txBox="1"/>
            <p:nvPr/>
          </p:nvSpPr>
          <p:spPr>
            <a:xfrm>
              <a:off x="8280936" y="47426"/>
              <a:ext cx="1306592" cy="871061"/>
            </a:xfrm>
            <a:prstGeom prst="rect">
              <a:avLst/>
            </a:prstGeom>
            <a:noFill/>
            <a:ln>
              <a:noFill/>
            </a:ln>
          </p:spPr>
          <p:txBody>
            <a:bodyPr anchorCtr="0" anchor="ctr" bIns="18650" lIns="56000" spcFirstLastPara="1" rIns="18650" wrap="square" tIns="18650">
              <a:noAutofit/>
            </a:bodyPr>
            <a:lstStyle/>
            <a:p>
              <a:pPr indent="0" lvl="0" marL="0" marR="0" rtl="0" algn="ctr">
                <a:lnSpc>
                  <a:spcPct val="90000"/>
                </a:lnSpc>
                <a:spcBef>
                  <a:spcPts val="0"/>
                </a:spcBef>
                <a:spcAft>
                  <a:spcPts val="0"/>
                </a:spcAft>
                <a:buClr>
                  <a:schemeClr val="lt1"/>
                </a:buClr>
                <a:buSzPts val="1400"/>
                <a:buFont typeface="Century Gothic"/>
                <a:buNone/>
              </a:pPr>
              <a:r>
                <a:t/>
              </a:r>
              <a:endParaRPr b="0" i="0" sz="1400" u="none" cap="none" strike="noStrike">
                <a:solidFill>
                  <a:schemeClr val="lt1"/>
                </a:solidFill>
                <a:latin typeface="Century Gothic"/>
                <a:ea typeface="Century Gothic"/>
                <a:cs typeface="Century Gothic"/>
                <a:sym typeface="Century Gothic"/>
              </a:endParaRPr>
            </a:p>
          </p:txBody>
        </p:sp>
        <p:sp>
          <p:nvSpPr>
            <p:cNvPr id="959" name="Google Shape;959;p27"/>
            <p:cNvSpPr/>
            <p:nvPr/>
          </p:nvSpPr>
          <p:spPr>
            <a:xfrm>
              <a:off x="9805292" y="8786"/>
              <a:ext cx="2177653" cy="871061"/>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0" name="Google Shape;960;p27"/>
            <p:cNvSpPr txBox="1"/>
            <p:nvPr/>
          </p:nvSpPr>
          <p:spPr>
            <a:xfrm>
              <a:off x="10240823" y="8786"/>
              <a:ext cx="1306592" cy="871061"/>
            </a:xfrm>
            <a:prstGeom prst="rect">
              <a:avLst/>
            </a:prstGeom>
            <a:noFill/>
            <a:ln>
              <a:noFill/>
            </a:ln>
          </p:spPr>
          <p:txBody>
            <a:bodyPr anchorCtr="0" anchor="ctr" bIns="18650" lIns="56000" spcFirstLastPara="1" rIns="18650" wrap="square" tIns="18650">
              <a:noAutofit/>
            </a:bodyPr>
            <a:lstStyle/>
            <a:p>
              <a:pPr indent="0" lvl="0" marL="0" marR="0" rtl="0" algn="ctr">
                <a:lnSpc>
                  <a:spcPct val="90000"/>
                </a:lnSpc>
                <a:spcBef>
                  <a:spcPts val="0"/>
                </a:spcBef>
                <a:spcAft>
                  <a:spcPts val="0"/>
                </a:spcAft>
                <a:buClr>
                  <a:schemeClr val="lt1"/>
                </a:buClr>
                <a:buSzPts val="1400"/>
                <a:buFont typeface="Century Gothic"/>
                <a:buNone/>
              </a:pPr>
              <a:r>
                <a:t/>
              </a:r>
              <a:endParaRPr b="0" i="0" sz="1400" u="none" cap="none" strike="noStrike">
                <a:solidFill>
                  <a:schemeClr val="lt1"/>
                </a:solidFill>
                <a:latin typeface="Century Gothic"/>
                <a:ea typeface="Century Gothic"/>
                <a:cs typeface="Century Gothic"/>
                <a:sym typeface="Century Gothic"/>
              </a:endParaRPr>
            </a:p>
          </p:txBody>
        </p:sp>
      </p:grpSp>
      <p:grpSp>
        <p:nvGrpSpPr>
          <p:cNvPr id="961" name="Google Shape;961;p27"/>
          <p:cNvGrpSpPr/>
          <p:nvPr/>
        </p:nvGrpSpPr>
        <p:grpSpPr>
          <a:xfrm>
            <a:off x="5853" y="4524978"/>
            <a:ext cx="11977092" cy="948342"/>
            <a:chOff x="5853" y="8786"/>
            <a:chExt cx="11977092" cy="948342"/>
          </a:xfrm>
        </p:grpSpPr>
        <p:sp>
          <p:nvSpPr>
            <p:cNvPr id="962" name="Google Shape;962;p27"/>
            <p:cNvSpPr/>
            <p:nvPr/>
          </p:nvSpPr>
          <p:spPr>
            <a:xfrm>
              <a:off x="5853" y="47426"/>
              <a:ext cx="2177653" cy="871061"/>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3" name="Google Shape;963;p27"/>
            <p:cNvSpPr txBox="1"/>
            <p:nvPr/>
          </p:nvSpPr>
          <p:spPr>
            <a:xfrm>
              <a:off x="441384" y="47426"/>
              <a:ext cx="1306592" cy="871061"/>
            </a:xfrm>
            <a:prstGeom prst="rect">
              <a:avLst/>
            </a:prstGeom>
            <a:noFill/>
            <a:ln>
              <a:noFill/>
            </a:ln>
          </p:spPr>
          <p:txBody>
            <a:bodyPr anchorCtr="0" anchor="ctr" bIns="24000" lIns="72000" spcFirstLastPara="1" rIns="24000" wrap="square" tIns="24000">
              <a:noAutofit/>
            </a:bodyPr>
            <a:lstStyle/>
            <a:p>
              <a:pPr indent="0" lvl="0" marL="0" marR="0" rtl="0" algn="ctr">
                <a:lnSpc>
                  <a:spcPct val="90000"/>
                </a:lnSpc>
                <a:spcBef>
                  <a:spcPts val="0"/>
                </a:spcBef>
                <a:spcAft>
                  <a:spcPts val="0"/>
                </a:spcAft>
                <a:buClr>
                  <a:schemeClr val="lt1"/>
                </a:buClr>
                <a:buSzPts val="1800"/>
                <a:buFont typeface="Century Gothic"/>
                <a:buNone/>
              </a:pPr>
              <a:r>
                <a:rPr b="0" i="0" lang="en-US" sz="1800" u="none" cap="none" strike="noStrike">
                  <a:solidFill>
                    <a:schemeClr val="lt1"/>
                  </a:solidFill>
                  <a:latin typeface="Century Gothic"/>
                  <a:ea typeface="Century Gothic"/>
                  <a:cs typeface="Century Gothic"/>
                  <a:sym typeface="Century Gothic"/>
                </a:rPr>
                <a:t>SAMSUNG Video Wall</a:t>
              </a:r>
              <a:endParaRPr b="0" i="0" sz="1400" u="none" cap="none" strike="noStrike">
                <a:solidFill>
                  <a:srgbClr val="000000"/>
                </a:solidFill>
                <a:latin typeface="Arial"/>
                <a:ea typeface="Arial"/>
                <a:cs typeface="Arial"/>
                <a:sym typeface="Arial"/>
              </a:endParaRPr>
            </a:p>
          </p:txBody>
        </p:sp>
        <p:sp>
          <p:nvSpPr>
            <p:cNvPr id="964" name="Google Shape;964;p27"/>
            <p:cNvSpPr/>
            <p:nvPr/>
          </p:nvSpPr>
          <p:spPr>
            <a:xfrm>
              <a:off x="1965741" y="47426"/>
              <a:ext cx="2177653" cy="871061"/>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5" name="Google Shape;965;p27"/>
            <p:cNvSpPr txBox="1"/>
            <p:nvPr/>
          </p:nvSpPr>
          <p:spPr>
            <a:xfrm>
              <a:off x="2401272" y="47426"/>
              <a:ext cx="1306592" cy="871061"/>
            </a:xfrm>
            <a:prstGeom prst="rect">
              <a:avLst/>
            </a:prstGeom>
            <a:noFill/>
            <a:ln>
              <a:noFill/>
            </a:ln>
          </p:spPr>
          <p:txBody>
            <a:bodyPr anchorCtr="0" anchor="ctr" bIns="24000" lIns="72000" spcFirstLastPara="1" rIns="24000" wrap="square" tIns="24000">
              <a:noAutofit/>
            </a:bodyPr>
            <a:lstStyle/>
            <a:p>
              <a:pPr indent="0" lvl="0" marL="0" marR="0" rtl="0" algn="ctr">
                <a:lnSpc>
                  <a:spcPct val="90000"/>
                </a:lnSpc>
                <a:spcBef>
                  <a:spcPts val="0"/>
                </a:spcBef>
                <a:spcAft>
                  <a:spcPts val="0"/>
                </a:spcAft>
                <a:buClr>
                  <a:schemeClr val="lt1"/>
                </a:buClr>
                <a:buSzPts val="1800"/>
                <a:buFont typeface="Century Gothic"/>
                <a:buNone/>
              </a:pPr>
              <a:r>
                <a:rPr b="0" i="0" lang="en-US" sz="1800" u="none" cap="none" strike="noStrike">
                  <a:solidFill>
                    <a:schemeClr val="lt1"/>
                  </a:solidFill>
                  <a:latin typeface="Century Gothic"/>
                  <a:ea typeface="Century Gothic"/>
                  <a:cs typeface="Century Gothic"/>
                  <a:sym typeface="Century Gothic"/>
                </a:rPr>
                <a:t>Make Online Complaint</a:t>
              </a:r>
              <a:endParaRPr b="0" i="0" sz="1400" u="none" cap="none" strike="noStrike">
                <a:solidFill>
                  <a:srgbClr val="000000"/>
                </a:solidFill>
                <a:latin typeface="Arial"/>
                <a:ea typeface="Arial"/>
                <a:cs typeface="Arial"/>
                <a:sym typeface="Arial"/>
              </a:endParaRPr>
            </a:p>
          </p:txBody>
        </p:sp>
        <p:sp>
          <p:nvSpPr>
            <p:cNvPr id="966" name="Google Shape;966;p27"/>
            <p:cNvSpPr/>
            <p:nvPr/>
          </p:nvSpPr>
          <p:spPr>
            <a:xfrm>
              <a:off x="3912750" y="86067"/>
              <a:ext cx="2177653" cy="871061"/>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7" name="Google Shape;967;p27"/>
            <p:cNvSpPr txBox="1"/>
            <p:nvPr/>
          </p:nvSpPr>
          <p:spPr>
            <a:xfrm>
              <a:off x="4348281" y="86067"/>
              <a:ext cx="1306592" cy="871061"/>
            </a:xfrm>
            <a:prstGeom prst="rect">
              <a:avLst/>
            </a:prstGeom>
            <a:noFill/>
            <a:ln>
              <a:noFill/>
            </a:ln>
          </p:spPr>
          <p:txBody>
            <a:bodyPr anchorCtr="0" anchor="ctr" bIns="24000" lIns="72000" spcFirstLastPara="1" rIns="24000" wrap="square" tIns="24000">
              <a:noAutofit/>
            </a:bodyPr>
            <a:lstStyle/>
            <a:p>
              <a:pPr indent="0" lvl="0" marL="0" marR="0" rtl="0" algn="ctr">
                <a:lnSpc>
                  <a:spcPct val="90000"/>
                </a:lnSpc>
                <a:spcBef>
                  <a:spcPts val="0"/>
                </a:spcBef>
                <a:spcAft>
                  <a:spcPts val="0"/>
                </a:spcAft>
                <a:buClr>
                  <a:schemeClr val="lt1"/>
                </a:buClr>
                <a:buSzPts val="1800"/>
                <a:buFont typeface="Century Gothic"/>
                <a:buNone/>
              </a:pPr>
              <a:r>
                <a:rPr b="0" i="0" lang="en-US" sz="1800" u="none" cap="none" strike="noStrike">
                  <a:solidFill>
                    <a:schemeClr val="lt1"/>
                  </a:solidFill>
                  <a:latin typeface="Century Gothic"/>
                  <a:ea typeface="Century Gothic"/>
                  <a:cs typeface="Century Gothic"/>
                  <a:sym typeface="Century Gothic"/>
                </a:rPr>
                <a:t>Survey by Samsung + SAVI Engg</a:t>
              </a:r>
              <a:endParaRPr b="0" i="0" sz="1800" u="none" cap="none" strike="noStrike">
                <a:solidFill>
                  <a:schemeClr val="lt1"/>
                </a:solidFill>
                <a:latin typeface="Century Gothic"/>
                <a:ea typeface="Century Gothic"/>
                <a:cs typeface="Century Gothic"/>
                <a:sym typeface="Century Gothic"/>
              </a:endParaRPr>
            </a:p>
          </p:txBody>
        </p:sp>
        <p:sp>
          <p:nvSpPr>
            <p:cNvPr id="968" name="Google Shape;968;p27"/>
            <p:cNvSpPr/>
            <p:nvPr/>
          </p:nvSpPr>
          <p:spPr>
            <a:xfrm>
              <a:off x="5885517" y="47426"/>
              <a:ext cx="2177653" cy="871061"/>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9" name="Google Shape;969;p27"/>
            <p:cNvSpPr txBox="1"/>
            <p:nvPr/>
          </p:nvSpPr>
          <p:spPr>
            <a:xfrm>
              <a:off x="6321048" y="47426"/>
              <a:ext cx="1306592" cy="871061"/>
            </a:xfrm>
            <a:prstGeom prst="rect">
              <a:avLst/>
            </a:prstGeom>
            <a:noFill/>
            <a:ln>
              <a:noFill/>
            </a:ln>
          </p:spPr>
          <p:txBody>
            <a:bodyPr anchorCtr="0" anchor="ctr" bIns="24000" lIns="72000" spcFirstLastPara="1" rIns="24000" wrap="square" tIns="24000">
              <a:noAutofit/>
            </a:bodyPr>
            <a:lstStyle/>
            <a:p>
              <a:pPr indent="0" lvl="0" marL="0" marR="0" rtl="0" algn="ctr">
                <a:lnSpc>
                  <a:spcPct val="90000"/>
                </a:lnSpc>
                <a:spcBef>
                  <a:spcPts val="0"/>
                </a:spcBef>
                <a:spcAft>
                  <a:spcPts val="0"/>
                </a:spcAft>
                <a:buClr>
                  <a:schemeClr val="lt1"/>
                </a:buClr>
                <a:buSzPts val="1800"/>
                <a:buFont typeface="Century Gothic"/>
                <a:buNone/>
              </a:pPr>
              <a:r>
                <a:rPr b="0" i="0" lang="en-US" sz="1800" u="none" cap="none" strike="noStrike">
                  <a:solidFill>
                    <a:schemeClr val="lt1"/>
                  </a:solidFill>
                  <a:latin typeface="Century Gothic"/>
                  <a:ea typeface="Century Gothic"/>
                  <a:cs typeface="Century Gothic"/>
                  <a:sym typeface="Century Gothic"/>
                </a:rPr>
                <a:t>Repair and close. </a:t>
              </a:r>
              <a:endParaRPr b="0" i="0" sz="1400" u="none" cap="none" strike="noStrike">
                <a:solidFill>
                  <a:srgbClr val="000000"/>
                </a:solidFill>
                <a:latin typeface="Arial"/>
                <a:ea typeface="Arial"/>
                <a:cs typeface="Arial"/>
                <a:sym typeface="Arial"/>
              </a:endParaRPr>
            </a:p>
          </p:txBody>
        </p:sp>
        <p:sp>
          <p:nvSpPr>
            <p:cNvPr id="970" name="Google Shape;970;p27"/>
            <p:cNvSpPr/>
            <p:nvPr/>
          </p:nvSpPr>
          <p:spPr>
            <a:xfrm>
              <a:off x="7845405" y="47426"/>
              <a:ext cx="2177653" cy="871061"/>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1" name="Google Shape;971;p27"/>
            <p:cNvSpPr txBox="1"/>
            <p:nvPr/>
          </p:nvSpPr>
          <p:spPr>
            <a:xfrm>
              <a:off x="8280936" y="47426"/>
              <a:ext cx="1306592" cy="871061"/>
            </a:xfrm>
            <a:prstGeom prst="rect">
              <a:avLst/>
            </a:prstGeom>
            <a:noFill/>
            <a:ln>
              <a:noFill/>
            </a:ln>
          </p:spPr>
          <p:txBody>
            <a:bodyPr anchorCtr="0" anchor="ctr" bIns="24000" lIns="72000" spcFirstLastPara="1" rIns="24000" wrap="square" tIns="24000">
              <a:noAutofit/>
            </a:bodyPr>
            <a:lstStyle/>
            <a:p>
              <a:pPr indent="0" lvl="0" marL="0" marR="0" rtl="0" algn="ctr">
                <a:lnSpc>
                  <a:spcPct val="90000"/>
                </a:lnSpc>
                <a:spcBef>
                  <a:spcPts val="0"/>
                </a:spcBef>
                <a:spcAft>
                  <a:spcPts val="0"/>
                </a:spcAft>
                <a:buClr>
                  <a:schemeClr val="lt1"/>
                </a:buClr>
                <a:buSzPts val="1800"/>
                <a:buFont typeface="Century Gothic"/>
                <a:buNone/>
              </a:pPr>
              <a:r>
                <a:t/>
              </a:r>
              <a:endParaRPr b="0" i="0" sz="1800" u="none" cap="none" strike="noStrike">
                <a:solidFill>
                  <a:schemeClr val="lt1"/>
                </a:solidFill>
                <a:latin typeface="Century Gothic"/>
                <a:ea typeface="Century Gothic"/>
                <a:cs typeface="Century Gothic"/>
                <a:sym typeface="Century Gothic"/>
              </a:endParaRPr>
            </a:p>
          </p:txBody>
        </p:sp>
        <p:sp>
          <p:nvSpPr>
            <p:cNvPr id="972" name="Google Shape;972;p27"/>
            <p:cNvSpPr/>
            <p:nvPr/>
          </p:nvSpPr>
          <p:spPr>
            <a:xfrm>
              <a:off x="9805292" y="8786"/>
              <a:ext cx="2177653" cy="871061"/>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3" name="Google Shape;973;p27"/>
            <p:cNvSpPr txBox="1"/>
            <p:nvPr/>
          </p:nvSpPr>
          <p:spPr>
            <a:xfrm>
              <a:off x="10240823" y="8786"/>
              <a:ext cx="1306592" cy="871061"/>
            </a:xfrm>
            <a:prstGeom prst="rect">
              <a:avLst/>
            </a:prstGeom>
            <a:noFill/>
            <a:ln>
              <a:noFill/>
            </a:ln>
          </p:spPr>
          <p:txBody>
            <a:bodyPr anchorCtr="0" anchor="ctr" bIns="24000" lIns="72000" spcFirstLastPara="1" rIns="24000" wrap="square" tIns="24000">
              <a:noAutofit/>
            </a:bodyPr>
            <a:lstStyle/>
            <a:p>
              <a:pPr indent="0" lvl="0" marL="0" marR="0" rtl="0" algn="ctr">
                <a:lnSpc>
                  <a:spcPct val="90000"/>
                </a:lnSpc>
                <a:spcBef>
                  <a:spcPts val="0"/>
                </a:spcBef>
                <a:spcAft>
                  <a:spcPts val="0"/>
                </a:spcAft>
                <a:buClr>
                  <a:schemeClr val="lt1"/>
                </a:buClr>
                <a:buSzPts val="1800"/>
                <a:buFont typeface="Century Gothic"/>
                <a:buNone/>
              </a:pPr>
              <a:r>
                <a:t/>
              </a:r>
              <a:endParaRPr b="0" i="0" sz="1800" u="none" cap="none" strike="noStrike">
                <a:solidFill>
                  <a:schemeClr val="lt1"/>
                </a:solidFill>
                <a:latin typeface="Century Gothic"/>
                <a:ea typeface="Century Gothic"/>
                <a:cs typeface="Century Gothic"/>
                <a:sym typeface="Century Gothic"/>
              </a:endParaRPr>
            </a:p>
          </p:txBody>
        </p:sp>
      </p:grpSp>
      <p:grpSp>
        <p:nvGrpSpPr>
          <p:cNvPr id="974" name="Google Shape;974;p27"/>
          <p:cNvGrpSpPr/>
          <p:nvPr/>
        </p:nvGrpSpPr>
        <p:grpSpPr>
          <a:xfrm>
            <a:off x="5853" y="5578899"/>
            <a:ext cx="11977092" cy="948342"/>
            <a:chOff x="5853" y="8786"/>
            <a:chExt cx="11977092" cy="948342"/>
          </a:xfrm>
        </p:grpSpPr>
        <p:sp>
          <p:nvSpPr>
            <p:cNvPr id="975" name="Google Shape;975;p27"/>
            <p:cNvSpPr/>
            <p:nvPr/>
          </p:nvSpPr>
          <p:spPr>
            <a:xfrm>
              <a:off x="5853" y="47426"/>
              <a:ext cx="2177653" cy="871061"/>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6" name="Google Shape;976;p27"/>
            <p:cNvSpPr txBox="1"/>
            <p:nvPr/>
          </p:nvSpPr>
          <p:spPr>
            <a:xfrm>
              <a:off x="441384" y="47426"/>
              <a:ext cx="1306592" cy="871061"/>
            </a:xfrm>
            <a:prstGeom prst="rect">
              <a:avLst/>
            </a:prstGeom>
            <a:noFill/>
            <a:ln>
              <a:noFill/>
            </a:ln>
          </p:spPr>
          <p:txBody>
            <a:bodyPr anchorCtr="0" anchor="ctr" bIns="20000" lIns="60000" spcFirstLastPara="1" rIns="20000" wrap="square" tIns="20000">
              <a:noAutofit/>
            </a:bodyPr>
            <a:lstStyle/>
            <a:p>
              <a:pPr indent="0" lvl="0" marL="0" marR="0" rtl="0" algn="ctr">
                <a:lnSpc>
                  <a:spcPct val="90000"/>
                </a:lnSpc>
                <a:spcBef>
                  <a:spcPts val="0"/>
                </a:spcBef>
                <a:spcAft>
                  <a:spcPts val="0"/>
                </a:spcAft>
                <a:buClr>
                  <a:schemeClr val="lt1"/>
                </a:buClr>
                <a:buSzPts val="1500"/>
                <a:buFont typeface="Century Gothic"/>
                <a:buNone/>
              </a:pPr>
              <a:r>
                <a:rPr b="0" i="0" lang="en-US" sz="1500" u="none" cap="none" strike="noStrike">
                  <a:solidFill>
                    <a:schemeClr val="lt1"/>
                  </a:solidFill>
                  <a:latin typeface="Century Gothic"/>
                  <a:ea typeface="Century Gothic"/>
                  <a:cs typeface="Century Gothic"/>
                  <a:sym typeface="Century Gothic"/>
                </a:rPr>
                <a:t>CASIO</a:t>
              </a:r>
              <a:endParaRPr b="0" i="0" sz="1400" u="none" cap="none" strike="noStrike">
                <a:solidFill>
                  <a:srgbClr val="000000"/>
                </a:solidFill>
                <a:latin typeface="Arial"/>
                <a:ea typeface="Arial"/>
                <a:cs typeface="Arial"/>
                <a:sym typeface="Arial"/>
              </a:endParaRPr>
            </a:p>
          </p:txBody>
        </p:sp>
        <p:sp>
          <p:nvSpPr>
            <p:cNvPr id="977" name="Google Shape;977;p27"/>
            <p:cNvSpPr/>
            <p:nvPr/>
          </p:nvSpPr>
          <p:spPr>
            <a:xfrm>
              <a:off x="1965741" y="47426"/>
              <a:ext cx="2177653" cy="871061"/>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8" name="Google Shape;978;p27"/>
            <p:cNvSpPr txBox="1"/>
            <p:nvPr/>
          </p:nvSpPr>
          <p:spPr>
            <a:xfrm>
              <a:off x="2401272" y="47426"/>
              <a:ext cx="1306592" cy="871061"/>
            </a:xfrm>
            <a:prstGeom prst="rect">
              <a:avLst/>
            </a:prstGeom>
            <a:noFill/>
            <a:ln>
              <a:noFill/>
            </a:ln>
          </p:spPr>
          <p:txBody>
            <a:bodyPr anchorCtr="0" anchor="ctr" bIns="20000" lIns="60000" spcFirstLastPara="1" rIns="20000" wrap="square" tIns="20000">
              <a:noAutofit/>
            </a:bodyPr>
            <a:lstStyle/>
            <a:p>
              <a:pPr indent="0" lvl="0" marL="0" marR="0" rtl="0" algn="ctr">
                <a:lnSpc>
                  <a:spcPct val="90000"/>
                </a:lnSpc>
                <a:spcBef>
                  <a:spcPts val="0"/>
                </a:spcBef>
                <a:spcAft>
                  <a:spcPts val="0"/>
                </a:spcAft>
                <a:buClr>
                  <a:schemeClr val="lt1"/>
                </a:buClr>
                <a:buSzPts val="1500"/>
                <a:buFont typeface="Century Gothic"/>
                <a:buNone/>
              </a:pPr>
              <a:r>
                <a:rPr b="0" i="0" lang="en-US" sz="1500" u="none" cap="none" strike="noStrike">
                  <a:solidFill>
                    <a:schemeClr val="lt1"/>
                  </a:solidFill>
                  <a:latin typeface="Century Gothic"/>
                  <a:ea typeface="Century Gothic"/>
                  <a:cs typeface="Century Gothic"/>
                  <a:sym typeface="Century Gothic"/>
                </a:rPr>
                <a:t>All done by SAVI</a:t>
              </a:r>
              <a:endParaRPr b="0" i="0" sz="1400" u="none" cap="none" strike="noStrike">
                <a:solidFill>
                  <a:srgbClr val="000000"/>
                </a:solidFill>
                <a:latin typeface="Arial"/>
                <a:ea typeface="Arial"/>
                <a:cs typeface="Arial"/>
                <a:sym typeface="Arial"/>
              </a:endParaRPr>
            </a:p>
          </p:txBody>
        </p:sp>
        <p:sp>
          <p:nvSpPr>
            <p:cNvPr id="979" name="Google Shape;979;p27"/>
            <p:cNvSpPr/>
            <p:nvPr/>
          </p:nvSpPr>
          <p:spPr>
            <a:xfrm>
              <a:off x="3912750" y="86067"/>
              <a:ext cx="2177653" cy="871061"/>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0" name="Google Shape;980;p27"/>
            <p:cNvSpPr txBox="1"/>
            <p:nvPr/>
          </p:nvSpPr>
          <p:spPr>
            <a:xfrm>
              <a:off x="4348281" y="86067"/>
              <a:ext cx="1306592" cy="871061"/>
            </a:xfrm>
            <a:prstGeom prst="rect">
              <a:avLst/>
            </a:prstGeom>
            <a:noFill/>
            <a:ln>
              <a:noFill/>
            </a:ln>
          </p:spPr>
          <p:txBody>
            <a:bodyPr anchorCtr="0" anchor="ctr" bIns="20000" lIns="60000" spcFirstLastPara="1" rIns="20000" wrap="square" tIns="20000">
              <a:noAutofit/>
            </a:bodyPr>
            <a:lstStyle/>
            <a:p>
              <a:pPr indent="0" lvl="0" marL="0" marR="0" rtl="0" algn="ctr">
                <a:lnSpc>
                  <a:spcPct val="90000"/>
                </a:lnSpc>
                <a:spcBef>
                  <a:spcPts val="0"/>
                </a:spcBef>
                <a:spcAft>
                  <a:spcPts val="0"/>
                </a:spcAft>
                <a:buClr>
                  <a:schemeClr val="lt1"/>
                </a:buClr>
                <a:buSzPts val="1500"/>
                <a:buFont typeface="Century Gothic"/>
                <a:buNone/>
              </a:pPr>
              <a:r>
                <a:rPr b="0" i="0" lang="en-US" sz="1500" u="none" cap="none" strike="noStrike">
                  <a:solidFill>
                    <a:schemeClr val="lt1"/>
                  </a:solidFill>
                  <a:latin typeface="Century Gothic"/>
                  <a:ea typeface="Century Gothic"/>
                  <a:cs typeface="Century Gothic"/>
                  <a:sym typeface="Century Gothic"/>
                </a:rPr>
                <a:t>Projector pick up </a:t>
              </a:r>
              <a:endParaRPr b="0" i="0" sz="1400" u="none" cap="none" strike="noStrike">
                <a:solidFill>
                  <a:srgbClr val="000000"/>
                </a:solidFill>
                <a:latin typeface="Arial"/>
                <a:ea typeface="Arial"/>
                <a:cs typeface="Arial"/>
                <a:sym typeface="Arial"/>
              </a:endParaRPr>
            </a:p>
          </p:txBody>
        </p:sp>
        <p:sp>
          <p:nvSpPr>
            <p:cNvPr id="981" name="Google Shape;981;p27"/>
            <p:cNvSpPr/>
            <p:nvPr/>
          </p:nvSpPr>
          <p:spPr>
            <a:xfrm>
              <a:off x="5885517" y="47426"/>
              <a:ext cx="2177653" cy="871061"/>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2" name="Google Shape;982;p27"/>
            <p:cNvSpPr txBox="1"/>
            <p:nvPr/>
          </p:nvSpPr>
          <p:spPr>
            <a:xfrm>
              <a:off x="6321048" y="47426"/>
              <a:ext cx="1306592" cy="871061"/>
            </a:xfrm>
            <a:prstGeom prst="rect">
              <a:avLst/>
            </a:prstGeom>
            <a:noFill/>
            <a:ln>
              <a:noFill/>
            </a:ln>
          </p:spPr>
          <p:txBody>
            <a:bodyPr anchorCtr="0" anchor="ctr" bIns="20000" lIns="60000" spcFirstLastPara="1" rIns="20000" wrap="square" tIns="20000">
              <a:noAutofit/>
            </a:bodyPr>
            <a:lstStyle/>
            <a:p>
              <a:pPr indent="0" lvl="0" marL="0" marR="0" rtl="0" algn="ctr">
                <a:lnSpc>
                  <a:spcPct val="90000"/>
                </a:lnSpc>
                <a:spcBef>
                  <a:spcPts val="0"/>
                </a:spcBef>
                <a:spcAft>
                  <a:spcPts val="0"/>
                </a:spcAft>
                <a:buClr>
                  <a:schemeClr val="lt1"/>
                </a:buClr>
                <a:buSzPts val="1500"/>
                <a:buFont typeface="Century Gothic"/>
                <a:buNone/>
              </a:pPr>
              <a:r>
                <a:rPr b="0" i="0" lang="en-US" sz="1500" u="none" cap="none" strike="noStrike">
                  <a:solidFill>
                    <a:schemeClr val="lt1"/>
                  </a:solidFill>
                  <a:latin typeface="Century Gothic"/>
                  <a:ea typeface="Century Gothic"/>
                  <a:cs typeface="Century Gothic"/>
                  <a:sym typeface="Century Gothic"/>
                </a:rPr>
                <a:t>Deliver to Casio Service Center</a:t>
              </a:r>
              <a:endParaRPr b="0" i="0" sz="1400" u="none" cap="none" strike="noStrike">
                <a:solidFill>
                  <a:srgbClr val="000000"/>
                </a:solidFill>
                <a:latin typeface="Arial"/>
                <a:ea typeface="Arial"/>
                <a:cs typeface="Arial"/>
                <a:sym typeface="Arial"/>
              </a:endParaRPr>
            </a:p>
          </p:txBody>
        </p:sp>
        <p:sp>
          <p:nvSpPr>
            <p:cNvPr id="983" name="Google Shape;983;p27"/>
            <p:cNvSpPr/>
            <p:nvPr/>
          </p:nvSpPr>
          <p:spPr>
            <a:xfrm>
              <a:off x="7845405" y="47426"/>
              <a:ext cx="2177653" cy="871061"/>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4" name="Google Shape;984;p27"/>
            <p:cNvSpPr txBox="1"/>
            <p:nvPr/>
          </p:nvSpPr>
          <p:spPr>
            <a:xfrm>
              <a:off x="8280936" y="47426"/>
              <a:ext cx="1306592" cy="871061"/>
            </a:xfrm>
            <a:prstGeom prst="rect">
              <a:avLst/>
            </a:prstGeom>
            <a:noFill/>
            <a:ln>
              <a:noFill/>
            </a:ln>
          </p:spPr>
          <p:txBody>
            <a:bodyPr anchorCtr="0" anchor="ctr" bIns="20000" lIns="60000" spcFirstLastPara="1" rIns="20000" wrap="square" tIns="20000">
              <a:noAutofit/>
            </a:bodyPr>
            <a:lstStyle/>
            <a:p>
              <a:pPr indent="0" lvl="0" marL="0" marR="0" rtl="0" algn="ctr">
                <a:lnSpc>
                  <a:spcPct val="90000"/>
                </a:lnSpc>
                <a:spcBef>
                  <a:spcPts val="0"/>
                </a:spcBef>
                <a:spcAft>
                  <a:spcPts val="0"/>
                </a:spcAft>
                <a:buClr>
                  <a:schemeClr val="lt1"/>
                </a:buClr>
                <a:buSzPts val="1500"/>
                <a:buFont typeface="Century Gothic"/>
                <a:buNone/>
              </a:pPr>
              <a:r>
                <a:rPr b="0" i="0" lang="en-US" sz="1500" u="none" cap="none" strike="noStrike">
                  <a:solidFill>
                    <a:schemeClr val="lt1"/>
                  </a:solidFill>
                  <a:latin typeface="Century Gothic"/>
                  <a:ea typeface="Century Gothic"/>
                  <a:cs typeface="Century Gothic"/>
                  <a:sym typeface="Century Gothic"/>
                </a:rPr>
                <a:t>After rapir pick up and retun to cusotmer</a:t>
              </a:r>
              <a:endParaRPr b="0" i="0" sz="1500" u="none" cap="none" strike="noStrike">
                <a:solidFill>
                  <a:schemeClr val="lt1"/>
                </a:solidFill>
                <a:latin typeface="Century Gothic"/>
                <a:ea typeface="Century Gothic"/>
                <a:cs typeface="Century Gothic"/>
                <a:sym typeface="Century Gothic"/>
              </a:endParaRPr>
            </a:p>
          </p:txBody>
        </p:sp>
        <p:sp>
          <p:nvSpPr>
            <p:cNvPr id="985" name="Google Shape;985;p27"/>
            <p:cNvSpPr/>
            <p:nvPr/>
          </p:nvSpPr>
          <p:spPr>
            <a:xfrm>
              <a:off x="9805292" y="8786"/>
              <a:ext cx="2177653" cy="871061"/>
            </a:xfrm>
            <a:prstGeom prst="chevron">
              <a:avLst>
                <a:gd fmla="val 50000" name="adj"/>
              </a:avLst>
            </a:prstGeom>
            <a:solidFill>
              <a:srgbClr val="B01210"/>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6" name="Google Shape;986;p27"/>
            <p:cNvSpPr txBox="1"/>
            <p:nvPr/>
          </p:nvSpPr>
          <p:spPr>
            <a:xfrm>
              <a:off x="10240823" y="8786"/>
              <a:ext cx="1306592" cy="871061"/>
            </a:xfrm>
            <a:prstGeom prst="rect">
              <a:avLst/>
            </a:prstGeom>
            <a:noFill/>
            <a:ln>
              <a:noFill/>
            </a:ln>
          </p:spPr>
          <p:txBody>
            <a:bodyPr anchorCtr="0" anchor="ctr" bIns="20000" lIns="60000" spcFirstLastPara="1" rIns="20000" wrap="square" tIns="20000">
              <a:noAutofit/>
            </a:bodyPr>
            <a:lstStyle/>
            <a:p>
              <a:pPr indent="0" lvl="0" marL="0" marR="0" rtl="0" algn="ctr">
                <a:lnSpc>
                  <a:spcPct val="90000"/>
                </a:lnSpc>
                <a:spcBef>
                  <a:spcPts val="0"/>
                </a:spcBef>
                <a:spcAft>
                  <a:spcPts val="0"/>
                </a:spcAft>
                <a:buClr>
                  <a:schemeClr val="lt1"/>
                </a:buClr>
                <a:buSzPts val="1500"/>
                <a:buFont typeface="Century Gothic"/>
                <a:buNone/>
              </a:pPr>
              <a:r>
                <a:rPr b="0" i="0" lang="en-US" sz="1500" u="none" cap="none" strike="noStrike">
                  <a:solidFill>
                    <a:schemeClr val="lt1"/>
                  </a:solidFill>
                  <a:latin typeface="Century Gothic"/>
                  <a:ea typeface="Century Gothic"/>
                  <a:cs typeface="Century Gothic"/>
                  <a:sym typeface="Century Gothic"/>
                </a:rPr>
                <a:t>Raise Rs.750 invoice to Casio</a:t>
              </a:r>
              <a:endParaRPr b="0" i="0" sz="1400" u="none" cap="none" strike="noStrike">
                <a:solidFill>
                  <a:srgbClr val="000000"/>
                </a:solidFill>
                <a:latin typeface="Arial"/>
                <a:ea typeface="Arial"/>
                <a:cs typeface="Arial"/>
                <a:sym typeface="Arial"/>
              </a:endParaRPr>
            </a:p>
          </p:txBody>
        </p:sp>
      </p:grpSp>
      <p:sp>
        <p:nvSpPr>
          <p:cNvPr id="987" name="Google Shape;987;p27"/>
          <p:cNvSpPr txBox="1"/>
          <p:nvPr/>
        </p:nvSpPr>
        <p:spPr>
          <a:xfrm>
            <a:off x="0" y="0"/>
            <a:ext cx="12192000" cy="5847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entury Gothic"/>
                <a:ea typeface="Century Gothic"/>
                <a:cs typeface="Century Gothic"/>
                <a:sym typeface="Century Gothic"/>
              </a:rPr>
              <a:t> OEM Repair Process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1" name="Shape 991"/>
        <p:cNvGrpSpPr/>
        <p:nvPr/>
      </p:nvGrpSpPr>
      <p:grpSpPr>
        <a:xfrm>
          <a:off x="0" y="0"/>
          <a:ext cx="0" cy="0"/>
          <a:chOff x="0" y="0"/>
          <a:chExt cx="0" cy="0"/>
        </a:xfrm>
      </p:grpSpPr>
      <p:sp>
        <p:nvSpPr>
          <p:cNvPr id="992" name="Google Shape;992;p28"/>
          <p:cNvSpPr txBox="1"/>
          <p:nvPr/>
        </p:nvSpPr>
        <p:spPr>
          <a:xfrm>
            <a:off x="1841679" y="1365161"/>
            <a:ext cx="9787944" cy="406265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800"/>
              <a:buFont typeface="Arial"/>
              <a:buNone/>
            </a:pPr>
            <a:r>
              <a:rPr b="0" i="0" lang="en-US" sz="4800" u="none" cap="none" strike="noStrike">
                <a:solidFill>
                  <a:schemeClr val="lt1"/>
                </a:solidFill>
                <a:latin typeface="Century Gothic"/>
                <a:ea typeface="Century Gothic"/>
                <a:cs typeface="Century Gothic"/>
                <a:sym typeface="Century Gothic"/>
              </a:rPr>
              <a:t>TRAINING TREE / Call resolved tree/for Product, sales, telemarketing, solution providing.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6600"/>
              <a:buFont typeface="Arial"/>
              <a:buNone/>
            </a:pPr>
            <a:r>
              <a:t/>
            </a:r>
            <a:endParaRPr b="0" i="0" sz="6600" u="none" cap="none" strike="noStrike">
              <a:solidFill>
                <a:schemeClr val="lt1"/>
              </a:solidFill>
              <a:latin typeface="Century Gothic"/>
              <a:ea typeface="Century Gothic"/>
              <a:cs typeface="Century Gothic"/>
              <a:sym typeface="Century Gothic"/>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6" name="Shape 996"/>
        <p:cNvGrpSpPr/>
        <p:nvPr/>
      </p:nvGrpSpPr>
      <p:grpSpPr>
        <a:xfrm>
          <a:off x="0" y="0"/>
          <a:ext cx="0" cy="0"/>
          <a:chOff x="0" y="0"/>
          <a:chExt cx="0" cy="0"/>
        </a:xfrm>
      </p:grpSpPr>
      <p:sp>
        <p:nvSpPr>
          <p:cNvPr id="997" name="Google Shape;997;p29"/>
          <p:cNvSpPr txBox="1"/>
          <p:nvPr>
            <p:ph type="title"/>
          </p:nvPr>
        </p:nvSpPr>
        <p:spPr>
          <a:xfrm>
            <a:off x="1154956" y="2861733"/>
            <a:ext cx="8825657" cy="191564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lt2"/>
              </a:buClr>
              <a:buSzPts val="4000"/>
              <a:buFont typeface="Century Gothic"/>
              <a:buNone/>
            </a:pPr>
            <a:r>
              <a:rPr lang="en-US"/>
              <a:t>ROLES</a:t>
            </a:r>
            <a:endParaRPr/>
          </a:p>
        </p:txBody>
      </p:sp>
      <p:sp>
        <p:nvSpPr>
          <p:cNvPr id="998" name="Google Shape;998;p29"/>
          <p:cNvSpPr txBox="1"/>
          <p:nvPr>
            <p:ph idx="1" type="body"/>
          </p:nvPr>
        </p:nvSpPr>
        <p:spPr>
          <a:xfrm>
            <a:off x="1154955" y="4777381"/>
            <a:ext cx="8825658" cy="8604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600"/>
              <a:buNone/>
            </a:pPr>
            <a:r>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2" name="Shape 1002"/>
        <p:cNvGrpSpPr/>
        <p:nvPr/>
      </p:nvGrpSpPr>
      <p:grpSpPr>
        <a:xfrm>
          <a:off x="0" y="0"/>
          <a:ext cx="0" cy="0"/>
          <a:chOff x="0" y="0"/>
          <a:chExt cx="0" cy="0"/>
        </a:xfrm>
      </p:grpSpPr>
      <p:sp>
        <p:nvSpPr>
          <p:cNvPr id="1003" name="Google Shape;1003;p30"/>
          <p:cNvSpPr txBox="1"/>
          <p:nvPr>
            <p:ph type="title"/>
          </p:nvPr>
        </p:nvSpPr>
        <p:spPr>
          <a:xfrm>
            <a:off x="646111" y="452718"/>
            <a:ext cx="9404723" cy="140053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lt2"/>
              </a:buClr>
              <a:buSzPts val="4200"/>
              <a:buFont typeface="Century Gothic"/>
              <a:buNone/>
            </a:pPr>
            <a:r>
              <a:rPr lang="en-US"/>
              <a:t>Recuritment</a:t>
            </a:r>
            <a:endParaRPr/>
          </a:p>
        </p:txBody>
      </p:sp>
      <p:sp>
        <p:nvSpPr>
          <p:cNvPr id="1004" name="Google Shape;1004;p30"/>
          <p:cNvSpPr txBox="1"/>
          <p:nvPr>
            <p:ph idx="1" type="body"/>
          </p:nvPr>
        </p:nvSpPr>
        <p:spPr>
          <a:xfrm>
            <a:off x="528218" y="1032126"/>
            <a:ext cx="11419445" cy="5475065"/>
          </a:xfrm>
          <a:prstGeom prst="rect">
            <a:avLst/>
          </a:prstGeom>
          <a:noFill/>
          <a:ln>
            <a:noFill/>
          </a:ln>
        </p:spPr>
        <p:txBody>
          <a:bodyPr anchorCtr="0" anchor="t" bIns="45700" lIns="91425" spcFirstLastPara="1" rIns="91425" wrap="square" tIns="45700">
            <a:normAutofit fontScale="70000" lnSpcReduction="20000"/>
          </a:bodyPr>
          <a:lstStyle/>
          <a:p>
            <a:pPr indent="-342900" lvl="0" marL="342900" rtl="0" algn="l">
              <a:lnSpc>
                <a:spcPct val="100000"/>
              </a:lnSpc>
              <a:spcBef>
                <a:spcPts val="0"/>
              </a:spcBef>
              <a:spcAft>
                <a:spcPts val="0"/>
              </a:spcAft>
              <a:buSzPct val="80000"/>
              <a:buChar char="►"/>
            </a:pPr>
            <a:r>
              <a:rPr lang="en-US"/>
              <a:t>Process and ROLE TO BE CLEAR BY TOMRROW. ORGANISATION CHART, PROCESS AND ROLE, ALLIGNENNT, MONITORING, Give them break and ask after one week how are you feeling. </a:t>
            </a:r>
            <a:endParaRPr/>
          </a:p>
          <a:p>
            <a:pPr indent="-342900" lvl="0" marL="342900" rtl="0" algn="l">
              <a:lnSpc>
                <a:spcPct val="100000"/>
              </a:lnSpc>
              <a:spcBef>
                <a:spcPts val="1000"/>
              </a:spcBef>
              <a:spcAft>
                <a:spcPts val="0"/>
              </a:spcAft>
              <a:buClr>
                <a:srgbClr val="8AD0D6"/>
              </a:buClr>
              <a:buSzPct val="80000"/>
              <a:buChar char="►"/>
            </a:pPr>
            <a:r>
              <a:rPr lang="en-US"/>
              <a:t>Format, Kra, Gda</a:t>
            </a:r>
            <a:endParaRPr/>
          </a:p>
          <a:p>
            <a:pPr indent="-342900" lvl="0" marL="342900" rtl="0" algn="l">
              <a:lnSpc>
                <a:spcPct val="100000"/>
              </a:lnSpc>
              <a:spcBef>
                <a:spcPts val="1000"/>
              </a:spcBef>
              <a:spcAft>
                <a:spcPts val="0"/>
              </a:spcAft>
              <a:buClr>
                <a:srgbClr val="8AD0D6"/>
              </a:buClr>
              <a:buSzPct val="80000"/>
              <a:buChar char="►"/>
            </a:pPr>
            <a:r>
              <a:rPr lang="en-US"/>
              <a:t>Induction – journey, dream, sOP, Defination of role, process of monitoring .  clear all point from day one</a:t>
            </a:r>
            <a:endParaRPr/>
          </a:p>
          <a:p>
            <a:pPr indent="-342900" lvl="0" marL="342900" rtl="0" algn="l">
              <a:lnSpc>
                <a:spcPct val="100000"/>
              </a:lnSpc>
              <a:spcBef>
                <a:spcPts val="1000"/>
              </a:spcBef>
              <a:spcAft>
                <a:spcPts val="0"/>
              </a:spcAft>
              <a:buClr>
                <a:srgbClr val="8AD0D6"/>
              </a:buClr>
              <a:buSzPct val="80000"/>
              <a:buChar char="►"/>
            </a:pPr>
            <a:r>
              <a:rPr lang="en-US"/>
              <a:t>Reference check is imp to check from last two company, where he do mistake, how many he take leave, debate he does or not, </a:t>
            </a:r>
            <a:endParaRPr/>
          </a:p>
          <a:p>
            <a:pPr indent="-342900" lvl="0" marL="342900" rtl="0" algn="l">
              <a:lnSpc>
                <a:spcPct val="100000"/>
              </a:lnSpc>
              <a:spcBef>
                <a:spcPts val="1000"/>
              </a:spcBef>
              <a:spcAft>
                <a:spcPts val="0"/>
              </a:spcAft>
              <a:buClr>
                <a:srgbClr val="8AD0D6"/>
              </a:buClr>
              <a:buSzPct val="80000"/>
              <a:buChar char="►"/>
            </a:pPr>
            <a:r>
              <a:rPr lang="en-US"/>
              <a:t>In front of activity we have do time limit, menstioning and polishing is imp to do. Devide the work in parts and then discuss instead of all work together </a:t>
            </a:r>
            <a:endParaRPr/>
          </a:p>
          <a:p>
            <a:pPr indent="-342900" lvl="0" marL="342900" rtl="0" algn="l">
              <a:lnSpc>
                <a:spcPct val="100000"/>
              </a:lnSpc>
              <a:spcBef>
                <a:spcPts val="1000"/>
              </a:spcBef>
              <a:spcAft>
                <a:spcPts val="0"/>
              </a:spcAft>
              <a:buClr>
                <a:srgbClr val="8AD0D6"/>
              </a:buClr>
              <a:buSzPct val="80000"/>
              <a:buChar char="►"/>
            </a:pPr>
            <a:r>
              <a:rPr lang="en-US"/>
              <a:t>One once month training , review onece in a week, guidance two  in a day (two times a day morening and evening) </a:t>
            </a:r>
            <a:endParaRPr/>
          </a:p>
          <a:p>
            <a:pPr indent="-342900" lvl="0" marL="342900" rtl="0" algn="l">
              <a:lnSpc>
                <a:spcPct val="100000"/>
              </a:lnSpc>
              <a:spcBef>
                <a:spcPts val="1000"/>
              </a:spcBef>
              <a:spcAft>
                <a:spcPts val="0"/>
              </a:spcAft>
              <a:buClr>
                <a:srgbClr val="8AD0D6"/>
              </a:buClr>
              <a:buSzPct val="80000"/>
              <a:buChar char="►"/>
            </a:pPr>
            <a:r>
              <a:rPr lang="en-US"/>
              <a:t>Review weekly is must – Monday SAles, Tue –Fin, Wed – Service or weekly once. </a:t>
            </a:r>
            <a:endParaRPr/>
          </a:p>
          <a:p>
            <a:pPr indent="-342900" lvl="0" marL="342900" rtl="0" algn="l">
              <a:lnSpc>
                <a:spcPct val="100000"/>
              </a:lnSpc>
              <a:spcBef>
                <a:spcPts val="1000"/>
              </a:spcBef>
              <a:spcAft>
                <a:spcPts val="0"/>
              </a:spcAft>
              <a:buClr>
                <a:srgbClr val="8AD0D6"/>
              </a:buClr>
              <a:buSzPct val="80000"/>
              <a:buChar char="►"/>
            </a:pPr>
            <a:r>
              <a:rPr lang="en-US"/>
              <a:t>If anyone is doing any mistake keep in mind or note it and discuss in review or right message to him that darling it is observation that this is not ok so do not reapeat again.  Tell ethicate in the meeting and point out without taking any name. </a:t>
            </a:r>
            <a:endParaRPr/>
          </a:p>
          <a:p>
            <a:pPr indent="-342900" lvl="0" marL="342900" rtl="0" algn="l">
              <a:lnSpc>
                <a:spcPct val="100000"/>
              </a:lnSpc>
              <a:spcBef>
                <a:spcPts val="1000"/>
              </a:spcBef>
              <a:spcAft>
                <a:spcPts val="0"/>
              </a:spcAft>
              <a:buClr>
                <a:srgbClr val="8AD0D6"/>
              </a:buClr>
              <a:buSzPct val="80000"/>
              <a:buChar char="►"/>
            </a:pPr>
            <a:r>
              <a:rPr lang="en-US"/>
              <a:t>Like a blity. Employee should feel that boss is very good, </a:t>
            </a:r>
            <a:endParaRPr/>
          </a:p>
          <a:p>
            <a:pPr indent="-342900" lvl="0" marL="342900" rtl="0" algn="l">
              <a:lnSpc>
                <a:spcPct val="100000"/>
              </a:lnSpc>
              <a:spcBef>
                <a:spcPts val="1000"/>
              </a:spcBef>
              <a:spcAft>
                <a:spcPts val="0"/>
              </a:spcAft>
              <a:buClr>
                <a:srgbClr val="8AD0D6"/>
              </a:buClr>
              <a:buSzPct val="80000"/>
              <a:buChar char="►"/>
            </a:pPr>
            <a:r>
              <a:rPr lang="en-US"/>
              <a:t>Complaint disucss in meeting that other people do this and say it should not be happened in our company, if consiquence will be this, half day leave, or Designation high with low qualtiy job. </a:t>
            </a:r>
            <a:endParaRPr/>
          </a:p>
          <a:p>
            <a:pPr indent="-342900" lvl="0" marL="342900" rtl="0" algn="l">
              <a:lnSpc>
                <a:spcPct val="100000"/>
              </a:lnSpc>
              <a:spcBef>
                <a:spcPts val="1000"/>
              </a:spcBef>
              <a:spcAft>
                <a:spcPts val="0"/>
              </a:spcAft>
              <a:buClr>
                <a:srgbClr val="8AD0D6"/>
              </a:buClr>
              <a:buSzPct val="80000"/>
              <a:buChar char="►"/>
            </a:pPr>
            <a:r>
              <a:rPr lang="en-US"/>
              <a:t>Diagnose the issue wehre is the problem, why employee is getting irritating, if he do now want to work send him to home, it is a test that he is intersting to work or not. </a:t>
            </a:r>
            <a:endParaRPr/>
          </a:p>
          <a:p>
            <a:pPr indent="-342900" lvl="0" marL="342900" rtl="0" algn="l">
              <a:lnSpc>
                <a:spcPct val="100000"/>
              </a:lnSpc>
              <a:spcBef>
                <a:spcPts val="1000"/>
              </a:spcBef>
              <a:spcAft>
                <a:spcPts val="0"/>
              </a:spcAft>
              <a:buClr>
                <a:srgbClr val="8AD0D6"/>
              </a:buClr>
              <a:buSzPct val="80000"/>
              <a:buChar char="►"/>
            </a:pPr>
            <a:r>
              <a:rPr lang="en-US"/>
              <a:t>Tell employee that I will beat you and I will love you also, and I love my property and I care for that. </a:t>
            </a:r>
            <a:endParaRPr/>
          </a:p>
          <a:p>
            <a:pPr indent="-342900" lvl="0" marL="342900" rtl="0" algn="l">
              <a:lnSpc>
                <a:spcPct val="100000"/>
              </a:lnSpc>
              <a:spcBef>
                <a:spcPts val="1000"/>
              </a:spcBef>
              <a:spcAft>
                <a:spcPts val="0"/>
              </a:spcAft>
              <a:buClr>
                <a:srgbClr val="8AD0D6"/>
              </a:buClr>
              <a:buSzPct val="80000"/>
              <a:buChar char="►"/>
            </a:pPr>
            <a:r>
              <a:rPr lang="en-US"/>
              <a:t>8 hours working, take 15 min break, DND Do not distrubt, employee dream and employee dream should be alligned. </a:t>
            </a:r>
            <a:endParaRPr/>
          </a:p>
          <a:p>
            <a:pPr indent="-271780" lvl="0" marL="342900" rtl="0" algn="l">
              <a:lnSpc>
                <a:spcPct val="100000"/>
              </a:lnSpc>
              <a:spcBef>
                <a:spcPts val="1000"/>
              </a:spcBef>
              <a:spcAft>
                <a:spcPts val="0"/>
              </a:spcAft>
              <a:buClr>
                <a:srgbClr val="8AD0D6"/>
              </a:buClr>
              <a:buSzPct val="80000"/>
              <a:buNone/>
            </a:pPr>
            <a:r>
              <a:t/>
            </a:r>
            <a:endParaRPr/>
          </a:p>
          <a:p>
            <a:pPr indent="-271780" lvl="0" marL="342900" rtl="0" algn="l">
              <a:lnSpc>
                <a:spcPct val="100000"/>
              </a:lnSpc>
              <a:spcBef>
                <a:spcPts val="1000"/>
              </a:spcBef>
              <a:spcAft>
                <a:spcPts val="0"/>
              </a:spcAft>
              <a:buClr>
                <a:srgbClr val="8AD0D6"/>
              </a:buClr>
              <a:buSzPct val="80000"/>
              <a:buNone/>
            </a:pPr>
            <a:r>
              <a:t/>
            </a:r>
            <a:endParaRPr/>
          </a:p>
          <a:p>
            <a:pPr indent="-271780" lvl="0" marL="342900" rtl="0" algn="l">
              <a:lnSpc>
                <a:spcPct val="100000"/>
              </a:lnSpc>
              <a:spcBef>
                <a:spcPts val="1000"/>
              </a:spcBef>
              <a:spcAft>
                <a:spcPts val="0"/>
              </a:spcAft>
              <a:buClr>
                <a:srgbClr val="8AD0D6"/>
              </a:buClr>
              <a:buSzPct val="80000"/>
              <a:buNone/>
            </a:pPr>
            <a:r>
              <a:t/>
            </a:r>
            <a:endParaRPr/>
          </a:p>
          <a:p>
            <a:pPr indent="-271780" lvl="0" marL="342900" rtl="0" algn="l">
              <a:lnSpc>
                <a:spcPct val="100000"/>
              </a:lnSpc>
              <a:spcBef>
                <a:spcPts val="1000"/>
              </a:spcBef>
              <a:spcAft>
                <a:spcPts val="0"/>
              </a:spcAft>
              <a:buClr>
                <a:srgbClr val="8AD0D6"/>
              </a:buClr>
              <a:buSzPct val="80000"/>
              <a:buNone/>
            </a:pPr>
            <a:r>
              <a:t/>
            </a:r>
            <a:endParaRPr/>
          </a:p>
          <a:p>
            <a:pPr indent="-271780" lvl="0" marL="342900" rtl="0" algn="l">
              <a:lnSpc>
                <a:spcPct val="100000"/>
              </a:lnSpc>
              <a:spcBef>
                <a:spcPts val="1000"/>
              </a:spcBef>
              <a:spcAft>
                <a:spcPts val="0"/>
              </a:spcAft>
              <a:buClr>
                <a:srgbClr val="8AD0D6"/>
              </a:buClr>
              <a:buSzPct val="80000"/>
              <a:buNone/>
            </a:pPr>
            <a:r>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8" name="Shape 1008"/>
        <p:cNvGrpSpPr/>
        <p:nvPr/>
      </p:nvGrpSpPr>
      <p:grpSpPr>
        <a:xfrm>
          <a:off x="0" y="0"/>
          <a:ext cx="0" cy="0"/>
          <a:chOff x="0" y="0"/>
          <a:chExt cx="0" cy="0"/>
        </a:xfrm>
      </p:grpSpPr>
      <p:sp>
        <p:nvSpPr>
          <p:cNvPr id="1009" name="Google Shape;1009;p31"/>
          <p:cNvSpPr txBox="1"/>
          <p:nvPr>
            <p:ph type="title"/>
          </p:nvPr>
        </p:nvSpPr>
        <p:spPr>
          <a:xfrm>
            <a:off x="646111" y="452718"/>
            <a:ext cx="9404723" cy="140053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lt2"/>
              </a:buClr>
              <a:buSzPts val="4200"/>
              <a:buFont typeface="Century Gothic"/>
              <a:buNone/>
            </a:pPr>
            <a:r>
              <a:rPr lang="en-US"/>
              <a:t>Important forms</a:t>
            </a:r>
            <a:endParaRPr/>
          </a:p>
        </p:txBody>
      </p:sp>
      <p:sp>
        <p:nvSpPr>
          <p:cNvPr id="1010" name="Google Shape;1010;p31"/>
          <p:cNvSpPr txBox="1"/>
          <p:nvPr>
            <p:ph idx="1" type="body"/>
          </p:nvPr>
        </p:nvSpPr>
        <p:spPr>
          <a:xfrm>
            <a:off x="1103312" y="2052918"/>
            <a:ext cx="8946541" cy="4195481"/>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SzPts val="1600"/>
              <a:buChar char="►"/>
            </a:pPr>
            <a:r>
              <a:rPr lang="en-US" u="sng">
                <a:solidFill>
                  <a:schemeClr val="hlink"/>
                </a:solidFill>
                <a:hlinkClick r:id="rId3"/>
              </a:rPr>
              <a:t>https://docs.google.com/forms/d/1Yk780eCRll5THpVJY3EdZsAVngBkaDAy50Gp64Nu6OA/edit</a:t>
            </a:r>
            <a:r>
              <a:rPr lang="en-US"/>
              <a:t> ( EMPLOYEE HIRING FORM) </a:t>
            </a:r>
            <a:endParaRPr/>
          </a:p>
        </p:txBody>
      </p:sp>
      <p:sp>
        <p:nvSpPr>
          <p:cNvPr id="1011" name="Google Shape;1011;p31"/>
          <p:cNvSpPr txBox="1"/>
          <p:nvPr/>
        </p:nvSpPr>
        <p:spPr>
          <a:xfrm flipH="1">
            <a:off x="8531524" y="4054083"/>
            <a:ext cx="2418271"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Click to add text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5" name="Shape 1015"/>
        <p:cNvGrpSpPr/>
        <p:nvPr/>
      </p:nvGrpSpPr>
      <p:grpSpPr>
        <a:xfrm>
          <a:off x="0" y="0"/>
          <a:ext cx="0" cy="0"/>
          <a:chOff x="0" y="0"/>
          <a:chExt cx="0" cy="0"/>
        </a:xfrm>
      </p:grpSpPr>
      <p:sp>
        <p:nvSpPr>
          <p:cNvPr id="1016" name="Google Shape;1016;p32"/>
          <p:cNvSpPr txBox="1"/>
          <p:nvPr>
            <p:ph type="title"/>
          </p:nvPr>
        </p:nvSpPr>
        <p:spPr>
          <a:xfrm>
            <a:off x="684748" y="0"/>
            <a:ext cx="9404723" cy="74697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lt2"/>
              </a:buClr>
              <a:buSzPts val="4200"/>
              <a:buFont typeface="Century Gothic"/>
              <a:buNone/>
            </a:pPr>
            <a:r>
              <a:rPr lang="en-US"/>
              <a:t>SALES HEAD</a:t>
            </a:r>
            <a:endParaRPr/>
          </a:p>
        </p:txBody>
      </p:sp>
      <p:sp>
        <p:nvSpPr>
          <p:cNvPr id="1017" name="Google Shape;1017;p32"/>
          <p:cNvSpPr txBox="1"/>
          <p:nvPr/>
        </p:nvSpPr>
        <p:spPr>
          <a:xfrm>
            <a:off x="684748" y="795777"/>
            <a:ext cx="10956357" cy="6186309"/>
          </a:xfrm>
          <a:prstGeom prst="rect">
            <a:avLst/>
          </a:prstGeom>
          <a:noFill/>
          <a:ln>
            <a:noFill/>
          </a:ln>
        </p:spPr>
        <p:txBody>
          <a:bodyPr anchorCtr="0" anchor="t" bIns="45700" lIns="91425" spcFirstLastPara="1" rIns="91425" wrap="square" tIns="45700">
            <a:spAutoFit/>
          </a:bodyPr>
          <a:lstStyle/>
          <a:p>
            <a:pPr indent="-342900" lvl="0" marL="342900" marR="0" rtl="0" algn="just">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Mange the complete sales department a to z – process </a:t>
            </a:r>
            <a:endParaRPr b="0" i="0" sz="1800" u="none" cap="none" strike="noStrike">
              <a:solidFill>
                <a:schemeClr val="lt1"/>
              </a:solidFill>
              <a:latin typeface="Century Gothic"/>
              <a:ea typeface="Century Gothic"/>
              <a:cs typeface="Century Gothic"/>
              <a:sym typeface="Century Gothic"/>
            </a:endParaRPr>
          </a:p>
          <a:p>
            <a:pPr indent="-342900" lvl="0" marL="342900" marR="0" rtl="0" algn="just">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responsibility to increase the sale &amp; Enquiry Process. ( submit the proposal)</a:t>
            </a:r>
            <a:endParaRPr b="0" i="0" sz="1400" u="none" cap="none" strike="noStrike">
              <a:solidFill>
                <a:srgbClr val="000000"/>
              </a:solidFill>
              <a:latin typeface="Arial"/>
              <a:ea typeface="Arial"/>
              <a:cs typeface="Arial"/>
              <a:sym typeface="Arial"/>
            </a:endParaRPr>
          </a:p>
          <a:p>
            <a:pPr indent="-342900" lvl="0" marL="342900" marR="0" rtl="0" algn="just">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Target set and achieve, weekly, monthly, quarterly, half yearly yearly. (submit by 30th May)</a:t>
            </a:r>
            <a:endParaRPr b="0" i="0" sz="1400" u="none" cap="none" strike="noStrike">
              <a:solidFill>
                <a:srgbClr val="000000"/>
              </a:solidFill>
              <a:latin typeface="Arial"/>
              <a:ea typeface="Arial"/>
              <a:cs typeface="Arial"/>
              <a:sym typeface="Arial"/>
            </a:endParaRPr>
          </a:p>
          <a:p>
            <a:pPr indent="-342900" lvl="0" marL="342900" marR="0" rtl="0" algn="just">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resp. to take report from team, weekly, Monthly (format required) </a:t>
            </a:r>
            <a:endParaRPr b="0" i="0" sz="1400" u="none" cap="none" strike="noStrike">
              <a:solidFill>
                <a:srgbClr val="000000"/>
              </a:solidFill>
              <a:latin typeface="Arial"/>
              <a:ea typeface="Arial"/>
              <a:cs typeface="Arial"/>
              <a:sym typeface="Arial"/>
            </a:endParaRPr>
          </a:p>
          <a:p>
            <a:pPr indent="-342900" lvl="0" marL="342900" marR="0" rtl="0" algn="just">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resp. to send report to Director - (format required)</a:t>
            </a:r>
            <a:endParaRPr b="0" i="0" sz="1400" u="none" cap="none" strike="noStrike">
              <a:solidFill>
                <a:srgbClr val="000000"/>
              </a:solidFill>
              <a:latin typeface="Arial"/>
              <a:ea typeface="Arial"/>
              <a:cs typeface="Arial"/>
              <a:sym typeface="Arial"/>
            </a:endParaRPr>
          </a:p>
          <a:p>
            <a:pPr indent="-342900" lvl="0" marL="342900" marR="0" rtl="0" algn="just">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Resp. to appoint sales dept. employee, front, backend. </a:t>
            </a:r>
            <a:endParaRPr b="0" i="0" sz="1400" u="none" cap="none" strike="noStrike">
              <a:solidFill>
                <a:srgbClr val="000000"/>
              </a:solidFill>
              <a:latin typeface="Arial"/>
              <a:ea typeface="Arial"/>
              <a:cs typeface="Arial"/>
              <a:sym typeface="Arial"/>
            </a:endParaRPr>
          </a:p>
          <a:p>
            <a:pPr indent="-342900" lvl="0" marL="342900" marR="0" rtl="0" algn="just">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support to team technical and commercial – already doing</a:t>
            </a:r>
            <a:endParaRPr b="0" i="0" sz="1400" u="none" cap="none" strike="noStrike">
              <a:solidFill>
                <a:srgbClr val="000000"/>
              </a:solidFill>
              <a:latin typeface="Arial"/>
              <a:ea typeface="Arial"/>
              <a:cs typeface="Arial"/>
              <a:sym typeface="Arial"/>
            </a:endParaRPr>
          </a:p>
          <a:p>
            <a:pPr indent="-342900" lvl="0" marL="342900" marR="0" rtl="0" algn="just">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Enquiry, quotation, follow up, delivery, payment, project completion – doing </a:t>
            </a:r>
            <a:endParaRPr b="0" i="0" sz="1400" u="none" cap="none" strike="noStrike">
              <a:solidFill>
                <a:srgbClr val="000000"/>
              </a:solidFill>
              <a:latin typeface="Arial"/>
              <a:ea typeface="Arial"/>
              <a:cs typeface="Arial"/>
              <a:sym typeface="Arial"/>
            </a:endParaRPr>
          </a:p>
          <a:p>
            <a:pPr indent="-342900" lvl="0" marL="342900" marR="0" rtl="0" algn="just">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New Business Devp – Project New Customer Acquisition – Rs.2000 currency not on Rs.10/- </a:t>
            </a:r>
            <a:endParaRPr b="0" i="0" sz="1400" u="none" cap="none" strike="noStrike">
              <a:solidFill>
                <a:srgbClr val="000000"/>
              </a:solidFill>
              <a:latin typeface="Arial"/>
              <a:ea typeface="Arial"/>
              <a:cs typeface="Arial"/>
              <a:sym typeface="Arial"/>
            </a:endParaRPr>
          </a:p>
          <a:p>
            <a:pPr indent="-342900" lvl="0" marL="342900" marR="0" rtl="0" algn="just">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Key account to be look after – list to be made and share. Share by sunday</a:t>
            </a:r>
            <a:endParaRPr b="0" i="0" sz="1800" u="none" cap="none" strike="noStrike">
              <a:solidFill>
                <a:schemeClr val="lt1"/>
              </a:solidFill>
              <a:latin typeface="Century Gothic"/>
              <a:ea typeface="Century Gothic"/>
              <a:cs typeface="Century Gothic"/>
              <a:sym typeface="Century Gothic"/>
            </a:endParaRPr>
          </a:p>
          <a:p>
            <a:pPr indent="-342900" lvl="0" marL="342900" marR="0" rtl="0" algn="just">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One to one meeting with customer</a:t>
            </a:r>
            <a:endParaRPr b="0" i="0" sz="1400" u="none" cap="none" strike="noStrike">
              <a:solidFill>
                <a:srgbClr val="000000"/>
              </a:solidFill>
              <a:latin typeface="Arial"/>
              <a:ea typeface="Arial"/>
              <a:cs typeface="Arial"/>
              <a:sym typeface="Arial"/>
            </a:endParaRPr>
          </a:p>
          <a:p>
            <a:pPr indent="-342900" lvl="0" marL="342900" marR="0" rtl="0" algn="just">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Customer Visit to showroom  - part of ranking. And make part of incentive Rs. 200/- per lac if 2 lac and above Rs. 500/- </a:t>
            </a:r>
            <a:endParaRPr b="0" i="0" sz="1400" u="none" cap="none" strike="noStrike">
              <a:solidFill>
                <a:srgbClr val="000000"/>
              </a:solidFill>
              <a:latin typeface="Arial"/>
              <a:ea typeface="Arial"/>
              <a:cs typeface="Arial"/>
              <a:sym typeface="Arial"/>
            </a:endParaRPr>
          </a:p>
          <a:p>
            <a:pPr indent="-342900" lvl="0" marL="342900" marR="0" rtl="0" algn="just">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Regular involvement in Marketing Activity. - mailer – today </a:t>
            </a:r>
            <a:endParaRPr b="0" i="0" sz="1400" u="none" cap="none" strike="noStrike">
              <a:solidFill>
                <a:srgbClr val="000000"/>
              </a:solidFill>
              <a:latin typeface="Arial"/>
              <a:ea typeface="Arial"/>
              <a:cs typeface="Arial"/>
              <a:sym typeface="Arial"/>
            </a:endParaRPr>
          </a:p>
          <a:p>
            <a:pPr indent="-342900" lvl="0" marL="342900" marR="0" rtl="0" algn="just">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Competitor analysis – just for review or if you lose any order. - set format. (google format Vyas) </a:t>
            </a:r>
            <a:endParaRPr b="0" i="0" sz="1400" u="none" cap="none" strike="noStrike">
              <a:solidFill>
                <a:srgbClr val="000000"/>
              </a:solidFill>
              <a:latin typeface="Arial"/>
              <a:ea typeface="Arial"/>
              <a:cs typeface="Arial"/>
              <a:sym typeface="Arial"/>
            </a:endParaRPr>
          </a:p>
          <a:p>
            <a:pPr indent="-342900" lvl="0" marL="342900" marR="0" rtl="0" algn="just">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Product on website + Video Technical and sales – Training – engineers – end customer. ( Neeraj and Vyas) - work on youtube channel for training to new commerce. Need support from Rahul akshar team for linkdin and youtbue. </a:t>
            </a:r>
            <a:endParaRPr b="0" i="0" sz="1400" u="none" cap="none" strike="noStrike">
              <a:solidFill>
                <a:srgbClr val="000000"/>
              </a:solidFill>
              <a:latin typeface="Arial"/>
              <a:ea typeface="Arial"/>
              <a:cs typeface="Arial"/>
              <a:sym typeface="Arial"/>
            </a:endParaRPr>
          </a:p>
          <a:p>
            <a:pPr indent="-342900" lvl="0" marL="342900" marR="0" rtl="0" algn="just">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Payment recovery  - already working. Need to remove the non coming payment accounts. </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a:p>
            <a:pPr indent="-228600" lvl="0" marL="342900" marR="0" rtl="0" algn="just">
              <a:lnSpc>
                <a:spcPct val="100000"/>
              </a:lnSpc>
              <a:spcBef>
                <a:spcPts val="0"/>
              </a:spcBef>
              <a:spcAft>
                <a:spcPts val="0"/>
              </a:spcAft>
              <a:buClr>
                <a:schemeClr val="lt1"/>
              </a:buClr>
              <a:buSzPts val="1800"/>
              <a:buFont typeface="Century Gothic"/>
              <a:buNone/>
            </a:pPr>
            <a:r>
              <a:t/>
            </a:r>
            <a:endParaRPr b="0" i="0" sz="1800" u="none" cap="none" strike="noStrike">
              <a:solidFill>
                <a:schemeClr val="lt1"/>
              </a:solidFill>
              <a:latin typeface="Century Gothic"/>
              <a:ea typeface="Century Gothic"/>
              <a:cs typeface="Century Gothic"/>
              <a:sym typeface="Century Gothic"/>
            </a:endParaRPr>
          </a:p>
          <a:p>
            <a:pPr indent="-228600" lvl="0" marL="342900" marR="0" rtl="0" algn="just">
              <a:lnSpc>
                <a:spcPct val="100000"/>
              </a:lnSpc>
              <a:spcBef>
                <a:spcPts val="0"/>
              </a:spcBef>
              <a:spcAft>
                <a:spcPts val="0"/>
              </a:spcAft>
              <a:buClr>
                <a:schemeClr val="lt1"/>
              </a:buClr>
              <a:buSzPts val="1800"/>
              <a:buFont typeface="Century Gothic"/>
              <a:buNone/>
            </a:pPr>
            <a:r>
              <a:t/>
            </a:r>
            <a:endParaRPr b="0" i="0" sz="1800" u="none" cap="none" strike="noStrike">
              <a:solidFill>
                <a:schemeClr val="lt1"/>
              </a:solidFill>
              <a:latin typeface="Century Gothic"/>
              <a:ea typeface="Century Gothic"/>
              <a:cs typeface="Century Gothic"/>
              <a:sym typeface="Century Gothic"/>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1" name="Shape 1021"/>
        <p:cNvGrpSpPr/>
        <p:nvPr/>
      </p:nvGrpSpPr>
      <p:grpSpPr>
        <a:xfrm>
          <a:off x="0" y="0"/>
          <a:ext cx="0" cy="0"/>
          <a:chOff x="0" y="0"/>
          <a:chExt cx="0" cy="0"/>
        </a:xfrm>
      </p:grpSpPr>
      <p:sp>
        <p:nvSpPr>
          <p:cNvPr id="1022" name="Google Shape;1022;p33"/>
          <p:cNvSpPr txBox="1"/>
          <p:nvPr>
            <p:ph type="title"/>
          </p:nvPr>
        </p:nvSpPr>
        <p:spPr>
          <a:xfrm>
            <a:off x="531092" y="193926"/>
            <a:ext cx="9404723" cy="43724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lt2"/>
              </a:buClr>
              <a:buSzPts val="2400"/>
              <a:buFont typeface="Century Gothic"/>
              <a:buNone/>
            </a:pPr>
            <a:r>
              <a:rPr lang="en-US" sz="2400"/>
              <a:t>Sales – ALL format will clear by today 11th June 2021</a:t>
            </a:r>
            <a:endParaRPr/>
          </a:p>
        </p:txBody>
      </p:sp>
      <p:sp>
        <p:nvSpPr>
          <p:cNvPr id="1023" name="Google Shape;1023;p33"/>
          <p:cNvSpPr txBox="1"/>
          <p:nvPr>
            <p:ph idx="1" type="body"/>
          </p:nvPr>
        </p:nvSpPr>
        <p:spPr>
          <a:xfrm>
            <a:off x="427577" y="902730"/>
            <a:ext cx="11333181" cy="5776990"/>
          </a:xfrm>
          <a:prstGeom prst="rect">
            <a:avLst/>
          </a:prstGeom>
          <a:noFill/>
          <a:ln>
            <a:noFill/>
          </a:ln>
        </p:spPr>
        <p:txBody>
          <a:bodyPr anchorCtr="0" anchor="t" bIns="45700" lIns="91425" spcFirstLastPara="1" rIns="91425" wrap="square" tIns="45700">
            <a:normAutofit fontScale="62500" lnSpcReduction="20000"/>
          </a:bodyPr>
          <a:lstStyle/>
          <a:p>
            <a:pPr indent="0" lvl="0" marL="0" rtl="0" algn="l">
              <a:lnSpc>
                <a:spcPct val="100000"/>
              </a:lnSpc>
              <a:spcBef>
                <a:spcPts val="0"/>
              </a:spcBef>
              <a:spcAft>
                <a:spcPts val="0"/>
              </a:spcAft>
              <a:buSzPct val="109737"/>
              <a:buNone/>
            </a:pPr>
            <a:r>
              <a:rPr lang="en-US"/>
              <a:t>1. </a:t>
            </a:r>
            <a:r>
              <a:rPr lang="en-US" sz="1800"/>
              <a:t>Mange the complete sales department a to z</a:t>
            </a:r>
            <a:endParaRPr sz="1800"/>
          </a:p>
          <a:p>
            <a:pPr indent="-342900" lvl="0" marL="342900" rtl="0" algn="l">
              <a:lnSpc>
                <a:spcPct val="100000"/>
              </a:lnSpc>
              <a:spcBef>
                <a:spcPts val="1000"/>
              </a:spcBef>
              <a:spcAft>
                <a:spcPts val="0"/>
              </a:spcAft>
              <a:buClr>
                <a:srgbClr val="8AD0D6"/>
              </a:buClr>
              <a:buSzPct val="79999"/>
              <a:buChar char="►"/>
            </a:pPr>
            <a:r>
              <a:rPr lang="en-US" sz="1800"/>
              <a:t>( to cover 3 major area of sales – Project ( govt + corp) , Amc, Box (report format from manger to you and you to director.  timing. </a:t>
            </a:r>
            <a:endParaRPr/>
          </a:p>
          <a:p>
            <a:pPr indent="-285750" lvl="0" marL="342900" rtl="0" algn="l">
              <a:lnSpc>
                <a:spcPct val="100000"/>
              </a:lnSpc>
              <a:spcBef>
                <a:spcPts val="1000"/>
              </a:spcBef>
              <a:spcAft>
                <a:spcPts val="0"/>
              </a:spcAft>
              <a:buClr>
                <a:srgbClr val="8AD0D6"/>
              </a:buClr>
              <a:buSzPct val="79999"/>
              <a:buNone/>
            </a:pPr>
            <a:r>
              <a:t/>
            </a:r>
            <a:endParaRPr sz="1800"/>
          </a:p>
          <a:p>
            <a:pPr indent="-342900" lvl="0" marL="342900" rtl="0" algn="l">
              <a:lnSpc>
                <a:spcPct val="100000"/>
              </a:lnSpc>
              <a:spcBef>
                <a:spcPts val="1000"/>
              </a:spcBef>
              <a:spcAft>
                <a:spcPts val="0"/>
              </a:spcAft>
              <a:buClr>
                <a:srgbClr val="8AD0D6"/>
              </a:buClr>
              <a:buSzPct val="79999"/>
              <a:buChar char="►"/>
            </a:pPr>
            <a:r>
              <a:rPr lang="en-US" sz="1800" u="sng">
                <a:solidFill>
                  <a:schemeClr val="hlink"/>
                </a:solidFill>
                <a:hlinkClick r:id="rId3"/>
              </a:rPr>
              <a:t>https://savivisionpvt-my.sharepoint.com/:x:/g/personal/sunil_savivision_com/EX7HSlb8_hxFq8vwVz5fjGQB6XLnz7e2X2tP5RveFfDOgQ?e=pmJIqK</a:t>
            </a:r>
            <a:endParaRPr sz="1800"/>
          </a:p>
          <a:p>
            <a:pPr indent="0" lvl="0" marL="0" rtl="0" algn="l">
              <a:lnSpc>
                <a:spcPct val="100000"/>
              </a:lnSpc>
              <a:spcBef>
                <a:spcPts val="1000"/>
              </a:spcBef>
              <a:spcAft>
                <a:spcPts val="0"/>
              </a:spcAft>
              <a:buClr>
                <a:srgbClr val="8AD0D6"/>
              </a:buClr>
              <a:buSzPct val="79999"/>
              <a:buNone/>
            </a:pPr>
            <a:r>
              <a:t/>
            </a:r>
            <a:endParaRPr sz="1800"/>
          </a:p>
          <a:p>
            <a:pPr indent="-342900" lvl="0" marL="342900" rtl="0" algn="l">
              <a:lnSpc>
                <a:spcPct val="100000"/>
              </a:lnSpc>
              <a:spcBef>
                <a:spcPts val="1000"/>
              </a:spcBef>
              <a:spcAft>
                <a:spcPts val="0"/>
              </a:spcAft>
              <a:buClr>
                <a:srgbClr val="8AD0D6"/>
              </a:buClr>
              <a:buSzPct val="79999"/>
              <a:buChar char="►"/>
            </a:pPr>
            <a:r>
              <a:rPr lang="en-US" sz="1800"/>
              <a:t>Taking reports from all the division heads – format - back to director format. </a:t>
            </a:r>
            <a:endParaRPr/>
          </a:p>
          <a:p>
            <a:pPr indent="0" lvl="0" marL="0" rtl="0" algn="l">
              <a:lnSpc>
                <a:spcPct val="100000"/>
              </a:lnSpc>
              <a:spcBef>
                <a:spcPts val="1000"/>
              </a:spcBef>
              <a:spcAft>
                <a:spcPts val="0"/>
              </a:spcAft>
              <a:buClr>
                <a:srgbClr val="8AD0D6"/>
              </a:buClr>
              <a:buSzPct val="79999"/>
              <a:buNone/>
            </a:pPr>
            <a:r>
              <a:rPr lang="en-US" sz="1800"/>
              <a:t>2  Responsibility to increase the sale &amp; Enquiry Process. </a:t>
            </a:r>
            <a:endParaRPr/>
          </a:p>
          <a:p>
            <a:pPr indent="0" lvl="0" marL="0" rtl="0" algn="l">
              <a:lnSpc>
                <a:spcPct val="100000"/>
              </a:lnSpc>
              <a:spcBef>
                <a:spcPts val="1000"/>
              </a:spcBef>
              <a:spcAft>
                <a:spcPts val="0"/>
              </a:spcAft>
              <a:buSzPct val="79999"/>
              <a:buNone/>
            </a:pPr>
            <a:r>
              <a:rPr lang="en-US" sz="1800"/>
              <a:t>New prospecting, marketing activities, market mapping team handling</a:t>
            </a:r>
            <a:endParaRPr/>
          </a:p>
          <a:p>
            <a:pPr indent="0" lvl="0" marL="0" rtl="0" algn="l">
              <a:lnSpc>
                <a:spcPct val="100000"/>
              </a:lnSpc>
              <a:spcBef>
                <a:spcPts val="1000"/>
              </a:spcBef>
              <a:spcAft>
                <a:spcPts val="0"/>
              </a:spcAft>
              <a:buSzPct val="79999"/>
              <a:buNone/>
            </a:pPr>
            <a:r>
              <a:rPr lang="en-US" sz="1800"/>
              <a:t>3.Target set and achieve, weekly, monthly, quarterly, half yearly yearly.</a:t>
            </a:r>
            <a:endParaRPr/>
          </a:p>
          <a:p>
            <a:pPr indent="0" lvl="0" marL="0" rtl="0" algn="l">
              <a:lnSpc>
                <a:spcPct val="100000"/>
              </a:lnSpc>
              <a:spcBef>
                <a:spcPts val="1000"/>
              </a:spcBef>
              <a:spcAft>
                <a:spcPts val="0"/>
              </a:spcAft>
              <a:buSzPct val="79999"/>
              <a:buNone/>
            </a:pPr>
            <a:r>
              <a:rPr lang="en-US" sz="1800"/>
              <a:t>60 cr company target set yearly – REPORTING FORMAT </a:t>
            </a:r>
            <a:endParaRPr sz="1800"/>
          </a:p>
          <a:p>
            <a:pPr indent="0" lvl="0" marL="0" rtl="0" algn="l">
              <a:lnSpc>
                <a:spcPct val="100000"/>
              </a:lnSpc>
              <a:spcBef>
                <a:spcPts val="1000"/>
              </a:spcBef>
              <a:spcAft>
                <a:spcPts val="0"/>
              </a:spcAft>
              <a:buSzPct val="79999"/>
              <a:buNone/>
            </a:pPr>
            <a:r>
              <a:rPr lang="en-US" sz="1800"/>
              <a:t>4.resp. to take report from team, weekly, Monthly ( format )</a:t>
            </a:r>
            <a:endParaRPr sz="1800"/>
          </a:p>
          <a:p>
            <a:pPr indent="0" lvl="0" marL="0" rtl="0" algn="l">
              <a:lnSpc>
                <a:spcPct val="100000"/>
              </a:lnSpc>
              <a:spcBef>
                <a:spcPts val="1000"/>
              </a:spcBef>
              <a:spcAft>
                <a:spcPts val="0"/>
              </a:spcAft>
              <a:buSzPct val="79999"/>
              <a:buNone/>
            </a:pPr>
            <a:r>
              <a:rPr lang="en-US" sz="1800" u="sng">
                <a:solidFill>
                  <a:schemeClr val="hlink"/>
                </a:solidFill>
                <a:hlinkClick r:id="rId4"/>
              </a:rPr>
              <a:t>https://savivisionpvt-my.sharepoint.com/:x:/g/personal/sunil_savivision_com/EV4JR-_hbr9BoS4xAJ7uoI8B7AWAvty9i2YKQHk63hlmmQ?e=2s05D7</a:t>
            </a:r>
            <a:endParaRPr sz="1800"/>
          </a:p>
          <a:p>
            <a:pPr indent="0" lvl="0" marL="0" rtl="0" algn="l">
              <a:lnSpc>
                <a:spcPct val="100000"/>
              </a:lnSpc>
              <a:spcBef>
                <a:spcPts val="1000"/>
              </a:spcBef>
              <a:spcAft>
                <a:spcPts val="0"/>
              </a:spcAft>
              <a:buSzPct val="79999"/>
              <a:buNone/>
            </a:pPr>
            <a:r>
              <a:t/>
            </a:r>
            <a:endParaRPr sz="1800"/>
          </a:p>
          <a:p>
            <a:pPr indent="0" lvl="0" marL="0" rtl="0" algn="l">
              <a:lnSpc>
                <a:spcPct val="100000"/>
              </a:lnSpc>
              <a:spcBef>
                <a:spcPts val="1000"/>
              </a:spcBef>
              <a:spcAft>
                <a:spcPts val="0"/>
              </a:spcAft>
              <a:buSzPct val="79999"/>
              <a:buNone/>
            </a:pPr>
            <a:r>
              <a:rPr lang="en-US" sz="1800"/>
              <a:t>- Format taken from previous ex company.</a:t>
            </a:r>
            <a:endParaRPr/>
          </a:p>
          <a:p>
            <a:pPr indent="0" lvl="0" marL="0" rtl="0" algn="l">
              <a:lnSpc>
                <a:spcPct val="100000"/>
              </a:lnSpc>
              <a:spcBef>
                <a:spcPts val="1000"/>
              </a:spcBef>
              <a:spcAft>
                <a:spcPts val="0"/>
              </a:spcAft>
              <a:buSzPct val="79999"/>
              <a:buNone/>
            </a:pPr>
            <a:r>
              <a:rPr lang="en-US" sz="1800"/>
              <a:t>5. resp. to send report to Director. ( format) </a:t>
            </a:r>
            <a:endParaRPr/>
          </a:p>
          <a:p>
            <a:pPr indent="0" lvl="0" marL="0" rtl="0" algn="l">
              <a:lnSpc>
                <a:spcPct val="100000"/>
              </a:lnSpc>
              <a:spcBef>
                <a:spcPts val="1000"/>
              </a:spcBef>
              <a:spcAft>
                <a:spcPts val="0"/>
              </a:spcAft>
              <a:buSzPct val="79999"/>
              <a:buNone/>
            </a:pPr>
            <a:r>
              <a:rPr lang="en-US" sz="1800" u="sng">
                <a:solidFill>
                  <a:schemeClr val="hlink"/>
                </a:solidFill>
                <a:hlinkClick r:id="rId5"/>
              </a:rPr>
              <a:t>https://savivisionpvt-my.sharepoint.com/:x:/g/personal/sunil_savivision_com/ETqfS8UCvk9MpT2rKcdYl6kBKa4VKyUdseuidUfrQPloGA?e=aS3lsg</a:t>
            </a:r>
            <a:endParaRPr sz="1800"/>
          </a:p>
          <a:p>
            <a:pPr indent="0" lvl="0" marL="0" rtl="0" algn="l">
              <a:lnSpc>
                <a:spcPct val="100000"/>
              </a:lnSpc>
              <a:spcBef>
                <a:spcPts val="1000"/>
              </a:spcBef>
              <a:spcAft>
                <a:spcPts val="0"/>
              </a:spcAft>
              <a:buSzPct val="79999"/>
              <a:buNone/>
            </a:pPr>
            <a:r>
              <a:rPr lang="en-US" sz="1800"/>
              <a:t>- format taken from previous company</a:t>
            </a:r>
            <a:endParaRPr/>
          </a:p>
          <a:p>
            <a:pPr indent="0" lvl="0" marL="0" rtl="0" algn="l">
              <a:lnSpc>
                <a:spcPct val="100000"/>
              </a:lnSpc>
              <a:spcBef>
                <a:spcPts val="1000"/>
              </a:spcBef>
              <a:spcAft>
                <a:spcPts val="0"/>
              </a:spcAft>
              <a:buSzPct val="79999"/>
              <a:buNone/>
            </a:pPr>
            <a:r>
              <a:rPr lang="en-US" sz="1800"/>
              <a:t>6-Resp. to appoint sales dept. employee, front, backend</a:t>
            </a:r>
            <a:endParaRPr sz="1800"/>
          </a:p>
          <a:p>
            <a:pPr indent="0" lvl="0" marL="0" rtl="0" algn="l">
              <a:lnSpc>
                <a:spcPct val="100000"/>
              </a:lnSpc>
              <a:spcBef>
                <a:spcPts val="1000"/>
              </a:spcBef>
              <a:spcAft>
                <a:spcPts val="0"/>
              </a:spcAft>
              <a:buSzPct val="79999"/>
              <a:buNone/>
            </a:pPr>
            <a:r>
              <a:rPr lang="en-US" sz="1800"/>
              <a:t>- already in process</a:t>
            </a:r>
            <a:endParaRPr/>
          </a:p>
          <a:p>
            <a:pPr indent="0" lvl="0" marL="0" rtl="0" algn="l">
              <a:lnSpc>
                <a:spcPct val="100000"/>
              </a:lnSpc>
              <a:spcBef>
                <a:spcPts val="1000"/>
              </a:spcBef>
              <a:spcAft>
                <a:spcPts val="0"/>
              </a:spcAft>
              <a:buClr>
                <a:srgbClr val="86D1D8"/>
              </a:buClr>
              <a:buSzPct val="79999"/>
              <a:buNone/>
            </a:pPr>
            <a:r>
              <a:t/>
            </a:r>
            <a:endParaRPr sz="1800"/>
          </a:p>
          <a:p>
            <a:pPr indent="0" lvl="0" marL="0" rtl="0" algn="l">
              <a:lnSpc>
                <a:spcPct val="100000"/>
              </a:lnSpc>
              <a:spcBef>
                <a:spcPts val="1000"/>
              </a:spcBef>
              <a:spcAft>
                <a:spcPts val="0"/>
              </a:spcAft>
              <a:buClr>
                <a:srgbClr val="86D1D8"/>
              </a:buClr>
              <a:buSzPct val="80000"/>
              <a:buNone/>
            </a:pPr>
            <a:r>
              <a:t/>
            </a:r>
            <a:endParaRPr/>
          </a:p>
          <a:p>
            <a:pPr indent="0" lvl="0" marL="0" rtl="0" algn="l">
              <a:lnSpc>
                <a:spcPct val="100000"/>
              </a:lnSpc>
              <a:spcBef>
                <a:spcPts val="1000"/>
              </a:spcBef>
              <a:spcAft>
                <a:spcPts val="0"/>
              </a:spcAft>
              <a:buClr>
                <a:srgbClr val="86D1D8"/>
              </a:buClr>
              <a:buSzPct val="80000"/>
              <a:buNone/>
            </a:pPr>
            <a:r>
              <a:t/>
            </a:r>
            <a:endParaRPr/>
          </a:p>
          <a:p>
            <a:pPr indent="0" lvl="0" marL="0" rtl="0" algn="l">
              <a:lnSpc>
                <a:spcPct val="100000"/>
              </a:lnSpc>
              <a:spcBef>
                <a:spcPts val="1000"/>
              </a:spcBef>
              <a:spcAft>
                <a:spcPts val="0"/>
              </a:spcAft>
              <a:buClr>
                <a:srgbClr val="86D1D8"/>
              </a:buClr>
              <a:buSzPct val="80000"/>
              <a:buNone/>
            </a:pPr>
            <a:r>
              <a:t/>
            </a:r>
            <a:endParaRPr/>
          </a:p>
          <a:p>
            <a:pPr indent="-279400" lvl="0" marL="342900" rtl="0" algn="l">
              <a:lnSpc>
                <a:spcPct val="100000"/>
              </a:lnSpc>
              <a:spcBef>
                <a:spcPts val="1000"/>
              </a:spcBef>
              <a:spcAft>
                <a:spcPts val="0"/>
              </a:spcAft>
              <a:buClr>
                <a:srgbClr val="8AD0D6"/>
              </a:buClr>
              <a:buSzPct val="80000"/>
              <a:buNone/>
            </a:pPr>
            <a:r>
              <a:t/>
            </a:r>
            <a:endParaRPr/>
          </a:p>
          <a:p>
            <a:pPr indent="-279400" lvl="0" marL="342900" rtl="0" algn="l">
              <a:lnSpc>
                <a:spcPct val="100000"/>
              </a:lnSpc>
              <a:spcBef>
                <a:spcPts val="1000"/>
              </a:spcBef>
              <a:spcAft>
                <a:spcPts val="0"/>
              </a:spcAft>
              <a:buClr>
                <a:srgbClr val="8AD0D6"/>
              </a:buClr>
              <a:buSzPct val="80000"/>
              <a:buNone/>
            </a:pPr>
            <a:r>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7" name="Shape 1027"/>
        <p:cNvGrpSpPr/>
        <p:nvPr/>
      </p:nvGrpSpPr>
      <p:grpSpPr>
        <a:xfrm>
          <a:off x="0" y="0"/>
          <a:ext cx="0" cy="0"/>
          <a:chOff x="0" y="0"/>
          <a:chExt cx="0" cy="0"/>
        </a:xfrm>
      </p:grpSpPr>
      <p:sp>
        <p:nvSpPr>
          <p:cNvPr id="1028" name="Google Shape;1028;p34"/>
          <p:cNvSpPr txBox="1"/>
          <p:nvPr>
            <p:ph idx="1" type="body"/>
          </p:nvPr>
        </p:nvSpPr>
        <p:spPr>
          <a:xfrm>
            <a:off x="211917" y="428277"/>
            <a:ext cx="11778879" cy="6280197"/>
          </a:xfrm>
          <a:prstGeom prst="rect">
            <a:avLst/>
          </a:prstGeom>
          <a:no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SzPts val="1600"/>
              <a:buNone/>
            </a:pPr>
            <a:r>
              <a:rPr lang="en-US"/>
              <a:t>7. support to team technical and commercial </a:t>
            </a:r>
            <a:endParaRPr/>
          </a:p>
          <a:p>
            <a:pPr indent="0" lvl="0" marL="0" rtl="0" algn="just">
              <a:lnSpc>
                <a:spcPct val="100000"/>
              </a:lnSpc>
              <a:spcBef>
                <a:spcPts val="0"/>
              </a:spcBef>
              <a:spcAft>
                <a:spcPts val="0"/>
              </a:spcAft>
              <a:buSzPts val="1600"/>
              <a:buNone/>
            </a:pPr>
            <a:r>
              <a:rPr lang="en-US"/>
              <a:t>– already doing</a:t>
            </a:r>
            <a:endParaRPr/>
          </a:p>
          <a:p>
            <a:pPr indent="0" lvl="0" marL="0" rtl="0" algn="just">
              <a:lnSpc>
                <a:spcPct val="100000"/>
              </a:lnSpc>
              <a:spcBef>
                <a:spcPts val="0"/>
              </a:spcBef>
              <a:spcAft>
                <a:spcPts val="0"/>
              </a:spcAft>
              <a:buClr>
                <a:srgbClr val="8AD0D6"/>
              </a:buClr>
              <a:buSzPts val="1600"/>
              <a:buNone/>
            </a:pPr>
            <a:r>
              <a:rPr lang="en-US"/>
              <a:t>8.Enquiry, quotation, follow up, delivery, payment, project completion – doing ( twice a week need to be done with sales team, once in a week with management)  </a:t>
            </a:r>
            <a:endParaRPr/>
          </a:p>
          <a:p>
            <a:pPr indent="0" lvl="0" marL="0" rtl="0" algn="just">
              <a:lnSpc>
                <a:spcPct val="100000"/>
              </a:lnSpc>
              <a:spcBef>
                <a:spcPts val="0"/>
              </a:spcBef>
              <a:spcAft>
                <a:spcPts val="0"/>
              </a:spcAft>
              <a:buSzPts val="1600"/>
              <a:buNone/>
            </a:pPr>
            <a:r>
              <a:rPr lang="en-US"/>
              <a:t>Format is required – PROCESS. Will discuss in funnel </a:t>
            </a:r>
            <a:endParaRPr/>
          </a:p>
          <a:p>
            <a:pPr indent="0" lvl="0" marL="0" rtl="0" algn="just">
              <a:lnSpc>
                <a:spcPct val="100000"/>
              </a:lnSpc>
              <a:spcBef>
                <a:spcPts val="0"/>
              </a:spcBef>
              <a:spcAft>
                <a:spcPts val="0"/>
              </a:spcAft>
              <a:buSzPts val="1600"/>
              <a:buNone/>
            </a:pPr>
            <a:r>
              <a:t/>
            </a:r>
            <a:endParaRPr/>
          </a:p>
          <a:p>
            <a:pPr indent="0" lvl="0" marL="0" rtl="0" algn="just">
              <a:lnSpc>
                <a:spcPct val="100000"/>
              </a:lnSpc>
              <a:spcBef>
                <a:spcPts val="0"/>
              </a:spcBef>
              <a:spcAft>
                <a:spcPts val="0"/>
              </a:spcAft>
              <a:buSzPts val="1600"/>
              <a:buNone/>
            </a:pPr>
            <a:r>
              <a:rPr lang="en-US"/>
              <a:t>9.New Business Devp – Project New Customer Acquisition – Rs.2000 currency not on Rs.10/-</a:t>
            </a:r>
            <a:endParaRPr/>
          </a:p>
          <a:p>
            <a:pPr indent="0" lvl="0" marL="0" rtl="0" algn="just">
              <a:lnSpc>
                <a:spcPct val="100000"/>
              </a:lnSpc>
              <a:spcBef>
                <a:spcPts val="0"/>
              </a:spcBef>
              <a:spcAft>
                <a:spcPts val="0"/>
              </a:spcAft>
              <a:buSzPts val="1600"/>
              <a:buNone/>
            </a:pPr>
            <a:r>
              <a:rPr lang="en-US"/>
              <a:t>- keeping focus on big value client, regularly searching new big query from govt Gem, CPP &amp; corporate</a:t>
            </a:r>
            <a:endParaRPr/>
          </a:p>
          <a:p>
            <a:pPr indent="0" lvl="0" marL="0" rtl="0" algn="just">
              <a:lnSpc>
                <a:spcPct val="100000"/>
              </a:lnSpc>
              <a:spcBef>
                <a:spcPts val="0"/>
              </a:spcBef>
              <a:spcAft>
                <a:spcPts val="0"/>
              </a:spcAft>
              <a:buSzPts val="1600"/>
              <a:buNone/>
            </a:pPr>
            <a:r>
              <a:t/>
            </a:r>
            <a:endParaRPr/>
          </a:p>
          <a:p>
            <a:pPr indent="0" lvl="0" marL="0" rtl="0" algn="just">
              <a:lnSpc>
                <a:spcPct val="100000"/>
              </a:lnSpc>
              <a:spcBef>
                <a:spcPts val="0"/>
              </a:spcBef>
              <a:spcAft>
                <a:spcPts val="0"/>
              </a:spcAft>
              <a:buSzPts val="1600"/>
              <a:buNone/>
            </a:pPr>
            <a:r>
              <a:rPr lang="en-US"/>
              <a:t>10-Key account to be look after – list to be made and share</a:t>
            </a:r>
            <a:endParaRPr/>
          </a:p>
          <a:p>
            <a:pPr indent="0" lvl="0" marL="0" rtl="0" algn="just">
              <a:lnSpc>
                <a:spcPct val="100000"/>
              </a:lnSpc>
              <a:spcBef>
                <a:spcPts val="0"/>
              </a:spcBef>
              <a:spcAft>
                <a:spcPts val="0"/>
              </a:spcAft>
              <a:buSzPts val="1600"/>
              <a:buNone/>
            </a:pPr>
            <a:r>
              <a:rPr lang="en-US"/>
              <a:t>- optum group,  ( to be completed by …...)  LIST REQUIRED </a:t>
            </a:r>
            <a:endParaRPr/>
          </a:p>
          <a:p>
            <a:pPr indent="0" lvl="0" marL="0" rtl="0" algn="just">
              <a:lnSpc>
                <a:spcPct val="100000"/>
              </a:lnSpc>
              <a:spcBef>
                <a:spcPts val="0"/>
              </a:spcBef>
              <a:spcAft>
                <a:spcPts val="0"/>
              </a:spcAft>
              <a:buSzPts val="1600"/>
              <a:buNone/>
            </a:pPr>
            <a:r>
              <a:rPr lang="en-US"/>
              <a:t>1- Optum, XL-health, 2- Bharti Airtel, 3-Modi care, 4-Godfrey, 5-Adiyta Birla, 6- IARI, 7- Navy, 8- Puma, 9- shoppers stop, 10- Hero, 11- Honda Trading, 12- F'Kabi, 13- BeuroVaritas, 14- DCM, 15- Vestige, 16- Spicejet, 17- Air India, 18- Jublient, 19- Jindal Saw, 20- Havells, 21- Dabur, 22- Zee entertainment, 23- Exought , 24- Bacardy, 25- TCNS </a:t>
            </a:r>
            <a:endParaRPr/>
          </a:p>
          <a:p>
            <a:pPr indent="0" lvl="0" marL="0" rtl="0" algn="just">
              <a:lnSpc>
                <a:spcPct val="100000"/>
              </a:lnSpc>
              <a:spcBef>
                <a:spcPts val="0"/>
              </a:spcBef>
              <a:spcAft>
                <a:spcPts val="0"/>
              </a:spcAft>
              <a:buSzPts val="1600"/>
              <a:buNone/>
            </a:pPr>
            <a:r>
              <a:t/>
            </a:r>
            <a:endParaRPr/>
          </a:p>
          <a:p>
            <a:pPr indent="0" lvl="0" marL="0" rtl="0" algn="just">
              <a:lnSpc>
                <a:spcPct val="100000"/>
              </a:lnSpc>
              <a:spcBef>
                <a:spcPts val="0"/>
              </a:spcBef>
              <a:spcAft>
                <a:spcPts val="0"/>
              </a:spcAft>
              <a:buSzPts val="1600"/>
              <a:buNone/>
            </a:pPr>
            <a:r>
              <a:rPr lang="en-US"/>
              <a:t>11- One to one meeting with customer </a:t>
            </a:r>
            <a:endParaRPr/>
          </a:p>
          <a:p>
            <a:pPr indent="0" lvl="0" marL="0" rtl="0" algn="just">
              <a:lnSpc>
                <a:spcPct val="100000"/>
              </a:lnSpc>
              <a:spcBef>
                <a:spcPts val="0"/>
              </a:spcBef>
              <a:spcAft>
                <a:spcPts val="0"/>
              </a:spcAft>
              <a:buSzPts val="1600"/>
              <a:buNone/>
            </a:pPr>
            <a:r>
              <a:rPr lang="en-US"/>
              <a:t>-  to start meeting as soon as covid improves or customer allows to meet</a:t>
            </a:r>
            <a:endParaRPr/>
          </a:p>
          <a:p>
            <a:pPr indent="0" lvl="0" marL="0" rtl="0" algn="just">
              <a:lnSpc>
                <a:spcPct val="100000"/>
              </a:lnSpc>
              <a:spcBef>
                <a:spcPts val="0"/>
              </a:spcBef>
              <a:spcAft>
                <a:spcPts val="0"/>
              </a:spcAft>
              <a:buSzPts val="1600"/>
              <a:buNone/>
            </a:pPr>
            <a:r>
              <a:rPr lang="en-US"/>
              <a:t>12-Customer Visit to showroom  - part of ranking. And make part of incentive Rs. 200/- per lac if 2 lac and above Rs. 500/- </a:t>
            </a:r>
            <a:endParaRPr/>
          </a:p>
          <a:p>
            <a:pPr indent="0" lvl="0" marL="0" rtl="0" algn="just">
              <a:lnSpc>
                <a:spcPct val="100000"/>
              </a:lnSpc>
              <a:spcBef>
                <a:spcPts val="0"/>
              </a:spcBef>
              <a:spcAft>
                <a:spcPts val="0"/>
              </a:spcAft>
              <a:buSzPts val="1600"/>
              <a:buNone/>
            </a:pPr>
            <a:r>
              <a:rPr lang="en-US"/>
              <a:t>- need to make announcement in group with incentive structure by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2" name="Shape 1032"/>
        <p:cNvGrpSpPr/>
        <p:nvPr/>
      </p:nvGrpSpPr>
      <p:grpSpPr>
        <a:xfrm>
          <a:off x="0" y="0"/>
          <a:ext cx="0" cy="0"/>
          <a:chOff x="0" y="0"/>
          <a:chExt cx="0" cy="0"/>
        </a:xfrm>
      </p:grpSpPr>
      <p:sp>
        <p:nvSpPr>
          <p:cNvPr id="1033" name="Google Shape;1033;p35"/>
          <p:cNvSpPr txBox="1"/>
          <p:nvPr>
            <p:ph type="title"/>
          </p:nvPr>
        </p:nvSpPr>
        <p:spPr>
          <a:xfrm>
            <a:off x="646111" y="50152"/>
            <a:ext cx="9404723" cy="365361"/>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lt2"/>
              </a:buClr>
              <a:buSzPts val="4200"/>
              <a:buFont typeface="Century Gothic"/>
              <a:buNone/>
            </a:pPr>
            <a:r>
              <a:t/>
            </a:r>
            <a:endParaRPr/>
          </a:p>
        </p:txBody>
      </p:sp>
      <p:sp>
        <p:nvSpPr>
          <p:cNvPr id="1034" name="Google Shape;1034;p35"/>
          <p:cNvSpPr txBox="1"/>
          <p:nvPr>
            <p:ph idx="1" type="body"/>
          </p:nvPr>
        </p:nvSpPr>
        <p:spPr>
          <a:xfrm>
            <a:off x="326935" y="1003371"/>
            <a:ext cx="11520087" cy="5475065"/>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600"/>
              <a:buNone/>
            </a:pPr>
            <a:r>
              <a:rPr lang="en-US"/>
              <a:t>13. Regular involvement in Marketing Activity. - mailer – today</a:t>
            </a:r>
            <a:endParaRPr/>
          </a:p>
          <a:p>
            <a:pPr indent="0" lvl="0" marL="0" rtl="0" algn="l">
              <a:lnSpc>
                <a:spcPct val="100000"/>
              </a:lnSpc>
              <a:spcBef>
                <a:spcPts val="1000"/>
              </a:spcBef>
              <a:spcAft>
                <a:spcPts val="0"/>
              </a:spcAft>
              <a:buClr>
                <a:srgbClr val="8AD0D6"/>
              </a:buClr>
              <a:buSzPts val="1600"/>
              <a:buNone/>
            </a:pPr>
            <a:r>
              <a:rPr lang="en-US"/>
              <a:t>Weekly dedicated day for same- every saturday social media day </a:t>
            </a:r>
            <a:endParaRPr/>
          </a:p>
          <a:p>
            <a:pPr indent="0" lvl="0" marL="0" rtl="0" algn="l">
              <a:lnSpc>
                <a:spcPct val="100000"/>
              </a:lnSpc>
              <a:spcBef>
                <a:spcPts val="1000"/>
              </a:spcBef>
              <a:spcAft>
                <a:spcPts val="0"/>
              </a:spcAft>
              <a:buSzPts val="1600"/>
              <a:buNone/>
            </a:pPr>
            <a:r>
              <a:t/>
            </a:r>
            <a:endParaRPr/>
          </a:p>
          <a:p>
            <a:pPr indent="0" lvl="0" marL="0" rtl="0" algn="l">
              <a:lnSpc>
                <a:spcPct val="100000"/>
              </a:lnSpc>
              <a:spcBef>
                <a:spcPts val="1000"/>
              </a:spcBef>
              <a:spcAft>
                <a:spcPts val="0"/>
              </a:spcAft>
              <a:buSzPts val="1600"/>
              <a:buNone/>
            </a:pPr>
            <a:r>
              <a:rPr lang="en-US"/>
              <a:t>14. Competitor analysis – just for review or if you lose any order. - set format. (google formate vyas) - PART OF monthly Review. - </a:t>
            </a:r>
            <a:endParaRPr/>
          </a:p>
          <a:p>
            <a:pPr indent="0" lvl="0" marL="0" rtl="0" algn="l">
              <a:lnSpc>
                <a:spcPct val="100000"/>
              </a:lnSpc>
              <a:spcBef>
                <a:spcPts val="1000"/>
              </a:spcBef>
              <a:spcAft>
                <a:spcPts val="0"/>
              </a:spcAft>
              <a:buSzPts val="1600"/>
              <a:buNone/>
            </a:pPr>
            <a:r>
              <a:t/>
            </a:r>
            <a:endParaRPr/>
          </a:p>
          <a:p>
            <a:pPr indent="0" lvl="0" marL="0" rtl="0" algn="just">
              <a:lnSpc>
                <a:spcPct val="100000"/>
              </a:lnSpc>
              <a:spcBef>
                <a:spcPts val="0"/>
              </a:spcBef>
              <a:spcAft>
                <a:spcPts val="0"/>
              </a:spcAft>
              <a:buClr>
                <a:srgbClr val="8AD0D6"/>
              </a:buClr>
              <a:buSzPts val="1600"/>
              <a:buNone/>
            </a:pPr>
            <a:r>
              <a:rPr lang="en-US"/>
              <a:t>15. Product on website + Video Technical and sales – Training – engineers – end customer. ----- ( Neeraj and Vyas) - work on youtube channel for training to new commerce. Need support from (Rahul Parthi akshar team for linkd-in ) and ( youtbue + other social media – Amit Gupta)  </a:t>
            </a:r>
            <a:endParaRPr/>
          </a:p>
          <a:p>
            <a:pPr indent="0" lvl="0" marL="0" rtl="0" algn="just">
              <a:lnSpc>
                <a:spcPct val="100000"/>
              </a:lnSpc>
              <a:spcBef>
                <a:spcPts val="0"/>
              </a:spcBef>
              <a:spcAft>
                <a:spcPts val="0"/>
              </a:spcAft>
              <a:buSzPts val="1600"/>
              <a:buNone/>
            </a:pPr>
            <a:r>
              <a:t/>
            </a:r>
            <a:endParaRPr/>
          </a:p>
          <a:p>
            <a:pPr indent="0" lvl="0" marL="0" rtl="0" algn="just">
              <a:lnSpc>
                <a:spcPct val="100000"/>
              </a:lnSpc>
              <a:spcBef>
                <a:spcPts val="0"/>
              </a:spcBef>
              <a:spcAft>
                <a:spcPts val="0"/>
              </a:spcAft>
              <a:buSzPts val="1600"/>
              <a:buNone/>
            </a:pPr>
            <a:r>
              <a:rPr lang="en-US"/>
              <a:t>16. Payment recovery </a:t>
            </a:r>
            <a:endParaRPr/>
          </a:p>
          <a:p>
            <a:pPr indent="0" lvl="0" marL="0" rtl="0" algn="just">
              <a:lnSpc>
                <a:spcPct val="100000"/>
              </a:lnSpc>
              <a:spcBef>
                <a:spcPts val="0"/>
              </a:spcBef>
              <a:spcAft>
                <a:spcPts val="0"/>
              </a:spcAft>
              <a:buSzPts val="1600"/>
              <a:buNone/>
            </a:pPr>
            <a:r>
              <a:t/>
            </a:r>
            <a:endParaRPr/>
          </a:p>
          <a:p>
            <a:pPr indent="0" lvl="0" marL="0" rtl="0" algn="just">
              <a:lnSpc>
                <a:spcPct val="100000"/>
              </a:lnSpc>
              <a:spcBef>
                <a:spcPts val="0"/>
              </a:spcBef>
              <a:spcAft>
                <a:spcPts val="0"/>
              </a:spcAft>
              <a:buSzPts val="1600"/>
              <a:buNone/>
            </a:pPr>
            <a:r>
              <a:rPr lang="en-US"/>
              <a:t> - already working. Need to remove the non coming payment accounts.</a:t>
            </a:r>
            <a:endParaRPr/>
          </a:p>
          <a:p>
            <a:pPr indent="0" lvl="0" marL="0" rtl="0" algn="just">
              <a:lnSpc>
                <a:spcPct val="100000"/>
              </a:lnSpc>
              <a:spcBef>
                <a:spcPts val="0"/>
              </a:spcBef>
              <a:spcAft>
                <a:spcPts val="0"/>
              </a:spcAft>
              <a:buSzPts val="1600"/>
              <a:buNone/>
            </a:pPr>
            <a:r>
              <a:t/>
            </a:r>
            <a:endParaRPr/>
          </a:p>
          <a:p>
            <a:pPr indent="0" lvl="0" marL="0" rtl="0" algn="l">
              <a:lnSpc>
                <a:spcPct val="100000"/>
              </a:lnSpc>
              <a:spcBef>
                <a:spcPts val="1000"/>
              </a:spcBef>
              <a:spcAft>
                <a:spcPts val="0"/>
              </a:spcAft>
              <a:buClr>
                <a:srgbClr val="86D1D8"/>
              </a:buClr>
              <a:buSzPts val="1600"/>
              <a:buNone/>
            </a:pPr>
            <a:r>
              <a:t/>
            </a:r>
            <a:endParaRPr/>
          </a:p>
          <a:p>
            <a:pPr indent="-241300" lvl="0" marL="342900" rtl="0" algn="l">
              <a:lnSpc>
                <a:spcPct val="100000"/>
              </a:lnSpc>
              <a:spcBef>
                <a:spcPts val="1000"/>
              </a:spcBef>
              <a:spcAft>
                <a:spcPts val="0"/>
              </a:spcAft>
              <a:buClr>
                <a:srgbClr val="8AD0D6"/>
              </a:buClr>
              <a:buSzPts val="1600"/>
              <a:buNone/>
            </a:pPr>
            <a:r>
              <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8" name="Shape 1038"/>
        <p:cNvGrpSpPr/>
        <p:nvPr/>
      </p:nvGrpSpPr>
      <p:grpSpPr>
        <a:xfrm>
          <a:off x="0" y="0"/>
          <a:ext cx="0" cy="0"/>
          <a:chOff x="0" y="0"/>
          <a:chExt cx="0" cy="0"/>
        </a:xfrm>
      </p:grpSpPr>
      <p:sp>
        <p:nvSpPr>
          <p:cNvPr id="1039" name="Google Shape;1039;p36"/>
          <p:cNvSpPr txBox="1"/>
          <p:nvPr>
            <p:ph type="title"/>
          </p:nvPr>
        </p:nvSpPr>
        <p:spPr>
          <a:xfrm>
            <a:off x="617356" y="165171"/>
            <a:ext cx="9404723" cy="49475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lt2"/>
              </a:buClr>
              <a:buSzPts val="4200"/>
              <a:buFont typeface="Century Gothic"/>
              <a:buNone/>
            </a:pPr>
            <a:r>
              <a:rPr lang="en-US"/>
              <a:t>Presales - Shweta</a:t>
            </a:r>
            <a:endParaRPr/>
          </a:p>
        </p:txBody>
      </p:sp>
      <p:sp>
        <p:nvSpPr>
          <p:cNvPr id="1040" name="Google Shape;1040;p36"/>
          <p:cNvSpPr txBox="1"/>
          <p:nvPr/>
        </p:nvSpPr>
        <p:spPr>
          <a:xfrm>
            <a:off x="900023" y="1417608"/>
            <a:ext cx="10320000" cy="5356500"/>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Query management system</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Technical discussion or ask from Mohit or Kumud</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Check same or similar model in stock.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Take price from SAP or Purchase Department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Send quote to customer</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Ask about the confirmation that he received or not.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If received, when he can close the order.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Make regular follow up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Do negotiations if required.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Take the order send thanks confirmation to customer. Also update him about delivery and installation date/ Plan.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ADVANCE PAYMENT FOLLOW UP</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New Vender registration in customer portal / record </a:t>
            </a:r>
            <a:endParaRPr b="0" i="0" sz="1800" u="none" cap="none" strike="noStrike">
              <a:solidFill>
                <a:schemeClr val="lt1"/>
              </a:solidFill>
              <a:latin typeface="Century Gothic"/>
              <a:ea typeface="Century Gothic"/>
              <a:cs typeface="Century Gothic"/>
              <a:sym typeface="Century Gothic"/>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BP creation in sap</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Punch the order in the system with delivery time line and installation requirement</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Check goods in warehouse or not, if not make PR to purchase department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Follow up with purchase for edd of material</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Co-ordinate with purchase and store, (Handover to Meenakshi for final delivery.</a:t>
            </a:r>
            <a:endParaRPr b="0" i="0" sz="1400" u="none" cap="none" strike="noStrike">
              <a:solidFill>
                <a:srgbClr val="000000"/>
              </a:solidFill>
              <a:latin typeface="Arial"/>
              <a:ea typeface="Arial"/>
              <a:cs typeface="Arial"/>
              <a:sym typeface="Arial"/>
            </a:endParaRPr>
          </a:p>
          <a:p>
            <a:pPr indent="-228600" lvl="0" marL="342900" marR="0" rtl="0" algn="l">
              <a:lnSpc>
                <a:spcPct val="100000"/>
              </a:lnSpc>
              <a:spcBef>
                <a:spcPts val="0"/>
              </a:spcBef>
              <a:spcAft>
                <a:spcPts val="0"/>
              </a:spcAft>
              <a:buClr>
                <a:schemeClr val="lt1"/>
              </a:buClr>
              <a:buSzPts val="1800"/>
              <a:buFont typeface="Century Gothic"/>
              <a:buNone/>
            </a:pPr>
            <a:r>
              <a:t/>
            </a:r>
            <a:endParaRPr b="0" i="0" sz="1800" u="none" cap="none" strike="noStrike">
              <a:solidFill>
                <a:schemeClr val="lt1"/>
              </a:solidFill>
              <a:latin typeface="Century Gothic"/>
              <a:ea typeface="Century Gothic"/>
              <a:cs typeface="Century Gothic"/>
              <a:sym typeface="Century Gothic"/>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4" name="Shape 1044"/>
        <p:cNvGrpSpPr/>
        <p:nvPr/>
      </p:nvGrpSpPr>
      <p:grpSpPr>
        <a:xfrm>
          <a:off x="0" y="0"/>
          <a:ext cx="0" cy="0"/>
          <a:chOff x="0" y="0"/>
          <a:chExt cx="0" cy="0"/>
        </a:xfrm>
      </p:grpSpPr>
      <p:sp>
        <p:nvSpPr>
          <p:cNvPr id="1045" name="Google Shape;1045;p37"/>
          <p:cNvSpPr txBox="1"/>
          <p:nvPr>
            <p:ph type="title"/>
          </p:nvPr>
        </p:nvSpPr>
        <p:spPr>
          <a:xfrm flipH="1" rot="10800000">
            <a:off x="646111" y="171099"/>
            <a:ext cx="9404723" cy="281619"/>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lt2"/>
              </a:buClr>
              <a:buSzPts val="4200"/>
              <a:buFont typeface="Century Gothic"/>
              <a:buNone/>
            </a:pPr>
            <a:br>
              <a:rPr lang="en-US"/>
            </a:br>
            <a:endParaRPr/>
          </a:p>
        </p:txBody>
      </p:sp>
      <p:sp>
        <p:nvSpPr>
          <p:cNvPr id="1046" name="Google Shape;1046;p37"/>
          <p:cNvSpPr txBox="1"/>
          <p:nvPr>
            <p:ph idx="1" type="body"/>
          </p:nvPr>
        </p:nvSpPr>
        <p:spPr>
          <a:xfrm>
            <a:off x="643237" y="672692"/>
            <a:ext cx="11232540" cy="5575707"/>
          </a:xfrm>
          <a:prstGeom prst="rect">
            <a:avLst/>
          </a:prstGeom>
          <a:noFill/>
          <a:ln>
            <a:noFill/>
          </a:ln>
        </p:spPr>
        <p:txBody>
          <a:bodyPr anchorCtr="0" anchor="t" bIns="45700" lIns="91425" spcFirstLastPara="1" rIns="91425" wrap="square" tIns="45700">
            <a:normAutofit fontScale="92500" lnSpcReduction="10000"/>
          </a:bodyPr>
          <a:lstStyle/>
          <a:p>
            <a:pPr indent="0" lvl="0" marL="0" rtl="0" algn="l">
              <a:lnSpc>
                <a:spcPct val="100000"/>
              </a:lnSpc>
              <a:spcBef>
                <a:spcPts val="0"/>
              </a:spcBef>
              <a:spcAft>
                <a:spcPts val="0"/>
              </a:spcAft>
              <a:buSzPct val="80000"/>
              <a:buNone/>
            </a:pPr>
            <a:r>
              <a:rPr lang="en-US"/>
              <a:t>1.Query management system</a:t>
            </a:r>
            <a:endParaRPr/>
          </a:p>
          <a:p>
            <a:pPr indent="0" lvl="0" marL="0" rtl="0" algn="l">
              <a:lnSpc>
                <a:spcPct val="100000"/>
              </a:lnSpc>
              <a:spcBef>
                <a:spcPts val="1000"/>
              </a:spcBef>
              <a:spcAft>
                <a:spcPts val="0"/>
              </a:spcAft>
              <a:buSzPct val="80000"/>
              <a:buNone/>
            </a:pPr>
            <a:r>
              <a:rPr lang="en-US"/>
              <a:t>- 3 ways of query- land line, email, other staff, ) do it my self if I am confident- about price stock &amp; other info</a:t>
            </a:r>
            <a:endParaRPr/>
          </a:p>
          <a:p>
            <a:pPr indent="0" lvl="0" marL="0" rtl="0" algn="l">
              <a:lnSpc>
                <a:spcPct val="100000"/>
              </a:lnSpc>
              <a:spcBef>
                <a:spcPts val="1000"/>
              </a:spcBef>
              <a:spcAft>
                <a:spcPts val="0"/>
              </a:spcAft>
              <a:buSzPct val="80000"/>
              <a:buNone/>
            </a:pPr>
            <a:r>
              <a:rPr lang="en-US"/>
              <a:t> , or take help from Kumud, Sanjeev sir, store, sap – than quote</a:t>
            </a:r>
            <a:endParaRPr/>
          </a:p>
          <a:p>
            <a:pPr indent="0" lvl="0" marL="0" rtl="0" algn="l">
              <a:lnSpc>
                <a:spcPct val="100000"/>
              </a:lnSpc>
              <a:spcBef>
                <a:spcPts val="1000"/>
              </a:spcBef>
              <a:spcAft>
                <a:spcPts val="0"/>
              </a:spcAft>
              <a:buSzPct val="80000"/>
              <a:buNone/>
            </a:pPr>
            <a:r>
              <a:rPr lang="en-US"/>
              <a:t>2.TEchnical discussion or ask from Mohit or Kumud</a:t>
            </a:r>
            <a:endParaRPr/>
          </a:p>
          <a:p>
            <a:pPr indent="0" lvl="0" marL="0" rtl="0" algn="l">
              <a:lnSpc>
                <a:spcPct val="100000"/>
              </a:lnSpc>
              <a:spcBef>
                <a:spcPts val="1000"/>
              </a:spcBef>
              <a:spcAft>
                <a:spcPts val="0"/>
              </a:spcAft>
              <a:buSzPct val="80000"/>
              <a:buNone/>
            </a:pPr>
            <a:r>
              <a:rPr lang="en-US"/>
              <a:t>- in case of technical clarity routine discussion are done with Kumud, Sanjeev sir &amp; Mohit</a:t>
            </a:r>
            <a:endParaRPr/>
          </a:p>
          <a:p>
            <a:pPr indent="0" lvl="0" marL="0" rtl="0" algn="l">
              <a:lnSpc>
                <a:spcPct val="100000"/>
              </a:lnSpc>
              <a:spcBef>
                <a:spcPts val="1000"/>
              </a:spcBef>
              <a:spcAft>
                <a:spcPts val="0"/>
              </a:spcAft>
              <a:buSzPct val="80000"/>
              <a:buNone/>
            </a:pPr>
            <a:r>
              <a:rPr lang="en-US"/>
              <a:t>3.Check same or similar model in stock. </a:t>
            </a:r>
            <a:endParaRPr/>
          </a:p>
          <a:p>
            <a:pPr indent="0" lvl="0" marL="0" rtl="0" algn="l">
              <a:lnSpc>
                <a:spcPct val="100000"/>
              </a:lnSpc>
              <a:spcBef>
                <a:spcPts val="1000"/>
              </a:spcBef>
              <a:spcAft>
                <a:spcPts val="0"/>
              </a:spcAft>
              <a:buSzPct val="80000"/>
              <a:buNone/>
            </a:pPr>
            <a:r>
              <a:rPr lang="en-US"/>
              <a:t>= yes coordinate with Suraj is regular practice.</a:t>
            </a:r>
            <a:endParaRPr/>
          </a:p>
          <a:p>
            <a:pPr indent="0" lvl="0" marL="0" rtl="0" algn="l">
              <a:lnSpc>
                <a:spcPct val="100000"/>
              </a:lnSpc>
              <a:spcBef>
                <a:spcPts val="1000"/>
              </a:spcBef>
              <a:spcAft>
                <a:spcPts val="0"/>
              </a:spcAft>
              <a:buSzPct val="80000"/>
              <a:buNone/>
            </a:pPr>
            <a:r>
              <a:rPr lang="en-US"/>
              <a:t>4.Take price from SAP or Purchase Department </a:t>
            </a:r>
            <a:endParaRPr/>
          </a:p>
          <a:p>
            <a:pPr indent="0" lvl="0" marL="0" rtl="0" algn="l">
              <a:lnSpc>
                <a:spcPct val="100000"/>
              </a:lnSpc>
              <a:spcBef>
                <a:spcPts val="1000"/>
              </a:spcBef>
              <a:spcAft>
                <a:spcPts val="0"/>
              </a:spcAft>
              <a:buSzPct val="80000"/>
              <a:buNone/>
            </a:pPr>
            <a:r>
              <a:rPr lang="en-US"/>
              <a:t>- yes it is in the practice </a:t>
            </a:r>
            <a:endParaRPr/>
          </a:p>
          <a:p>
            <a:pPr indent="0" lvl="0" marL="0" rtl="0" algn="l">
              <a:lnSpc>
                <a:spcPct val="100000"/>
              </a:lnSpc>
              <a:spcBef>
                <a:spcPts val="1000"/>
              </a:spcBef>
              <a:spcAft>
                <a:spcPts val="0"/>
              </a:spcAft>
              <a:buSzPct val="80000"/>
              <a:buNone/>
            </a:pPr>
            <a:r>
              <a:rPr lang="en-US"/>
              <a:t>5. Send quote to customer.</a:t>
            </a:r>
            <a:endParaRPr/>
          </a:p>
          <a:p>
            <a:pPr indent="0" lvl="0" marL="0" rtl="0" algn="l">
              <a:lnSpc>
                <a:spcPct val="100000"/>
              </a:lnSpc>
              <a:spcBef>
                <a:spcPts val="1000"/>
              </a:spcBef>
              <a:spcAft>
                <a:spcPts val="0"/>
              </a:spcAft>
              <a:buSzPct val="80000"/>
              <a:buNone/>
            </a:pPr>
            <a:r>
              <a:rPr lang="en-US"/>
              <a:t>Communication to customer for company address, location, email id &amp; contact number etc </a:t>
            </a:r>
            <a:endParaRPr/>
          </a:p>
          <a:p>
            <a:pPr indent="0" lvl="0" marL="0" rtl="0" algn="l">
              <a:lnSpc>
                <a:spcPct val="100000"/>
              </a:lnSpc>
              <a:spcBef>
                <a:spcPts val="1000"/>
              </a:spcBef>
              <a:spcAft>
                <a:spcPts val="0"/>
              </a:spcAft>
              <a:buSzPct val="80000"/>
              <a:buNone/>
            </a:pPr>
            <a:r>
              <a:t/>
            </a:r>
            <a:endParaRPr/>
          </a:p>
          <a:p>
            <a:pPr indent="0" lvl="0" marL="0" rtl="0" algn="l">
              <a:lnSpc>
                <a:spcPct val="100000"/>
              </a:lnSpc>
              <a:spcBef>
                <a:spcPts val="1000"/>
              </a:spcBef>
              <a:spcAft>
                <a:spcPts val="0"/>
              </a:spcAft>
              <a:buSzPct val="80000"/>
              <a:buNone/>
            </a:pPr>
            <a:r>
              <a:rPr lang="en-US"/>
              <a:t>ALL FORMATE DISCSS OVER SAP. - REQUIRED FROMAT FROM SUNIL SAP TO EXCEL </a:t>
            </a:r>
            <a:endParaRPr/>
          </a:p>
          <a:p>
            <a:pPr indent="0" lvl="0" marL="0" rtl="0" algn="l">
              <a:lnSpc>
                <a:spcPct val="100000"/>
              </a:lnSpc>
              <a:spcBef>
                <a:spcPts val="1000"/>
              </a:spcBef>
              <a:spcAft>
                <a:spcPts val="0"/>
              </a:spcAft>
              <a:buClr>
                <a:srgbClr val="86D1D8"/>
              </a:buClr>
              <a:buSzPct val="80000"/>
              <a:buNone/>
            </a:pPr>
            <a:r>
              <a:t/>
            </a:r>
            <a:endParaRPr/>
          </a:p>
          <a:p>
            <a:pPr indent="0" lvl="0" marL="0" rtl="0" algn="l">
              <a:lnSpc>
                <a:spcPct val="100000"/>
              </a:lnSpc>
              <a:spcBef>
                <a:spcPts val="1000"/>
              </a:spcBef>
              <a:spcAft>
                <a:spcPts val="0"/>
              </a:spcAft>
              <a:buClr>
                <a:srgbClr val="86D1D8"/>
              </a:buClr>
              <a:buSzPct val="80000"/>
              <a:buNone/>
            </a:pPr>
            <a:r>
              <a:t/>
            </a:r>
            <a:endParaRPr/>
          </a:p>
          <a:p>
            <a:pPr indent="0" lvl="0" marL="0" rtl="0" algn="l">
              <a:lnSpc>
                <a:spcPct val="100000"/>
              </a:lnSpc>
              <a:spcBef>
                <a:spcPts val="1000"/>
              </a:spcBef>
              <a:spcAft>
                <a:spcPts val="0"/>
              </a:spcAft>
              <a:buClr>
                <a:srgbClr val="86D1D8"/>
              </a:buClr>
              <a:buSzPct val="80000"/>
              <a:buNone/>
            </a:pPr>
            <a:r>
              <a:t/>
            </a:r>
            <a:endParaRPr/>
          </a:p>
          <a:p>
            <a:pPr indent="0" lvl="0" marL="0" rtl="0" algn="l">
              <a:lnSpc>
                <a:spcPct val="100000"/>
              </a:lnSpc>
              <a:spcBef>
                <a:spcPts val="1000"/>
              </a:spcBef>
              <a:spcAft>
                <a:spcPts val="0"/>
              </a:spcAft>
              <a:buClr>
                <a:srgbClr val="86D1D8"/>
              </a:buClr>
              <a:buSzPct val="80000"/>
              <a:buNone/>
            </a:pPr>
            <a:r>
              <a:t/>
            </a:r>
            <a:endParaRPr/>
          </a:p>
          <a:p>
            <a:pPr indent="0" lvl="0" marL="0" rtl="0" algn="l">
              <a:lnSpc>
                <a:spcPct val="100000"/>
              </a:lnSpc>
              <a:spcBef>
                <a:spcPts val="1000"/>
              </a:spcBef>
              <a:spcAft>
                <a:spcPts val="0"/>
              </a:spcAft>
              <a:buClr>
                <a:srgbClr val="86D1D8"/>
              </a:buClr>
              <a:buSzPct val="80000"/>
              <a:buNone/>
            </a:pPr>
            <a:r>
              <a:t/>
            </a:r>
            <a:endParaRPr/>
          </a:p>
          <a:p>
            <a:pPr indent="0" lvl="0" marL="0" rtl="0" algn="l">
              <a:lnSpc>
                <a:spcPct val="100000"/>
              </a:lnSpc>
              <a:spcBef>
                <a:spcPts val="1000"/>
              </a:spcBef>
              <a:spcAft>
                <a:spcPts val="0"/>
              </a:spcAft>
              <a:buClr>
                <a:srgbClr val="86D1D8"/>
              </a:buClr>
              <a:buSzPct val="80000"/>
              <a:buNone/>
            </a:pPr>
            <a:r>
              <a:t/>
            </a:r>
            <a:endParaRPr/>
          </a:p>
          <a:p>
            <a:pPr indent="-248920" lvl="0" marL="342900" rtl="0" algn="l">
              <a:lnSpc>
                <a:spcPct val="100000"/>
              </a:lnSpc>
              <a:spcBef>
                <a:spcPts val="1000"/>
              </a:spcBef>
              <a:spcAft>
                <a:spcPts val="0"/>
              </a:spcAft>
              <a:buClr>
                <a:srgbClr val="8AD0D6"/>
              </a:buClr>
              <a:buSzPct val="80000"/>
              <a:buNone/>
            </a:pPr>
            <a:r>
              <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0" name="Shape 1050"/>
        <p:cNvGrpSpPr/>
        <p:nvPr/>
      </p:nvGrpSpPr>
      <p:grpSpPr>
        <a:xfrm>
          <a:off x="0" y="0"/>
          <a:ext cx="0" cy="0"/>
          <a:chOff x="0" y="0"/>
          <a:chExt cx="0" cy="0"/>
        </a:xfrm>
      </p:grpSpPr>
      <p:sp>
        <p:nvSpPr>
          <p:cNvPr id="1051" name="Google Shape;1051;p38"/>
          <p:cNvSpPr txBox="1"/>
          <p:nvPr>
            <p:ph idx="1" type="body"/>
          </p:nvPr>
        </p:nvSpPr>
        <p:spPr>
          <a:xfrm>
            <a:off x="485086" y="370768"/>
            <a:ext cx="11275672" cy="5877631"/>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600"/>
              <a:buNone/>
            </a:pPr>
            <a:r>
              <a:rPr lang="en-US"/>
              <a:t>6-Ask about the confirmation that he received or not.</a:t>
            </a:r>
            <a:endParaRPr/>
          </a:p>
          <a:p>
            <a:pPr indent="0" lvl="0" marL="0" rtl="0" algn="l">
              <a:lnSpc>
                <a:spcPct val="100000"/>
              </a:lnSpc>
              <a:spcBef>
                <a:spcPts val="1000"/>
              </a:spcBef>
              <a:spcAft>
                <a:spcPts val="0"/>
              </a:spcAft>
              <a:buClr>
                <a:srgbClr val="8AD0D6"/>
              </a:buClr>
              <a:buSzPts val="1600"/>
              <a:buNone/>
            </a:pPr>
            <a:r>
              <a:rPr lang="en-US"/>
              <a:t>- doing on call , or email next day in case of no reply on phone.</a:t>
            </a:r>
            <a:endParaRPr/>
          </a:p>
          <a:p>
            <a:pPr indent="0" lvl="0" marL="0" rtl="0" algn="l">
              <a:lnSpc>
                <a:spcPct val="100000"/>
              </a:lnSpc>
              <a:spcBef>
                <a:spcPts val="1000"/>
              </a:spcBef>
              <a:spcAft>
                <a:spcPts val="0"/>
              </a:spcAft>
              <a:buSzPts val="1600"/>
              <a:buNone/>
            </a:pPr>
            <a:r>
              <a:rPr lang="en-US"/>
              <a:t>7-If recevied, when he can close the order.</a:t>
            </a:r>
            <a:endParaRPr/>
          </a:p>
          <a:p>
            <a:pPr indent="0" lvl="0" marL="0" rtl="0" algn="l">
              <a:lnSpc>
                <a:spcPct val="100000"/>
              </a:lnSpc>
              <a:spcBef>
                <a:spcPts val="1000"/>
              </a:spcBef>
              <a:spcAft>
                <a:spcPts val="0"/>
              </a:spcAft>
              <a:buSzPts val="1600"/>
              <a:buNone/>
            </a:pPr>
            <a:r>
              <a:rPr lang="en-US"/>
              <a:t>Make courtesy call, and polietly ask for opportunity to serve.</a:t>
            </a:r>
            <a:endParaRPr/>
          </a:p>
          <a:p>
            <a:pPr indent="0" lvl="0" marL="0" rtl="0" algn="l">
              <a:lnSpc>
                <a:spcPct val="100000"/>
              </a:lnSpc>
              <a:spcBef>
                <a:spcPts val="1000"/>
              </a:spcBef>
              <a:spcAft>
                <a:spcPts val="0"/>
              </a:spcAft>
              <a:buSzPts val="1600"/>
              <a:buNone/>
            </a:pPr>
            <a:r>
              <a:t/>
            </a:r>
            <a:endParaRPr/>
          </a:p>
          <a:p>
            <a:pPr indent="0" lvl="0" marL="0" rtl="0" algn="l">
              <a:lnSpc>
                <a:spcPct val="100000"/>
              </a:lnSpc>
              <a:spcBef>
                <a:spcPts val="0"/>
              </a:spcBef>
              <a:spcAft>
                <a:spcPts val="0"/>
              </a:spcAft>
              <a:buClr>
                <a:srgbClr val="8AD0D6"/>
              </a:buClr>
              <a:buSzPts val="1600"/>
              <a:buNone/>
            </a:pPr>
            <a:r>
              <a:rPr lang="en-US"/>
              <a:t>8.Make regular follow up </a:t>
            </a:r>
            <a:endParaRPr/>
          </a:p>
          <a:p>
            <a:pPr indent="0" lvl="0" marL="0" rtl="0" algn="l">
              <a:lnSpc>
                <a:spcPct val="100000"/>
              </a:lnSpc>
              <a:spcBef>
                <a:spcPts val="0"/>
              </a:spcBef>
              <a:spcAft>
                <a:spcPts val="0"/>
              </a:spcAft>
              <a:buClr>
                <a:srgbClr val="8AD0D6"/>
              </a:buClr>
              <a:buSzPts val="1600"/>
              <a:buNone/>
            </a:pPr>
            <a:r>
              <a:rPr lang="en-US"/>
              <a:t>9.Do negotiations if required. </a:t>
            </a:r>
            <a:endParaRPr/>
          </a:p>
          <a:p>
            <a:pPr indent="0" lvl="0" marL="0" rtl="0" algn="l">
              <a:lnSpc>
                <a:spcPct val="100000"/>
              </a:lnSpc>
              <a:spcBef>
                <a:spcPts val="0"/>
              </a:spcBef>
              <a:spcAft>
                <a:spcPts val="0"/>
              </a:spcAft>
              <a:buSzPts val="1600"/>
              <a:buNone/>
            </a:pPr>
            <a:r>
              <a:rPr lang="en-US"/>
              <a:t>-- in case of negotiation concern person is been taken in loop for final prices to close deal.</a:t>
            </a:r>
            <a:endParaRPr/>
          </a:p>
          <a:p>
            <a:pPr indent="0" lvl="0" marL="0" rtl="0" algn="l">
              <a:lnSpc>
                <a:spcPct val="100000"/>
              </a:lnSpc>
              <a:spcBef>
                <a:spcPts val="0"/>
              </a:spcBef>
              <a:spcAft>
                <a:spcPts val="0"/>
              </a:spcAft>
              <a:buSzPts val="1600"/>
              <a:buNone/>
            </a:pPr>
            <a:r>
              <a:rPr lang="en-US"/>
              <a:t>10. Take the order send thanks confirmation to customer. Also update him about delivery and installation date/ Plan. </a:t>
            </a:r>
            <a:endParaRPr/>
          </a:p>
          <a:p>
            <a:pPr indent="0" lvl="0" marL="0" rtl="0" algn="l">
              <a:lnSpc>
                <a:spcPct val="100000"/>
              </a:lnSpc>
              <a:spcBef>
                <a:spcPts val="0"/>
              </a:spcBef>
              <a:spcAft>
                <a:spcPts val="0"/>
              </a:spcAft>
              <a:buSzPts val="1600"/>
              <a:buNone/>
            </a:pPr>
            <a:r>
              <a:rPr lang="en-US"/>
              <a:t>- yes thaks email is the regular practice, Meenakshi is also taken in loop, if stock available we ask for suitable or immediate delivery.</a:t>
            </a:r>
            <a:endParaRPr/>
          </a:p>
          <a:p>
            <a:pPr indent="0" lvl="0" marL="0" rtl="0" algn="l">
              <a:lnSpc>
                <a:spcPct val="100000"/>
              </a:lnSpc>
              <a:spcBef>
                <a:spcPts val="0"/>
              </a:spcBef>
              <a:spcAft>
                <a:spcPts val="0"/>
              </a:spcAft>
              <a:buSzPts val="1600"/>
              <a:buNone/>
            </a:pPr>
            <a:r>
              <a:rPr lang="en-US">
                <a:solidFill>
                  <a:srgbClr val="FF0000"/>
                </a:solidFill>
                <a:highlight>
                  <a:srgbClr val="FFFF00"/>
                </a:highlight>
              </a:rPr>
              <a:t>INCASE OF NO MATERIAL IN STOCK- CUSTOMER &amp; MYSEL ARE ALWAYS IN DARK ON EDD- THIS NEEDS TO BE RESOLVED</a:t>
            </a:r>
            <a:r>
              <a:rPr lang="en-US">
                <a:solidFill>
                  <a:srgbClr val="FF0000"/>
                </a:solidFill>
              </a:rPr>
              <a:t>. AS soon as we release PO will send one copy to them. </a:t>
            </a:r>
            <a:endParaRPr/>
          </a:p>
          <a:p>
            <a:pPr indent="0" lvl="0" marL="0" rtl="0" algn="l">
              <a:lnSpc>
                <a:spcPct val="100000"/>
              </a:lnSpc>
              <a:spcBef>
                <a:spcPts val="0"/>
              </a:spcBef>
              <a:spcAft>
                <a:spcPts val="0"/>
              </a:spcAft>
              <a:buSzPts val="1600"/>
              <a:buNone/>
            </a:pPr>
            <a:r>
              <a:t/>
            </a:r>
            <a:endParaRPr>
              <a:solidFill>
                <a:srgbClr val="FF0000"/>
              </a:solidFill>
            </a:endParaRPr>
          </a:p>
          <a:p>
            <a:pPr indent="0" lvl="0" marL="0" rtl="0" algn="l">
              <a:lnSpc>
                <a:spcPct val="100000"/>
              </a:lnSpc>
              <a:spcBef>
                <a:spcPts val="0"/>
              </a:spcBef>
              <a:spcAft>
                <a:spcPts val="0"/>
              </a:spcAft>
              <a:buSzPts val="1600"/>
              <a:buNone/>
            </a:pPr>
            <a:r>
              <a:rPr lang="en-US"/>
              <a:t>INSTALLATION IS NOT MY AREA- BUT AT THE TIME OF EMAIL SERVICE TEAM TAKEN IN LOOP ALONG WITH MEENAKSHI.</a:t>
            </a:r>
            <a:endParaRPr/>
          </a:p>
          <a:p>
            <a:pPr indent="0" lvl="0" marL="0" rtl="0" algn="l">
              <a:lnSpc>
                <a:spcPct val="100000"/>
              </a:lnSpc>
              <a:spcBef>
                <a:spcPts val="0"/>
              </a:spcBef>
              <a:spcAft>
                <a:spcPts val="0"/>
              </a:spcAft>
              <a:buClr>
                <a:srgbClr val="86D1D8"/>
              </a:buClr>
              <a:buSzPts val="1600"/>
              <a:buNone/>
            </a:pPr>
            <a:r>
              <a:t/>
            </a:r>
            <a:endParaRPr/>
          </a:p>
          <a:p>
            <a:pPr indent="-241300" lvl="0" marL="342900" rtl="0" algn="l">
              <a:lnSpc>
                <a:spcPct val="100000"/>
              </a:lnSpc>
              <a:spcBef>
                <a:spcPts val="0"/>
              </a:spcBef>
              <a:spcAft>
                <a:spcPts val="0"/>
              </a:spcAft>
              <a:buClr>
                <a:srgbClr val="8AD0D6"/>
              </a:buClr>
              <a:buSzPts val="1600"/>
              <a:buNone/>
            </a:pPr>
            <a:r>
              <a:t/>
            </a:r>
            <a:endParaRPr/>
          </a:p>
          <a:p>
            <a:pPr indent="0" lvl="0" marL="0" rtl="0" algn="l">
              <a:lnSpc>
                <a:spcPct val="100000"/>
              </a:lnSpc>
              <a:spcBef>
                <a:spcPts val="1000"/>
              </a:spcBef>
              <a:spcAft>
                <a:spcPts val="0"/>
              </a:spcAft>
              <a:buClr>
                <a:srgbClr val="86D1D8"/>
              </a:buClr>
              <a:buSzPts val="1600"/>
              <a:buNone/>
            </a:pPr>
            <a:r>
              <a:t/>
            </a:r>
            <a:endParaRPr/>
          </a:p>
          <a:p>
            <a:pPr indent="-241300" lvl="0" marL="342900" rtl="0" algn="l">
              <a:lnSpc>
                <a:spcPct val="100000"/>
              </a:lnSpc>
              <a:spcBef>
                <a:spcPts val="1000"/>
              </a:spcBef>
              <a:spcAft>
                <a:spcPts val="0"/>
              </a:spcAft>
              <a:buClr>
                <a:srgbClr val="8AD0D6"/>
              </a:buClr>
              <a:buSzPts val="1600"/>
              <a:buNone/>
            </a:pPr>
            <a:r>
              <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5" name="Shape 1055"/>
        <p:cNvGrpSpPr/>
        <p:nvPr/>
      </p:nvGrpSpPr>
      <p:grpSpPr>
        <a:xfrm>
          <a:off x="0" y="0"/>
          <a:ext cx="0" cy="0"/>
          <a:chOff x="0" y="0"/>
          <a:chExt cx="0" cy="0"/>
        </a:xfrm>
      </p:grpSpPr>
      <p:sp>
        <p:nvSpPr>
          <p:cNvPr id="1056" name="Google Shape;1056;p39"/>
          <p:cNvSpPr txBox="1"/>
          <p:nvPr>
            <p:ph idx="1" type="body"/>
          </p:nvPr>
        </p:nvSpPr>
        <p:spPr>
          <a:xfrm>
            <a:off x="729501" y="672693"/>
            <a:ext cx="9320352" cy="6107668"/>
          </a:xfrm>
          <a:prstGeom prst="rect">
            <a:avLst/>
          </a:prstGeom>
          <a:noFill/>
          <a:ln>
            <a:noFill/>
          </a:ln>
        </p:spPr>
        <p:txBody>
          <a:bodyPr anchorCtr="0" anchor="t" bIns="45700" lIns="91425" spcFirstLastPara="1" rIns="91425" wrap="square" tIns="45700">
            <a:normAutofit lnSpcReduction="10000"/>
          </a:bodyPr>
          <a:lstStyle/>
          <a:p>
            <a:pPr indent="0" lvl="0" marL="0" rtl="0" algn="l">
              <a:lnSpc>
                <a:spcPct val="100000"/>
              </a:lnSpc>
              <a:spcBef>
                <a:spcPts val="0"/>
              </a:spcBef>
              <a:spcAft>
                <a:spcPts val="0"/>
              </a:spcAft>
              <a:buSzPts val="1600"/>
              <a:buNone/>
            </a:pPr>
            <a:r>
              <a:rPr lang="en-US"/>
              <a:t>11. ADVANCE PAYMENT FOLLOW UP</a:t>
            </a:r>
            <a:endParaRPr/>
          </a:p>
          <a:p>
            <a:pPr indent="0" lvl="0" marL="0" rtl="0" algn="l">
              <a:lnSpc>
                <a:spcPct val="100000"/>
              </a:lnSpc>
              <a:spcBef>
                <a:spcPts val="1000"/>
              </a:spcBef>
              <a:spcAft>
                <a:spcPts val="0"/>
              </a:spcAft>
              <a:buClr>
                <a:srgbClr val="8AD0D6"/>
              </a:buClr>
              <a:buSzPts val="1600"/>
              <a:buNone/>
            </a:pPr>
            <a:r>
              <a:rPr lang="en-US"/>
              <a:t>Share PI &amp; takes advance payment</a:t>
            </a:r>
            <a:endParaRPr/>
          </a:p>
          <a:p>
            <a:pPr indent="0" lvl="0" marL="0" rtl="0" algn="l">
              <a:lnSpc>
                <a:spcPct val="100000"/>
              </a:lnSpc>
              <a:spcBef>
                <a:spcPts val="1000"/>
              </a:spcBef>
              <a:spcAft>
                <a:spcPts val="0"/>
              </a:spcAft>
              <a:buSzPts val="1600"/>
              <a:buNone/>
            </a:pPr>
            <a:r>
              <a:rPr lang="en-US"/>
              <a:t>12. New Vender registration in customer portal / record </a:t>
            </a:r>
            <a:endParaRPr/>
          </a:p>
          <a:p>
            <a:pPr indent="0" lvl="0" marL="0" rtl="0" algn="l">
              <a:lnSpc>
                <a:spcPct val="100000"/>
              </a:lnSpc>
              <a:spcBef>
                <a:spcPts val="1000"/>
              </a:spcBef>
              <a:spcAft>
                <a:spcPts val="0"/>
              </a:spcAft>
              <a:buSzPts val="1600"/>
              <a:buNone/>
            </a:pPr>
            <a:r>
              <a:rPr lang="en-US"/>
              <a:t>- yes we fill up all the details of our company. </a:t>
            </a:r>
            <a:endParaRPr/>
          </a:p>
          <a:p>
            <a:pPr indent="0" lvl="0" marL="0" rtl="0" algn="l">
              <a:lnSpc>
                <a:spcPct val="100000"/>
              </a:lnSpc>
              <a:spcBef>
                <a:spcPts val="1000"/>
              </a:spcBef>
              <a:spcAft>
                <a:spcPts val="0"/>
              </a:spcAft>
              <a:buSzPts val="1600"/>
              <a:buNone/>
            </a:pPr>
            <a:r>
              <a:rPr lang="en-US"/>
              <a:t>13- BP creation in sap</a:t>
            </a:r>
            <a:endParaRPr/>
          </a:p>
          <a:p>
            <a:pPr indent="0" lvl="0" marL="0" rtl="0" algn="l">
              <a:lnSpc>
                <a:spcPct val="100000"/>
              </a:lnSpc>
              <a:spcBef>
                <a:spcPts val="1000"/>
              </a:spcBef>
              <a:spcAft>
                <a:spcPts val="0"/>
              </a:spcAft>
              <a:buSzPts val="1600"/>
              <a:buNone/>
            </a:pPr>
            <a:r>
              <a:rPr lang="en-US"/>
              <a:t>All the details/ record of the customer is done in sap</a:t>
            </a:r>
            <a:endParaRPr/>
          </a:p>
          <a:p>
            <a:pPr indent="0" lvl="0" marL="0" rtl="0" algn="l">
              <a:lnSpc>
                <a:spcPct val="100000"/>
              </a:lnSpc>
              <a:spcBef>
                <a:spcPts val="1000"/>
              </a:spcBef>
              <a:spcAft>
                <a:spcPts val="0"/>
              </a:spcAft>
              <a:buSzPts val="1600"/>
              <a:buNone/>
            </a:pPr>
            <a:r>
              <a:rPr lang="en-US"/>
              <a:t>14. Punch the order in the system with delivery time line and installation requirement.</a:t>
            </a:r>
            <a:endParaRPr/>
          </a:p>
          <a:p>
            <a:pPr indent="0" lvl="0" marL="0" rtl="0" algn="l">
              <a:lnSpc>
                <a:spcPct val="100000"/>
              </a:lnSpc>
              <a:spcBef>
                <a:spcPts val="1000"/>
              </a:spcBef>
              <a:spcAft>
                <a:spcPts val="0"/>
              </a:spcAft>
              <a:buSzPts val="1600"/>
              <a:buNone/>
            </a:pPr>
            <a:r>
              <a:rPr lang="en-US"/>
              <a:t>Order is punched once customer gives confirmation. </a:t>
            </a:r>
            <a:endParaRPr/>
          </a:p>
          <a:p>
            <a:pPr indent="0" lvl="0" marL="0" rtl="0" algn="l">
              <a:lnSpc>
                <a:spcPct val="100000"/>
              </a:lnSpc>
              <a:spcBef>
                <a:spcPts val="1000"/>
              </a:spcBef>
              <a:spcAft>
                <a:spcPts val="0"/>
              </a:spcAft>
              <a:buSzPts val="1600"/>
              <a:buNone/>
            </a:pPr>
            <a:r>
              <a:rPr lang="en-US"/>
              <a:t>15.Check goods in warehouse or not, if not make PR to purchase department .</a:t>
            </a:r>
            <a:endParaRPr/>
          </a:p>
          <a:p>
            <a:pPr indent="0" lvl="0" marL="0" rtl="0" algn="l">
              <a:lnSpc>
                <a:spcPct val="100000"/>
              </a:lnSpc>
              <a:spcBef>
                <a:spcPts val="1000"/>
              </a:spcBef>
              <a:spcAft>
                <a:spcPts val="0"/>
              </a:spcAft>
              <a:buSzPts val="1600"/>
              <a:buNone/>
            </a:pPr>
            <a:r>
              <a:rPr lang="en-US"/>
              <a:t>In sap document is created &amp; for purchase requirement.</a:t>
            </a:r>
            <a:endParaRPr/>
          </a:p>
          <a:p>
            <a:pPr indent="0" lvl="0" marL="0" rtl="0" algn="l">
              <a:lnSpc>
                <a:spcPct val="100000"/>
              </a:lnSpc>
              <a:spcBef>
                <a:spcPts val="0"/>
              </a:spcBef>
              <a:spcAft>
                <a:spcPts val="0"/>
              </a:spcAft>
              <a:buClr>
                <a:srgbClr val="8AD0D6"/>
              </a:buClr>
              <a:buSzPts val="1600"/>
              <a:buNone/>
            </a:pPr>
            <a:r>
              <a:rPr lang="en-US"/>
              <a:t>Follow up with purchase for add of material</a:t>
            </a:r>
            <a:endParaRPr/>
          </a:p>
          <a:p>
            <a:pPr indent="0" lvl="0" marL="0" rtl="0" algn="l">
              <a:lnSpc>
                <a:spcPct val="100000"/>
              </a:lnSpc>
              <a:spcBef>
                <a:spcPts val="0"/>
              </a:spcBef>
              <a:spcAft>
                <a:spcPts val="0"/>
              </a:spcAft>
              <a:buSzPts val="1600"/>
              <a:buNone/>
            </a:pPr>
            <a:r>
              <a:rPr lang="en-US"/>
              <a:t>- this is gray area auto system is to be made</a:t>
            </a:r>
            <a:endParaRPr/>
          </a:p>
          <a:p>
            <a:pPr indent="0" lvl="0" marL="0" rtl="0" algn="l">
              <a:lnSpc>
                <a:spcPct val="100000"/>
              </a:lnSpc>
              <a:spcBef>
                <a:spcPts val="0"/>
              </a:spcBef>
              <a:spcAft>
                <a:spcPts val="0"/>
              </a:spcAft>
              <a:buClr>
                <a:srgbClr val="8AD0D6"/>
              </a:buClr>
              <a:buSzPts val="1600"/>
              <a:buNone/>
            </a:pPr>
            <a:r>
              <a:rPr lang="en-US"/>
              <a:t>16- Co-ordinate with purchase and store, (Handover to Meenakshi for final delivery. - yes Meenakshi is taken in loop for the same.</a:t>
            </a:r>
            <a:endParaRPr/>
          </a:p>
          <a:p>
            <a:pPr indent="0" lvl="0" marL="0" rtl="0" algn="l">
              <a:lnSpc>
                <a:spcPct val="100000"/>
              </a:lnSpc>
              <a:spcBef>
                <a:spcPts val="0"/>
              </a:spcBef>
              <a:spcAft>
                <a:spcPts val="0"/>
              </a:spcAft>
              <a:buSzPts val="1600"/>
              <a:buNone/>
            </a:pPr>
            <a:r>
              <a:t/>
            </a:r>
            <a:endParaRPr/>
          </a:p>
          <a:p>
            <a:pPr indent="0" lvl="0" marL="0" rtl="0" algn="l">
              <a:lnSpc>
                <a:spcPct val="100000"/>
              </a:lnSpc>
              <a:spcBef>
                <a:spcPts val="0"/>
              </a:spcBef>
              <a:spcAft>
                <a:spcPts val="0"/>
              </a:spcAft>
              <a:buSzPts val="1600"/>
              <a:buNone/>
            </a:pPr>
            <a:r>
              <a:t/>
            </a:r>
            <a:endParaRPr/>
          </a:p>
          <a:p>
            <a:pPr indent="0" lvl="0" marL="0" rtl="0" algn="l">
              <a:lnSpc>
                <a:spcPct val="100000"/>
              </a:lnSpc>
              <a:spcBef>
                <a:spcPts val="0"/>
              </a:spcBef>
              <a:spcAft>
                <a:spcPts val="0"/>
              </a:spcAft>
              <a:buSzPts val="1600"/>
              <a:buNone/>
            </a:pPr>
            <a:r>
              <a:t/>
            </a:r>
            <a:endParaRPr/>
          </a:p>
          <a:p>
            <a:pPr indent="0" lvl="0" marL="0" rtl="0" algn="l">
              <a:lnSpc>
                <a:spcPct val="100000"/>
              </a:lnSpc>
              <a:spcBef>
                <a:spcPts val="1000"/>
              </a:spcBef>
              <a:spcAft>
                <a:spcPts val="0"/>
              </a:spcAft>
              <a:buSzPts val="1600"/>
              <a:buNone/>
            </a:pPr>
            <a:r>
              <a:t/>
            </a:r>
            <a:endParaRPr/>
          </a:p>
          <a:p>
            <a:pPr indent="0" lvl="0" marL="0" rtl="0" algn="l">
              <a:lnSpc>
                <a:spcPct val="100000"/>
              </a:lnSpc>
              <a:spcBef>
                <a:spcPts val="1000"/>
              </a:spcBef>
              <a:spcAft>
                <a:spcPts val="0"/>
              </a:spcAft>
              <a:buSzPts val="1600"/>
              <a:buNone/>
            </a:pPr>
            <a:r>
              <a:t/>
            </a:r>
            <a:endParaRPr/>
          </a:p>
          <a:p>
            <a:pPr indent="0" lvl="0" marL="0" rtl="0" algn="l">
              <a:lnSpc>
                <a:spcPct val="100000"/>
              </a:lnSpc>
              <a:spcBef>
                <a:spcPts val="1000"/>
              </a:spcBef>
              <a:spcAft>
                <a:spcPts val="0"/>
              </a:spcAft>
              <a:buSzPts val="1600"/>
              <a:buNone/>
            </a:pPr>
            <a:r>
              <a:t/>
            </a:r>
            <a:endParaRPr/>
          </a:p>
          <a:p>
            <a:pPr indent="0" lvl="0" marL="0" rtl="0" algn="l">
              <a:lnSpc>
                <a:spcPct val="100000"/>
              </a:lnSpc>
              <a:spcBef>
                <a:spcPts val="1000"/>
              </a:spcBef>
              <a:spcAft>
                <a:spcPts val="0"/>
              </a:spcAft>
              <a:buSzPts val="1600"/>
              <a:buNone/>
            </a:pPr>
            <a:r>
              <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0" name="Shape 1060"/>
        <p:cNvGrpSpPr/>
        <p:nvPr/>
      </p:nvGrpSpPr>
      <p:grpSpPr>
        <a:xfrm>
          <a:off x="0" y="0"/>
          <a:ext cx="0" cy="0"/>
          <a:chOff x="0" y="0"/>
          <a:chExt cx="0" cy="0"/>
        </a:xfrm>
      </p:grpSpPr>
      <p:sp>
        <p:nvSpPr>
          <p:cNvPr id="1061" name="Google Shape;1061;p40"/>
          <p:cNvSpPr txBox="1"/>
          <p:nvPr>
            <p:ph type="title"/>
          </p:nvPr>
        </p:nvSpPr>
        <p:spPr>
          <a:xfrm>
            <a:off x="684748" y="0"/>
            <a:ext cx="9404723" cy="74697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lt2"/>
              </a:buClr>
              <a:buSzPts val="4200"/>
              <a:buFont typeface="Century Gothic"/>
              <a:buNone/>
            </a:pPr>
            <a:r>
              <a:rPr lang="en-US"/>
              <a:t>SALES MANGER - RUSSEL</a:t>
            </a:r>
            <a:endParaRPr/>
          </a:p>
        </p:txBody>
      </p:sp>
      <p:sp>
        <p:nvSpPr>
          <p:cNvPr id="1062" name="Google Shape;1062;p40"/>
          <p:cNvSpPr txBox="1"/>
          <p:nvPr/>
        </p:nvSpPr>
        <p:spPr>
          <a:xfrm>
            <a:off x="526597" y="637625"/>
            <a:ext cx="11507252" cy="7571303"/>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Responsibility to increase the sale &amp; Enquiry.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Target set and achieve, weekly, monthly, quarterly, half yearly yearly.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resp. to Give report to Dept Head. + EA, Daily, weekly, Monthly, quarterly, half yearly yearly.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rPr b="0" i="0" lang="en-US" sz="1800" u="sng" cap="none" strike="noStrike">
                <a:solidFill>
                  <a:schemeClr val="lt1"/>
                </a:solidFill>
                <a:latin typeface="Century Gothic"/>
                <a:ea typeface="Century Gothic"/>
                <a:cs typeface="Century Gothic"/>
                <a:sym typeface="Century Gothic"/>
                <a:hlinkClick r:id="rId3">
                  <a:extLst>
                    <a:ext uri="{A12FA001-AC4F-418D-AE19-62706E023703}">
                      <ahyp:hlinkClr val="tx"/>
                    </a:ext>
                  </a:extLst>
                </a:hlinkClick>
              </a:rPr>
              <a:t>https://savivisionpvt-my.sharepoint.com/:x:/g/personal/sunil_savivision_com/ERuBYOdYUqBAjndueQPQDXUBREx5IgOtllg1buYJvvWWtw?e=cpNn3z</a:t>
            </a:r>
            <a:endParaRPr b="0" i="0" sz="18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a:p>
            <a:pPr indent="-228600" lvl="0" marL="342900" marR="0" rtl="0" algn="l">
              <a:lnSpc>
                <a:spcPct val="100000"/>
              </a:lnSpc>
              <a:spcBef>
                <a:spcPts val="0"/>
              </a:spcBef>
              <a:spcAft>
                <a:spcPts val="0"/>
              </a:spcAft>
              <a:buClr>
                <a:schemeClr val="lt1"/>
              </a:buClr>
              <a:buSzPts val="1800"/>
              <a:buFont typeface="Century Gothic"/>
              <a:buNone/>
            </a:pPr>
            <a:r>
              <a:t/>
            </a:r>
            <a:endParaRPr b="0" i="0" sz="1800" u="none" cap="none" strike="noStrike">
              <a:solidFill>
                <a:schemeClr val="lt1"/>
              </a:solidFill>
              <a:latin typeface="Century Gothic"/>
              <a:ea typeface="Century Gothic"/>
              <a:cs typeface="Century Gothic"/>
              <a:sym typeface="Century Gothic"/>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Attend all enquiry, Generate New Enq. Work on ARCHITECT Projects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One to one Meetings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Follow the organization rules</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Work on AMC with Neeraj.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GEM &amp; GOVT + Corporate business.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Existing customer + add on new customer </a:t>
            </a:r>
            <a:endParaRPr b="0" i="0" sz="1400" u="none" cap="none" strike="noStrike">
              <a:solidFill>
                <a:srgbClr val="000000"/>
              </a:solidFill>
              <a:latin typeface="Arial"/>
              <a:ea typeface="Arial"/>
              <a:cs typeface="Arial"/>
              <a:sym typeface="Arial"/>
            </a:endParaRPr>
          </a:p>
          <a:p>
            <a:pPr indent="-228600" lvl="0" marL="342900" marR="0" rtl="0" algn="l">
              <a:lnSpc>
                <a:spcPct val="100000"/>
              </a:lnSpc>
              <a:spcBef>
                <a:spcPts val="0"/>
              </a:spcBef>
              <a:spcAft>
                <a:spcPts val="0"/>
              </a:spcAft>
              <a:buClr>
                <a:schemeClr val="lt1"/>
              </a:buClr>
              <a:buSzPts val="1800"/>
              <a:buFont typeface="Century Gothic"/>
              <a:buNone/>
            </a:pPr>
            <a:r>
              <a:t/>
            </a:r>
            <a:endParaRPr b="0" i="0" sz="1800" u="none" cap="none" strike="noStrike">
              <a:solidFill>
                <a:schemeClr val="lt1"/>
              </a:solidFill>
              <a:latin typeface="Century Gothic"/>
              <a:ea typeface="Century Gothic"/>
              <a:cs typeface="Century Gothic"/>
              <a:sym typeface="Century Gothic"/>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Discuss on 12th June 2021 – salary Rs. 30k + 3000 conv.+ 10% incentive of profit, sales minium upto 30 to 50 lac</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If sales increase by 75 to 1 cr salary will be 50k + 5000 cony. If any month sales drop same as above.  His Desingation will be Key account manager, if next week ord rcvd of Pizza Express savi will issue one laptop to him. Traning after 22nd of June, basic will start from Monday onward. </a:t>
            </a:r>
            <a:endParaRPr b="0" i="0" sz="1400" u="none" cap="none" strike="noStrike">
              <a:solidFill>
                <a:srgbClr val="000000"/>
              </a:solidFill>
              <a:latin typeface="Arial"/>
              <a:ea typeface="Arial"/>
              <a:cs typeface="Arial"/>
              <a:sym typeface="Arial"/>
            </a:endParaRPr>
          </a:p>
          <a:p>
            <a:pPr indent="-228600" lvl="0" marL="342900" marR="0" rtl="0" algn="l">
              <a:lnSpc>
                <a:spcPct val="100000"/>
              </a:lnSpc>
              <a:spcBef>
                <a:spcPts val="0"/>
              </a:spcBef>
              <a:spcAft>
                <a:spcPts val="0"/>
              </a:spcAft>
              <a:buClr>
                <a:schemeClr val="lt1"/>
              </a:buClr>
              <a:buSzPts val="1800"/>
              <a:buFont typeface="Century Gothic"/>
              <a:buNone/>
            </a:pPr>
            <a:r>
              <a:t/>
            </a:r>
            <a:endParaRPr b="0" i="0" sz="1800" u="none" cap="none" strike="noStrike">
              <a:solidFill>
                <a:schemeClr val="lt1"/>
              </a:solidFill>
              <a:latin typeface="Century Gothic"/>
              <a:ea typeface="Century Gothic"/>
              <a:cs typeface="Century Gothic"/>
              <a:sym typeface="Century Gothic"/>
            </a:endParaRPr>
          </a:p>
          <a:p>
            <a:pPr indent="-228600" lvl="0" marL="342900" marR="0" rtl="0" algn="l">
              <a:lnSpc>
                <a:spcPct val="100000"/>
              </a:lnSpc>
              <a:spcBef>
                <a:spcPts val="0"/>
              </a:spcBef>
              <a:spcAft>
                <a:spcPts val="0"/>
              </a:spcAft>
              <a:buClr>
                <a:schemeClr val="lt1"/>
              </a:buClr>
              <a:buSzPts val="1800"/>
              <a:buFont typeface="Century Gothic"/>
              <a:buNone/>
            </a:pPr>
            <a:r>
              <a:t/>
            </a:r>
            <a:endParaRPr b="0" i="0" sz="18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a:p>
            <a:pPr indent="-228600" lvl="0" marL="342900" marR="0" rtl="0" algn="l">
              <a:lnSpc>
                <a:spcPct val="100000"/>
              </a:lnSpc>
              <a:spcBef>
                <a:spcPts val="0"/>
              </a:spcBef>
              <a:spcAft>
                <a:spcPts val="0"/>
              </a:spcAft>
              <a:buClr>
                <a:schemeClr val="lt1"/>
              </a:buClr>
              <a:buSzPts val="1800"/>
              <a:buFont typeface="Century Gothic"/>
              <a:buNone/>
            </a:pPr>
            <a:r>
              <a:t/>
            </a:r>
            <a:endParaRPr b="0" i="0" sz="1800" u="none" cap="none" strike="noStrike">
              <a:solidFill>
                <a:schemeClr val="lt1"/>
              </a:solidFill>
              <a:latin typeface="Century Gothic"/>
              <a:ea typeface="Century Gothic"/>
              <a:cs typeface="Century Gothic"/>
              <a:sym typeface="Century Gothic"/>
            </a:endParaRPr>
          </a:p>
          <a:p>
            <a:pPr indent="-228600" lvl="0" marL="342900" marR="0" rtl="0" algn="l">
              <a:lnSpc>
                <a:spcPct val="100000"/>
              </a:lnSpc>
              <a:spcBef>
                <a:spcPts val="0"/>
              </a:spcBef>
              <a:spcAft>
                <a:spcPts val="0"/>
              </a:spcAft>
              <a:buClr>
                <a:schemeClr val="lt1"/>
              </a:buClr>
              <a:buSzPts val="1800"/>
              <a:buFont typeface="Century Gothic"/>
              <a:buNone/>
            </a:pPr>
            <a:r>
              <a:t/>
            </a:r>
            <a:endParaRPr b="0" i="0" sz="1800" u="none" cap="none" strike="noStrike">
              <a:solidFill>
                <a:schemeClr val="lt1"/>
              </a:solidFill>
              <a:latin typeface="Century Gothic"/>
              <a:ea typeface="Century Gothic"/>
              <a:cs typeface="Century Gothic"/>
              <a:sym typeface="Century Gothic"/>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6" name="Shape 1066"/>
        <p:cNvGrpSpPr/>
        <p:nvPr/>
      </p:nvGrpSpPr>
      <p:grpSpPr>
        <a:xfrm>
          <a:off x="0" y="0"/>
          <a:ext cx="0" cy="0"/>
          <a:chOff x="0" y="0"/>
          <a:chExt cx="0" cy="0"/>
        </a:xfrm>
      </p:grpSpPr>
      <p:sp>
        <p:nvSpPr>
          <p:cNvPr id="1067" name="Google Shape;1067;p41"/>
          <p:cNvSpPr txBox="1"/>
          <p:nvPr/>
        </p:nvSpPr>
        <p:spPr>
          <a:xfrm>
            <a:off x="655608" y="856891"/>
            <a:ext cx="11125199" cy="4801314"/>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Responsibility to increase the sale &amp; Enquiry. - To send mails to concern persons, to take the meetings, To work on existing data of Architect and Interior designes, new builders and old , existing, new coo working spaces, higher company, direct meeting only no calls and mails will be considered.</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Target set and achieve, weekly, monthly, quarterly, half yearly yearly.- No target sets for sales, need to set format for the same( 3 projects minimum running every month)</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resp. to Give report to Dept Head. + EA, Daily, weekly, Monthly, quarterly, half yearly yearly- Format already set for the same, Morningn and Evening reports will be received on whatsapp and thru mails  and CRM.</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Attend all enquiry, Generate New Enquiry Work on ARCHITECT Projects- Enquiries thiose are getting from system or direct from Sanjeev Sir will be handle, for new enq. Will work on their existing personal data and need to concentrate on Architect projects.</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One to one Meetings – mail or call will be handled and according to requirements meetings will be coducted with concern dept persons and complete discussion details will be shared HOD</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Follow the organization rules- Attendance, Leave Policy, Appointment letter, offer letter, etc shared .</a:t>
            </a:r>
            <a:endParaRPr b="0" i="0" sz="1400" u="none" cap="none" strike="noStrike">
              <a:solidFill>
                <a:srgbClr val="000000"/>
              </a:solidFill>
              <a:latin typeface="Arial"/>
              <a:ea typeface="Arial"/>
              <a:cs typeface="Arial"/>
              <a:sym typeface="Arial"/>
            </a:endParaRPr>
          </a:p>
          <a:p>
            <a:pPr indent="-228600" lvl="0" marL="342900" marR="0" rtl="0" algn="l">
              <a:lnSpc>
                <a:spcPct val="100000"/>
              </a:lnSpc>
              <a:spcBef>
                <a:spcPts val="0"/>
              </a:spcBef>
              <a:spcAft>
                <a:spcPts val="0"/>
              </a:spcAft>
              <a:buClr>
                <a:schemeClr val="lt1"/>
              </a:buClr>
              <a:buSzPts val="1800"/>
              <a:buFont typeface="Century Gothic"/>
              <a:buNone/>
            </a:pPr>
            <a:r>
              <a:t/>
            </a:r>
            <a:endParaRPr b="0" i="0" sz="1800" u="none" cap="none" strike="noStrike">
              <a:solidFill>
                <a:schemeClr val="lt1"/>
              </a:solidFill>
              <a:latin typeface="Century Gothic"/>
              <a:ea typeface="Century Gothic"/>
              <a:cs typeface="Century Gothic"/>
              <a:sym typeface="Century Gothic"/>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1" name="Shape 1071"/>
        <p:cNvGrpSpPr/>
        <p:nvPr/>
      </p:nvGrpSpPr>
      <p:grpSpPr>
        <a:xfrm>
          <a:off x="0" y="0"/>
          <a:ext cx="0" cy="0"/>
          <a:chOff x="0" y="0"/>
          <a:chExt cx="0" cy="0"/>
        </a:xfrm>
      </p:grpSpPr>
      <p:sp>
        <p:nvSpPr>
          <p:cNvPr id="1072" name="Google Shape;1072;p42"/>
          <p:cNvSpPr txBox="1"/>
          <p:nvPr/>
        </p:nvSpPr>
        <p:spPr>
          <a:xfrm>
            <a:off x="828136" y="842514"/>
            <a:ext cx="11110822" cy="147732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7. Work on AMC with Neeraj. - Whenever get the lead for AMC will coordinate with Neeraj and work accordingly.</a:t>
            </a:r>
            <a:endParaRPr b="0" i="0" sz="18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8. GEM &amp; GOVT + Corporate business. -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9. Existing customer + add on new customer -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6" name="Shape 1076"/>
        <p:cNvGrpSpPr/>
        <p:nvPr/>
      </p:nvGrpSpPr>
      <p:grpSpPr>
        <a:xfrm>
          <a:off x="0" y="0"/>
          <a:ext cx="0" cy="0"/>
          <a:chOff x="0" y="0"/>
          <a:chExt cx="0" cy="0"/>
        </a:xfrm>
      </p:grpSpPr>
      <p:sp>
        <p:nvSpPr>
          <p:cNvPr id="1077" name="Google Shape;1077;p43"/>
          <p:cNvSpPr txBox="1"/>
          <p:nvPr>
            <p:ph type="title"/>
          </p:nvPr>
        </p:nvSpPr>
        <p:spPr>
          <a:xfrm>
            <a:off x="684748" y="0"/>
            <a:ext cx="9404723" cy="74697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lt2"/>
              </a:buClr>
              <a:buSzPts val="4200"/>
              <a:buFont typeface="Century Gothic"/>
              <a:buNone/>
            </a:pPr>
            <a:r>
              <a:rPr lang="en-US"/>
              <a:t>SALES MANGER – CCTV Rajneesh</a:t>
            </a:r>
            <a:endParaRPr/>
          </a:p>
        </p:txBody>
      </p:sp>
      <p:sp>
        <p:nvSpPr>
          <p:cNvPr id="1078" name="Google Shape;1078;p43"/>
          <p:cNvSpPr txBox="1"/>
          <p:nvPr/>
        </p:nvSpPr>
        <p:spPr>
          <a:xfrm>
            <a:off x="454710" y="580116"/>
            <a:ext cx="11507252" cy="6186309"/>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Responsibility to increase the sale &amp; Enquiry of CCTV &amp; Servilance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Getting call for Presales. </a:t>
            </a:r>
            <a:endParaRPr b="0" i="0" sz="1800" u="none" cap="none" strike="noStrike">
              <a:solidFill>
                <a:schemeClr val="lt1"/>
              </a:solidFill>
              <a:latin typeface="Century Gothic"/>
              <a:ea typeface="Century Gothic"/>
              <a:cs typeface="Century Gothic"/>
              <a:sym typeface="Century Gothic"/>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Site visit, Making BOQ and Drawing by Auto Cad Personas per customer requirement. </a:t>
            </a:r>
            <a:endParaRPr b="0" i="0" sz="1800" u="none" cap="none" strike="noStrike">
              <a:solidFill>
                <a:schemeClr val="lt1"/>
              </a:solidFill>
              <a:latin typeface="Century Gothic"/>
              <a:ea typeface="Century Gothic"/>
              <a:cs typeface="Century Gothic"/>
              <a:sym typeface="Century Gothic"/>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Coordination with OEM Technical and Price </a:t>
            </a:r>
            <a:endParaRPr b="0" i="0" sz="1800" u="none" cap="none" strike="noStrike">
              <a:solidFill>
                <a:schemeClr val="lt1"/>
              </a:solidFill>
              <a:latin typeface="Century Gothic"/>
              <a:ea typeface="Century Gothic"/>
              <a:cs typeface="Century Gothic"/>
              <a:sym typeface="Century Gothic"/>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Final negotiations and order.</a:t>
            </a:r>
            <a:endParaRPr b="0" i="0" sz="1800" u="none" cap="none" strike="noStrike">
              <a:solidFill>
                <a:schemeClr val="lt1"/>
              </a:solidFill>
              <a:latin typeface="Century Gothic"/>
              <a:ea typeface="Century Gothic"/>
              <a:cs typeface="Century Gothic"/>
              <a:sym typeface="Century Gothic"/>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Help in implementing the order / installation. </a:t>
            </a:r>
            <a:endParaRPr b="0" i="0" sz="1800" u="none" cap="none" strike="noStrike">
              <a:solidFill>
                <a:schemeClr val="lt1"/>
              </a:solidFill>
              <a:latin typeface="Century Gothic"/>
              <a:ea typeface="Century Gothic"/>
              <a:cs typeface="Century Gothic"/>
              <a:sym typeface="Century Gothic"/>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Trget set and achieve, weekly, monthly, quarterly, half yearly. </a:t>
            </a:r>
            <a:endParaRPr b="0" i="0" sz="18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rPr b="0" i="0" lang="en-US" sz="1800" u="sng" cap="none" strike="noStrike">
                <a:solidFill>
                  <a:schemeClr val="lt1"/>
                </a:solidFill>
                <a:latin typeface="Century Gothic"/>
                <a:ea typeface="Century Gothic"/>
                <a:cs typeface="Century Gothic"/>
                <a:sym typeface="Century Gothic"/>
                <a:hlinkClick r:id="rId3">
                  <a:extLst>
                    <a:ext uri="{A12FA001-AC4F-418D-AE19-62706E023703}">
                      <ahyp:hlinkClr val="tx"/>
                    </a:ext>
                  </a:extLst>
                </a:hlinkClick>
              </a:rPr>
              <a:t>https://savivisionpvt-my.sharepoint.com/:x:/g/personal/sunil_savivision_com/ERuBYOdYUqBAjndueQPQDXUBREx5IgOtllg1buYJvvWWtw?e=cpNn3z</a:t>
            </a:r>
            <a:endParaRPr b="0" i="0" sz="1800" u="none" cap="none" strike="noStrike">
              <a:solidFill>
                <a:schemeClr val="lt1"/>
              </a:solidFill>
              <a:latin typeface="Century Gothic"/>
              <a:ea typeface="Century Gothic"/>
              <a:cs typeface="Century Gothic"/>
              <a:sym typeface="Century Gothic"/>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resp. to Give report to Dept Head. + EA, Daily, weekly, Monthly, quarterly, half yearly.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Attend all enquiry, Generate New Enquiry Work on Projects Corporate and Government.</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One to one Meetings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Follow the organization rules</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Work on AMC with Neeraj.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Existing customer + add on new customers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Training to engineers for products + Video by Vyas</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Support to engineers for product technical / installation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Demo of products at office or customer site.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Work on Tender corporate and Govt.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Create format for projects for better performance </a:t>
            </a:r>
            <a:endParaRPr b="0" i="0" sz="1800" u="none" cap="none" strike="noStrike">
              <a:solidFill>
                <a:schemeClr val="lt1"/>
              </a:solidFill>
              <a:latin typeface="Century Gothic"/>
              <a:ea typeface="Century Gothic"/>
              <a:cs typeface="Century Gothic"/>
              <a:sym typeface="Century Gothic"/>
            </a:endParaRPr>
          </a:p>
          <a:p>
            <a:pPr indent="-228600" lvl="0" marL="342900" marR="0" rtl="0" algn="l">
              <a:lnSpc>
                <a:spcPct val="100000"/>
              </a:lnSpc>
              <a:spcBef>
                <a:spcPts val="0"/>
              </a:spcBef>
              <a:spcAft>
                <a:spcPts val="0"/>
              </a:spcAft>
              <a:buClr>
                <a:schemeClr val="lt1"/>
              </a:buClr>
              <a:buSzPts val="1800"/>
              <a:buFont typeface="Century Gothic"/>
              <a:buNone/>
            </a:pPr>
            <a:r>
              <a:t/>
            </a:r>
            <a:endParaRPr b="0" i="0" sz="1800" u="none" cap="none" strike="noStrike">
              <a:solidFill>
                <a:schemeClr val="lt1"/>
              </a:solidFill>
              <a:latin typeface="Century Gothic"/>
              <a:ea typeface="Century Gothic"/>
              <a:cs typeface="Century Gothic"/>
              <a:sym typeface="Century Gothic"/>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2" name="Shape 1082"/>
        <p:cNvGrpSpPr/>
        <p:nvPr/>
      </p:nvGrpSpPr>
      <p:grpSpPr>
        <a:xfrm>
          <a:off x="0" y="0"/>
          <a:ext cx="0" cy="0"/>
          <a:chOff x="0" y="0"/>
          <a:chExt cx="0" cy="0"/>
        </a:xfrm>
      </p:grpSpPr>
      <p:sp>
        <p:nvSpPr>
          <p:cNvPr id="1083" name="Google Shape;1083;p44"/>
          <p:cNvSpPr txBox="1"/>
          <p:nvPr/>
        </p:nvSpPr>
        <p:spPr>
          <a:xfrm>
            <a:off x="598099" y="799382"/>
            <a:ext cx="11369614" cy="7294305"/>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Responsibility to increase the sale &amp; Enquiry of CCTV &amp; Servilance - To approach the security person and dept, advertisement , by intruducing latest features like analytic or artificial intellegency, by registering on GEM, Groups of builders, on India Mart, Trade India etc</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2.  Getting call for Presales- Will get calls from existing data directly or indirectly from company website.</a:t>
            </a:r>
            <a:endParaRPr b="0" i="0" sz="18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3.  Site visit,  Drawing by Auto Cad Person as per customer requirement.- Site visits will be as per need of the site, solution will be design as per site, products will be choose / selected accordingly, pricing for OEM and vendors and BOQ will be made,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4. Coordination with OEM Technical and Price – Technical team will help for support and pricing will be discussed with OEM sales person, we have terms to add 40% on landing cost and 25% on trading.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5. Final negotiations and order- Follow ups with concern person of purchase or deciding person from client side after confirmation order will be received by PO or mail confirmation. After that will the share the our PO/ PI with customer and close it.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6. Help in implementing the order / installation.- Technical support will be given by phone calls, mails or by visiting sites if required. If any thing which can not be don from our side will take support from OEM technical team.</a:t>
            </a:r>
            <a:endParaRPr b="0" i="0" sz="1400" u="none" cap="none" strike="noStrike">
              <a:solidFill>
                <a:srgbClr val="000000"/>
              </a:solidFill>
              <a:latin typeface="Arial"/>
              <a:ea typeface="Arial"/>
              <a:cs typeface="Arial"/>
              <a:sym typeface="Arial"/>
            </a:endParaRPr>
          </a:p>
          <a:p>
            <a:pPr indent="-228600" lvl="0" marL="342900" marR="0" rtl="0" algn="l">
              <a:lnSpc>
                <a:spcPct val="100000"/>
              </a:lnSpc>
              <a:spcBef>
                <a:spcPts val="0"/>
              </a:spcBef>
              <a:spcAft>
                <a:spcPts val="0"/>
              </a:spcAft>
              <a:buClr>
                <a:schemeClr val="lt1"/>
              </a:buClr>
              <a:buSzPts val="1800"/>
              <a:buFont typeface="Century Gothic"/>
              <a:buNone/>
            </a:pPr>
            <a:r>
              <a:t/>
            </a:r>
            <a:endParaRPr b="0" i="0" sz="1800" u="none" cap="none" strike="noStrike">
              <a:solidFill>
                <a:schemeClr val="lt1"/>
              </a:solidFill>
              <a:latin typeface="Century Gothic"/>
              <a:ea typeface="Century Gothic"/>
              <a:cs typeface="Century Gothic"/>
              <a:sym typeface="Century Gothic"/>
            </a:endParaRPr>
          </a:p>
          <a:p>
            <a:pPr indent="-228600" lvl="0" marL="342900" marR="0" rtl="0" algn="l">
              <a:lnSpc>
                <a:spcPct val="100000"/>
              </a:lnSpc>
              <a:spcBef>
                <a:spcPts val="0"/>
              </a:spcBef>
              <a:spcAft>
                <a:spcPts val="0"/>
              </a:spcAft>
              <a:buClr>
                <a:schemeClr val="lt1"/>
              </a:buClr>
              <a:buSzPts val="1800"/>
              <a:buFont typeface="Century Gothic"/>
              <a:buNone/>
            </a:pPr>
            <a:r>
              <a:t/>
            </a:r>
            <a:endParaRPr b="0" i="0" sz="1800" u="none" cap="none" strike="noStrike">
              <a:solidFill>
                <a:schemeClr val="lt1"/>
              </a:solidFill>
              <a:latin typeface="Century Gothic"/>
              <a:ea typeface="Century Gothic"/>
              <a:cs typeface="Century Gothic"/>
              <a:sym typeface="Century Gothic"/>
            </a:endParaRPr>
          </a:p>
          <a:p>
            <a:pPr indent="-228600" lvl="0" marL="342900" marR="0" rtl="0" algn="l">
              <a:lnSpc>
                <a:spcPct val="100000"/>
              </a:lnSpc>
              <a:spcBef>
                <a:spcPts val="0"/>
              </a:spcBef>
              <a:spcAft>
                <a:spcPts val="0"/>
              </a:spcAft>
              <a:buClr>
                <a:schemeClr val="lt1"/>
              </a:buClr>
              <a:buSzPts val="1800"/>
              <a:buFont typeface="Century Gothic"/>
              <a:buNone/>
            </a:pPr>
            <a:r>
              <a:t/>
            </a:r>
            <a:endParaRPr b="0" i="0" sz="18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a:p>
            <a:pPr indent="-228600" lvl="0" marL="342900" marR="0" rtl="0" algn="l">
              <a:lnSpc>
                <a:spcPct val="100000"/>
              </a:lnSpc>
              <a:spcBef>
                <a:spcPts val="0"/>
              </a:spcBef>
              <a:spcAft>
                <a:spcPts val="0"/>
              </a:spcAft>
              <a:buClr>
                <a:schemeClr val="lt1"/>
              </a:buClr>
              <a:buSzPts val="1800"/>
              <a:buFont typeface="Century Gothic"/>
              <a:buNone/>
            </a:pPr>
            <a:r>
              <a:t/>
            </a:r>
            <a:endParaRPr b="0" i="0" sz="1800" u="none" cap="none" strike="noStrike">
              <a:solidFill>
                <a:schemeClr val="lt1"/>
              </a:solidFill>
              <a:latin typeface="Century Gothic"/>
              <a:ea typeface="Century Gothic"/>
              <a:cs typeface="Century Gothic"/>
              <a:sym typeface="Century Gothic"/>
            </a:endParaRPr>
          </a:p>
          <a:p>
            <a:pPr indent="-228600" lvl="0" marL="342900" marR="0" rtl="0" algn="l">
              <a:lnSpc>
                <a:spcPct val="100000"/>
              </a:lnSpc>
              <a:spcBef>
                <a:spcPts val="0"/>
              </a:spcBef>
              <a:spcAft>
                <a:spcPts val="0"/>
              </a:spcAft>
              <a:buClr>
                <a:schemeClr val="lt1"/>
              </a:buClr>
              <a:buSzPts val="1800"/>
              <a:buFont typeface="Century Gothic"/>
              <a:buNone/>
            </a:pPr>
            <a:r>
              <a:t/>
            </a:r>
            <a:endParaRPr b="0" i="0" sz="1800" u="none" cap="none" strike="noStrike">
              <a:solidFill>
                <a:schemeClr val="lt1"/>
              </a:solidFill>
              <a:latin typeface="Century Gothic"/>
              <a:ea typeface="Century Gothic"/>
              <a:cs typeface="Century Gothic"/>
              <a:sym typeface="Century Gothic"/>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7" name="Shape 1087"/>
        <p:cNvGrpSpPr/>
        <p:nvPr/>
      </p:nvGrpSpPr>
      <p:grpSpPr>
        <a:xfrm>
          <a:off x="0" y="0"/>
          <a:ext cx="0" cy="0"/>
          <a:chOff x="0" y="0"/>
          <a:chExt cx="0" cy="0"/>
        </a:xfrm>
      </p:grpSpPr>
      <p:sp>
        <p:nvSpPr>
          <p:cNvPr id="1088" name="Google Shape;1088;p45"/>
          <p:cNvSpPr txBox="1"/>
          <p:nvPr/>
        </p:nvSpPr>
        <p:spPr>
          <a:xfrm>
            <a:off x="94891" y="296174"/>
            <a:ext cx="11815312" cy="563231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14. Training to engineers for products + Video by Vyas- Training can be done by online or  by physically presence with help IT person. Reservations- connectivity- Analog- IP- Area Covering-training of lenses to capture diferent areas. Confrigation on cameras DVR and NVR. Cloud confrigartion- of DVR and NVR. Giving access to clients on laptop or desktop. \Confrigration of analytic and artificial intellegence on softwares.</a:t>
            </a:r>
            <a:endParaRPr b="0" i="0" sz="1400" u="none" cap="none" strike="noStrike">
              <a:solidFill>
                <a:srgbClr val="000000"/>
              </a:solidFill>
              <a:latin typeface="Arial"/>
              <a:ea typeface="Arial"/>
              <a:cs typeface="Arial"/>
              <a:sym typeface="Arial"/>
            </a:endParaRPr>
          </a:p>
          <a:p>
            <a:pPr indent="-228600" lvl="0" marL="342900" marR="0" rtl="0" algn="l">
              <a:lnSpc>
                <a:spcPct val="100000"/>
              </a:lnSpc>
              <a:spcBef>
                <a:spcPts val="0"/>
              </a:spcBef>
              <a:spcAft>
                <a:spcPts val="0"/>
              </a:spcAft>
              <a:buClr>
                <a:schemeClr val="lt1"/>
              </a:buClr>
              <a:buSzPts val="1800"/>
              <a:buFont typeface="Century Gothic"/>
              <a:buNone/>
            </a:pPr>
            <a:r>
              <a:t/>
            </a:r>
            <a:endParaRPr b="0" i="0" sz="18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15. Demo of products at office or customer site- After approaching if  required  need to demo of the products will share with manangement take approval and after confirmation on mail demo will be provided. </a:t>
            </a:r>
            <a:endParaRPr b="0" i="0" sz="1800" u="none" cap="none" strike="noStrike">
              <a:solidFill>
                <a:schemeClr val="lt1"/>
              </a:solidFill>
              <a:latin typeface="Century Gothic"/>
              <a:ea typeface="Century Gothic"/>
              <a:cs typeface="Century Gothic"/>
              <a:sym typeface="Century Gothic"/>
            </a:endParaRPr>
          </a:p>
          <a:p>
            <a:pPr indent="-228600" lvl="0" marL="342900" marR="0" rtl="0" algn="l">
              <a:lnSpc>
                <a:spcPct val="100000"/>
              </a:lnSpc>
              <a:spcBef>
                <a:spcPts val="0"/>
              </a:spcBef>
              <a:spcAft>
                <a:spcPts val="0"/>
              </a:spcAft>
              <a:buClr>
                <a:schemeClr val="lt1"/>
              </a:buClr>
              <a:buSzPts val="1800"/>
              <a:buFont typeface="Century Gothic"/>
              <a:buNone/>
            </a:pPr>
            <a:r>
              <a:t/>
            </a:r>
            <a:endParaRPr b="0" i="0" sz="18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16. Work on Tender corporate and Govt.- offline tenders documents will be purshaced, fill the same, qoute and put into the envelop with seal and send to related authority. If it is online we have to fill online and documents provided on website. Wew have deposit EMD to participate in thenders. At the timing of tender they call to attend the bid opening as the date and time difined by them and technical  bid discussions has to be done oin the same day.</a:t>
            </a:r>
            <a:endParaRPr b="0" i="0" sz="1400" u="none" cap="none" strike="noStrike">
              <a:solidFill>
                <a:srgbClr val="000000"/>
              </a:solidFill>
              <a:latin typeface="Arial"/>
              <a:ea typeface="Arial"/>
              <a:cs typeface="Arial"/>
              <a:sym typeface="Arial"/>
            </a:endParaRPr>
          </a:p>
          <a:p>
            <a:pPr indent="-228600" lvl="0" marL="342900" marR="0" rtl="0" algn="l">
              <a:lnSpc>
                <a:spcPct val="100000"/>
              </a:lnSpc>
              <a:spcBef>
                <a:spcPts val="0"/>
              </a:spcBef>
              <a:spcAft>
                <a:spcPts val="0"/>
              </a:spcAft>
              <a:buClr>
                <a:schemeClr val="lt1"/>
              </a:buClr>
              <a:buSzPts val="1800"/>
              <a:buFont typeface="Century Gothic"/>
              <a:buNone/>
            </a:pPr>
            <a:r>
              <a:t/>
            </a:r>
            <a:endParaRPr b="0" i="0" sz="18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17. Create format for projects for better performance – Format can be provided as per Sunil Katheria and terms &amp; conditions might be changed.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2" name="Shape 1092"/>
        <p:cNvGrpSpPr/>
        <p:nvPr/>
      </p:nvGrpSpPr>
      <p:grpSpPr>
        <a:xfrm>
          <a:off x="0" y="0"/>
          <a:ext cx="0" cy="0"/>
          <a:chOff x="0" y="0"/>
          <a:chExt cx="0" cy="0"/>
        </a:xfrm>
      </p:grpSpPr>
      <p:sp>
        <p:nvSpPr>
          <p:cNvPr id="1093" name="Google Shape;1093;p46"/>
          <p:cNvSpPr txBox="1"/>
          <p:nvPr>
            <p:ph type="title"/>
          </p:nvPr>
        </p:nvSpPr>
        <p:spPr>
          <a:xfrm>
            <a:off x="742257" y="474452"/>
            <a:ext cx="9347214" cy="272523"/>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lt2"/>
              </a:buClr>
              <a:buSzPts val="4200"/>
              <a:buFont typeface="Century Gothic"/>
              <a:buNone/>
            </a:pPr>
            <a:r>
              <a:rPr lang="en-US"/>
              <a:t>Mohit – Presales </a:t>
            </a:r>
            <a:endParaRPr/>
          </a:p>
        </p:txBody>
      </p:sp>
      <p:sp>
        <p:nvSpPr>
          <p:cNvPr id="1094" name="Google Shape;1094;p46"/>
          <p:cNvSpPr txBox="1"/>
          <p:nvPr/>
        </p:nvSpPr>
        <p:spPr>
          <a:xfrm>
            <a:off x="684748" y="1715927"/>
            <a:ext cx="10352509" cy="4247317"/>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Getting call for Presales.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Making BOQ and Drawing by CAD person as per customer requirement.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Coordination with OEM Technical and Price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Final negotiations and order.</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Help in implementing the order / installation.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Training to engineers for products + Video by Vyas</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Support to engineers for product technical / installation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Demo of products at office or customer site.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Work on Tender corporate and Govt.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Create format for projects for better performance </a:t>
            </a:r>
            <a:endParaRPr b="0" i="0" sz="1400" u="none" cap="none" strike="noStrike">
              <a:solidFill>
                <a:srgbClr val="000000"/>
              </a:solidFill>
              <a:latin typeface="Arial"/>
              <a:ea typeface="Arial"/>
              <a:cs typeface="Arial"/>
              <a:sym typeface="Arial"/>
            </a:endParaRPr>
          </a:p>
          <a:p>
            <a:pPr indent="-228600" lvl="0" marL="342900" marR="0" rtl="0" algn="l">
              <a:lnSpc>
                <a:spcPct val="100000"/>
              </a:lnSpc>
              <a:spcBef>
                <a:spcPts val="0"/>
              </a:spcBef>
              <a:spcAft>
                <a:spcPts val="0"/>
              </a:spcAft>
              <a:buClr>
                <a:schemeClr val="lt1"/>
              </a:buClr>
              <a:buSzPts val="1800"/>
              <a:buFont typeface="Century Gothic"/>
              <a:buNone/>
            </a:pPr>
            <a:r>
              <a:t/>
            </a:r>
            <a:endParaRPr b="0" i="0" sz="1800" u="none" cap="none" strike="noStrike">
              <a:solidFill>
                <a:schemeClr val="lt1"/>
              </a:solidFill>
              <a:latin typeface="Century Gothic"/>
              <a:ea typeface="Century Gothic"/>
              <a:cs typeface="Century Gothic"/>
              <a:sym typeface="Century Gothic"/>
            </a:endParaRPr>
          </a:p>
          <a:p>
            <a:pPr indent="-228600" lvl="0" marL="342900" marR="0" rtl="0" algn="l">
              <a:lnSpc>
                <a:spcPct val="100000"/>
              </a:lnSpc>
              <a:spcBef>
                <a:spcPts val="0"/>
              </a:spcBef>
              <a:spcAft>
                <a:spcPts val="0"/>
              </a:spcAft>
              <a:buClr>
                <a:schemeClr val="lt1"/>
              </a:buClr>
              <a:buSzPts val="1800"/>
              <a:buFont typeface="Century Gothic"/>
              <a:buNone/>
            </a:pPr>
            <a:r>
              <a:t/>
            </a:r>
            <a:endParaRPr b="0" i="0" sz="1800" u="none" cap="none" strike="noStrike">
              <a:solidFill>
                <a:schemeClr val="lt1"/>
              </a:solidFill>
              <a:latin typeface="Century Gothic"/>
              <a:ea typeface="Century Gothic"/>
              <a:cs typeface="Century Gothic"/>
              <a:sym typeface="Century Gothic"/>
            </a:endParaRPr>
          </a:p>
          <a:p>
            <a:pPr indent="-228600" lvl="0" marL="342900" marR="0" rtl="0" algn="l">
              <a:lnSpc>
                <a:spcPct val="100000"/>
              </a:lnSpc>
              <a:spcBef>
                <a:spcPts val="0"/>
              </a:spcBef>
              <a:spcAft>
                <a:spcPts val="0"/>
              </a:spcAft>
              <a:buClr>
                <a:schemeClr val="lt1"/>
              </a:buClr>
              <a:buSzPts val="1800"/>
              <a:buFont typeface="Century Gothic"/>
              <a:buNone/>
            </a:pPr>
            <a:r>
              <a:t/>
            </a:r>
            <a:endParaRPr b="0" i="0" sz="1800" u="none" cap="none" strike="noStrike">
              <a:solidFill>
                <a:schemeClr val="lt1"/>
              </a:solidFill>
              <a:latin typeface="Century Gothic"/>
              <a:ea typeface="Century Gothic"/>
              <a:cs typeface="Century Gothic"/>
              <a:sym typeface="Century Gothic"/>
            </a:endParaRPr>
          </a:p>
          <a:p>
            <a:pPr indent="-228600" lvl="0" marL="342900" marR="0" rtl="0" algn="l">
              <a:lnSpc>
                <a:spcPct val="100000"/>
              </a:lnSpc>
              <a:spcBef>
                <a:spcPts val="0"/>
              </a:spcBef>
              <a:spcAft>
                <a:spcPts val="0"/>
              </a:spcAft>
              <a:buClr>
                <a:schemeClr val="lt1"/>
              </a:buClr>
              <a:buSzPts val="1800"/>
              <a:buFont typeface="Century Gothic"/>
              <a:buNone/>
            </a:pPr>
            <a:r>
              <a:t/>
            </a:r>
            <a:endParaRPr b="0" i="0" sz="1800" u="none" cap="none" strike="noStrike">
              <a:solidFill>
                <a:schemeClr val="lt1"/>
              </a:solidFill>
              <a:latin typeface="Century Gothic"/>
              <a:ea typeface="Century Gothic"/>
              <a:cs typeface="Century Gothic"/>
              <a:sym typeface="Century Gothic"/>
            </a:endParaRPr>
          </a:p>
          <a:p>
            <a:pPr indent="-228600" lvl="0" marL="342900" marR="0" rtl="0" algn="l">
              <a:lnSpc>
                <a:spcPct val="100000"/>
              </a:lnSpc>
              <a:spcBef>
                <a:spcPts val="0"/>
              </a:spcBef>
              <a:spcAft>
                <a:spcPts val="0"/>
              </a:spcAft>
              <a:buClr>
                <a:schemeClr val="lt1"/>
              </a:buClr>
              <a:buSzPts val="1800"/>
              <a:buFont typeface="Century Gothic"/>
              <a:buNone/>
            </a:pPr>
            <a:r>
              <a:t/>
            </a:r>
            <a:endParaRPr b="0" i="0" sz="1800" u="none" cap="none" strike="noStrike">
              <a:solidFill>
                <a:schemeClr val="lt1"/>
              </a:solidFill>
              <a:latin typeface="Century Gothic"/>
              <a:ea typeface="Century Gothic"/>
              <a:cs typeface="Century Gothic"/>
              <a:sym typeface="Century Gothic"/>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8" name="Shape 1098"/>
        <p:cNvGrpSpPr/>
        <p:nvPr/>
      </p:nvGrpSpPr>
      <p:grpSpPr>
        <a:xfrm>
          <a:off x="0" y="0"/>
          <a:ext cx="0" cy="0"/>
          <a:chOff x="0" y="0"/>
          <a:chExt cx="0" cy="0"/>
        </a:xfrm>
      </p:grpSpPr>
      <p:sp>
        <p:nvSpPr>
          <p:cNvPr id="1099" name="Google Shape;1099;p47"/>
          <p:cNvSpPr txBox="1"/>
          <p:nvPr/>
        </p:nvSpPr>
        <p:spPr>
          <a:xfrm>
            <a:off x="612475" y="1345721"/>
            <a:ext cx="11297728" cy="53553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1. Getting call for Presale's business- Requirements coming from Sales team, leads forwards on mail, discussion with salesperson, if required discussion with end customer if required site visit will be done along with sales representees and start to work accordingly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2.  Coordination with OEM Technical Team and Price – Presale's person will coordinate with Technical team and prices will be taken by purchase/ commercial team; price proposal will be shared with management.</a:t>
            </a:r>
            <a:endParaRPr b="0" i="0" sz="1800" u="none" cap="none" strike="noStrike">
              <a:solidFill>
                <a:schemeClr val="lt1"/>
              </a:solidFill>
              <a:latin typeface="Century Gothic"/>
              <a:ea typeface="Century Gothic"/>
              <a:cs typeface="Century Gothic"/>
              <a:sym typeface="Century Gothic"/>
            </a:endParaRPr>
          </a:p>
          <a:p>
            <a:pPr indent="-228600" lvl="0" marL="342900" marR="0" rtl="0" algn="l">
              <a:lnSpc>
                <a:spcPct val="100000"/>
              </a:lnSpc>
              <a:spcBef>
                <a:spcPts val="0"/>
              </a:spcBef>
              <a:spcAft>
                <a:spcPts val="0"/>
              </a:spcAft>
              <a:buClr>
                <a:schemeClr val="lt1"/>
              </a:buClr>
              <a:buSzPts val="1800"/>
              <a:buFont typeface="Century Gothic"/>
              <a:buNone/>
            </a:pPr>
            <a:r>
              <a:t/>
            </a:r>
            <a:endParaRPr b="0" i="0" sz="18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3. Making BOQ and Drawing by CAD person as per customer requirement- BOQ will be designed by presales person and drawing by cad engineer, prices will be given by purchase or commercial team,  approval given by the management given to sales team, sales team understand the proposal before sending to the customer. If all ok order will be processed.</a:t>
            </a:r>
            <a:endParaRPr b="0" i="0" sz="1800" u="none" cap="none" strike="noStrike">
              <a:solidFill>
                <a:schemeClr val="lt1"/>
              </a:solidFill>
              <a:latin typeface="Century Gothic"/>
              <a:ea typeface="Century Gothic"/>
              <a:cs typeface="Century Gothic"/>
              <a:sym typeface="Century Gothic"/>
            </a:endParaRPr>
          </a:p>
          <a:p>
            <a:pPr indent="-228600" lvl="0" marL="342900" marR="0" rtl="0" algn="l">
              <a:lnSpc>
                <a:spcPct val="100000"/>
              </a:lnSpc>
              <a:spcBef>
                <a:spcPts val="0"/>
              </a:spcBef>
              <a:spcAft>
                <a:spcPts val="0"/>
              </a:spcAft>
              <a:buClr>
                <a:schemeClr val="lt1"/>
              </a:buClr>
              <a:buSzPts val="1800"/>
              <a:buFont typeface="Century Gothic"/>
              <a:buNone/>
            </a:pPr>
            <a:r>
              <a:t/>
            </a:r>
            <a:endParaRPr b="0" i="0" sz="18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4. Final negotiations and order- Sales team will work on negotiations and order to be close.</a:t>
            </a:r>
            <a:endParaRPr b="0" i="0" sz="18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5. Help in implementing the order / installation- If there is any technical challenges facing by project team will help to provide the solutions and if any other help need will support 100%.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3" name="Shape 1103"/>
        <p:cNvGrpSpPr/>
        <p:nvPr/>
      </p:nvGrpSpPr>
      <p:grpSpPr>
        <a:xfrm>
          <a:off x="0" y="0"/>
          <a:ext cx="0" cy="0"/>
          <a:chOff x="0" y="0"/>
          <a:chExt cx="0" cy="0"/>
        </a:xfrm>
      </p:grpSpPr>
      <p:sp>
        <p:nvSpPr>
          <p:cNvPr id="1104" name="Google Shape;1104;p48"/>
          <p:cNvSpPr txBox="1"/>
          <p:nvPr/>
        </p:nvSpPr>
        <p:spPr>
          <a:xfrm>
            <a:off x="483079" y="1345720"/>
            <a:ext cx="11312105" cy="480131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6. Training to engineers for products + Video by Vyas-  To organize the Technical training about the products to the engineers, firstly will inform to project head about the same and training will be conducted accordingly.</a:t>
            </a:r>
            <a:endParaRPr b="0" i="0" sz="1800" u="none" cap="none" strike="noStrike">
              <a:solidFill>
                <a:schemeClr val="lt1"/>
              </a:solidFill>
              <a:latin typeface="Century Gothic"/>
              <a:ea typeface="Century Gothic"/>
              <a:cs typeface="Century Gothic"/>
              <a:sym typeface="Century Gothic"/>
            </a:endParaRPr>
          </a:p>
          <a:p>
            <a:pPr indent="-228600" lvl="0" marL="342900" marR="0" rtl="0" algn="l">
              <a:lnSpc>
                <a:spcPct val="100000"/>
              </a:lnSpc>
              <a:spcBef>
                <a:spcPts val="0"/>
              </a:spcBef>
              <a:spcAft>
                <a:spcPts val="0"/>
              </a:spcAft>
              <a:buClr>
                <a:schemeClr val="lt1"/>
              </a:buClr>
              <a:buSzPts val="1800"/>
              <a:buFont typeface="Century Gothic"/>
              <a:buNone/>
            </a:pPr>
            <a:r>
              <a:t/>
            </a:r>
            <a:endParaRPr b="0" i="0" sz="18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7. Support to engineers for product technical / installation –if there is any technical training or support required project head will discuss with presales person and he will support as per his expertise.</a:t>
            </a:r>
            <a:endParaRPr b="0" i="0" sz="1400" u="none" cap="none" strike="noStrike">
              <a:solidFill>
                <a:srgbClr val="000000"/>
              </a:solidFill>
              <a:latin typeface="Arial"/>
              <a:ea typeface="Arial"/>
              <a:cs typeface="Arial"/>
              <a:sym typeface="Arial"/>
            </a:endParaRPr>
          </a:p>
          <a:p>
            <a:pPr indent="-228600" lvl="0" marL="342900" marR="0" rtl="0" algn="l">
              <a:lnSpc>
                <a:spcPct val="100000"/>
              </a:lnSpc>
              <a:spcBef>
                <a:spcPts val="0"/>
              </a:spcBef>
              <a:spcAft>
                <a:spcPts val="0"/>
              </a:spcAft>
              <a:buClr>
                <a:schemeClr val="lt1"/>
              </a:buClr>
              <a:buSzPts val="1800"/>
              <a:buFont typeface="Century Gothic"/>
              <a:buNone/>
            </a:pPr>
            <a:r>
              <a:t/>
            </a:r>
            <a:endParaRPr b="0" i="0" sz="18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8. Demo of products at office or customer site- To coordinate with project team and arrange the demo of products as per requirement and this will be handled by Project team.</a:t>
            </a:r>
            <a:endParaRPr b="0" i="0" sz="18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9. Work on Tender corporate and Govt.- Tender person will share the order requirements and BOQ preparations/creations will be done after taking prices from purchase /commercial team and discussions management if ok order will be processed. </a:t>
            </a:r>
            <a:endParaRPr b="0" i="0" sz="1400" u="none" cap="none" strike="noStrike">
              <a:solidFill>
                <a:srgbClr val="000000"/>
              </a:solidFill>
              <a:latin typeface="Arial"/>
              <a:ea typeface="Arial"/>
              <a:cs typeface="Arial"/>
              <a:sym typeface="Arial"/>
            </a:endParaRPr>
          </a:p>
          <a:p>
            <a:pPr indent="-228600" lvl="0" marL="342900" marR="0" rtl="0" algn="l">
              <a:lnSpc>
                <a:spcPct val="100000"/>
              </a:lnSpc>
              <a:spcBef>
                <a:spcPts val="0"/>
              </a:spcBef>
              <a:spcAft>
                <a:spcPts val="0"/>
              </a:spcAft>
              <a:buClr>
                <a:schemeClr val="lt1"/>
              </a:buClr>
              <a:buSzPts val="1800"/>
              <a:buFont typeface="Century Gothic"/>
              <a:buNone/>
            </a:pPr>
            <a:r>
              <a:t/>
            </a:r>
            <a:endParaRPr b="0" i="0" sz="18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10. Create format for projects for better performance – will discuss with Sunil sir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8" name="Shape 1108"/>
        <p:cNvGrpSpPr/>
        <p:nvPr/>
      </p:nvGrpSpPr>
      <p:grpSpPr>
        <a:xfrm>
          <a:off x="0" y="0"/>
          <a:ext cx="0" cy="0"/>
          <a:chOff x="0" y="0"/>
          <a:chExt cx="0" cy="0"/>
        </a:xfrm>
      </p:grpSpPr>
      <p:sp>
        <p:nvSpPr>
          <p:cNvPr id="1109" name="Google Shape;1109;p49"/>
          <p:cNvSpPr txBox="1"/>
          <p:nvPr>
            <p:ph type="title"/>
          </p:nvPr>
        </p:nvSpPr>
        <p:spPr>
          <a:xfrm>
            <a:off x="684748" y="0"/>
            <a:ext cx="9404723" cy="74697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lt2"/>
              </a:buClr>
              <a:buSzPts val="4200"/>
              <a:buFont typeface="Century Gothic"/>
              <a:buNone/>
            </a:pPr>
            <a:r>
              <a:rPr lang="en-US"/>
              <a:t>GEM &amp; AUTOCAD - Kanika</a:t>
            </a:r>
            <a:endParaRPr/>
          </a:p>
        </p:txBody>
      </p:sp>
      <p:sp>
        <p:nvSpPr>
          <p:cNvPr id="1110" name="Google Shape;1110;p49"/>
          <p:cNvSpPr txBox="1"/>
          <p:nvPr/>
        </p:nvSpPr>
        <p:spPr>
          <a:xfrm>
            <a:off x="684748" y="1068946"/>
            <a:ext cx="10496282" cy="4801314"/>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Getting drawing from Presales or customer in Autocad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Make the Autocad drawing as per insturction of Presales.</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Send to Presales and customer and do the needful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GEM – Search the product on GEM Portal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Registration on other web portal.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Work on orgainsation portal also – indian oil, ongc etc.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Search the tender for SALES &amp; AMC of AV Products.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Quote, negotiate, mature, delivery and payemnt of GEM Orders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Training video make with the help of Mr. Vyas</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if any meeting is required forward to Mr. Sunil / Mohit for the same.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Work on Tender corporate and Govt.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Create format for projects for better performance </a:t>
            </a:r>
            <a:endParaRPr b="0" i="0" sz="1400" u="none" cap="none" strike="noStrike">
              <a:solidFill>
                <a:srgbClr val="000000"/>
              </a:solidFill>
              <a:latin typeface="Arial"/>
              <a:ea typeface="Arial"/>
              <a:cs typeface="Arial"/>
              <a:sym typeface="Arial"/>
            </a:endParaRPr>
          </a:p>
          <a:p>
            <a:pPr indent="-228600" lvl="0" marL="342900" marR="0" rtl="0" algn="l">
              <a:lnSpc>
                <a:spcPct val="100000"/>
              </a:lnSpc>
              <a:spcBef>
                <a:spcPts val="0"/>
              </a:spcBef>
              <a:spcAft>
                <a:spcPts val="0"/>
              </a:spcAft>
              <a:buClr>
                <a:schemeClr val="lt1"/>
              </a:buClr>
              <a:buSzPts val="1800"/>
              <a:buFont typeface="Century Gothic"/>
              <a:buNone/>
            </a:pPr>
            <a:r>
              <a:t/>
            </a:r>
            <a:endParaRPr b="0" i="0" sz="1800" u="none" cap="none" strike="noStrike">
              <a:solidFill>
                <a:schemeClr val="lt1"/>
              </a:solidFill>
              <a:latin typeface="Century Gothic"/>
              <a:ea typeface="Century Gothic"/>
              <a:cs typeface="Century Gothic"/>
              <a:sym typeface="Century Gothic"/>
            </a:endParaRPr>
          </a:p>
          <a:p>
            <a:pPr indent="-228600" lvl="0" marL="342900" marR="0" rtl="0" algn="l">
              <a:lnSpc>
                <a:spcPct val="100000"/>
              </a:lnSpc>
              <a:spcBef>
                <a:spcPts val="0"/>
              </a:spcBef>
              <a:spcAft>
                <a:spcPts val="0"/>
              </a:spcAft>
              <a:buClr>
                <a:schemeClr val="lt1"/>
              </a:buClr>
              <a:buSzPts val="1800"/>
              <a:buFont typeface="Century Gothic"/>
              <a:buNone/>
            </a:pPr>
            <a:r>
              <a:t/>
            </a:r>
            <a:endParaRPr b="0" i="0" sz="1800" u="none" cap="none" strike="noStrike">
              <a:solidFill>
                <a:schemeClr val="lt1"/>
              </a:solidFill>
              <a:latin typeface="Century Gothic"/>
              <a:ea typeface="Century Gothic"/>
              <a:cs typeface="Century Gothic"/>
              <a:sym typeface="Century Gothic"/>
            </a:endParaRPr>
          </a:p>
          <a:p>
            <a:pPr indent="-228600" lvl="0" marL="342900" marR="0" rtl="0" algn="l">
              <a:lnSpc>
                <a:spcPct val="100000"/>
              </a:lnSpc>
              <a:spcBef>
                <a:spcPts val="0"/>
              </a:spcBef>
              <a:spcAft>
                <a:spcPts val="0"/>
              </a:spcAft>
              <a:buClr>
                <a:schemeClr val="lt1"/>
              </a:buClr>
              <a:buSzPts val="1800"/>
              <a:buFont typeface="Century Gothic"/>
              <a:buNone/>
            </a:pPr>
            <a:r>
              <a:t/>
            </a:r>
            <a:endParaRPr b="0" i="0" sz="1800" u="none" cap="none" strike="noStrike">
              <a:solidFill>
                <a:schemeClr val="lt1"/>
              </a:solidFill>
              <a:latin typeface="Century Gothic"/>
              <a:ea typeface="Century Gothic"/>
              <a:cs typeface="Century Gothic"/>
              <a:sym typeface="Century Gothic"/>
            </a:endParaRPr>
          </a:p>
          <a:p>
            <a:pPr indent="-228600" lvl="0" marL="342900" marR="0" rtl="0" algn="l">
              <a:lnSpc>
                <a:spcPct val="100000"/>
              </a:lnSpc>
              <a:spcBef>
                <a:spcPts val="0"/>
              </a:spcBef>
              <a:spcAft>
                <a:spcPts val="0"/>
              </a:spcAft>
              <a:buClr>
                <a:schemeClr val="lt1"/>
              </a:buClr>
              <a:buSzPts val="1800"/>
              <a:buFont typeface="Century Gothic"/>
              <a:buNone/>
            </a:pPr>
            <a:r>
              <a:t/>
            </a:r>
            <a:endParaRPr b="0" i="0" sz="1800" u="none" cap="none" strike="noStrike">
              <a:solidFill>
                <a:schemeClr val="lt1"/>
              </a:solidFill>
              <a:latin typeface="Century Gothic"/>
              <a:ea typeface="Century Gothic"/>
              <a:cs typeface="Century Gothic"/>
              <a:sym typeface="Century Gothic"/>
            </a:endParaRPr>
          </a:p>
          <a:p>
            <a:pPr indent="-228600" lvl="0" marL="342900" marR="0" rtl="0" algn="l">
              <a:lnSpc>
                <a:spcPct val="100000"/>
              </a:lnSpc>
              <a:spcBef>
                <a:spcPts val="0"/>
              </a:spcBef>
              <a:spcAft>
                <a:spcPts val="0"/>
              </a:spcAft>
              <a:buClr>
                <a:schemeClr val="lt1"/>
              </a:buClr>
              <a:buSzPts val="1800"/>
              <a:buFont typeface="Century Gothic"/>
              <a:buNone/>
            </a:pPr>
            <a:r>
              <a:t/>
            </a:r>
            <a:endParaRPr b="0" i="0" sz="1800" u="none" cap="none" strike="noStrike">
              <a:solidFill>
                <a:schemeClr val="lt1"/>
              </a:solidFill>
              <a:latin typeface="Century Gothic"/>
              <a:ea typeface="Century Gothic"/>
              <a:cs typeface="Century Gothic"/>
              <a:sym typeface="Century Gothic"/>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4" name="Shape 1114"/>
        <p:cNvGrpSpPr/>
        <p:nvPr/>
      </p:nvGrpSpPr>
      <p:grpSpPr>
        <a:xfrm>
          <a:off x="0" y="0"/>
          <a:ext cx="0" cy="0"/>
          <a:chOff x="0" y="0"/>
          <a:chExt cx="0" cy="0"/>
        </a:xfrm>
      </p:grpSpPr>
      <p:sp>
        <p:nvSpPr>
          <p:cNvPr id="1115" name="Google Shape;1115;p50"/>
          <p:cNvSpPr txBox="1"/>
          <p:nvPr>
            <p:ph type="title"/>
          </p:nvPr>
        </p:nvSpPr>
        <p:spPr>
          <a:xfrm>
            <a:off x="684748" y="0"/>
            <a:ext cx="9404723" cy="74697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lt2"/>
              </a:buClr>
              <a:buSzPts val="4200"/>
              <a:buFont typeface="Century Gothic"/>
              <a:buNone/>
            </a:pPr>
            <a:r>
              <a:rPr lang="en-US"/>
              <a:t>Backend  - Meenakshi </a:t>
            </a:r>
            <a:endParaRPr/>
          </a:p>
        </p:txBody>
      </p:sp>
      <p:sp>
        <p:nvSpPr>
          <p:cNvPr id="1116" name="Google Shape;1116;p50"/>
          <p:cNvSpPr txBox="1"/>
          <p:nvPr/>
        </p:nvSpPr>
        <p:spPr>
          <a:xfrm>
            <a:off x="684748" y="1068946"/>
            <a:ext cx="10496282" cy="3970318"/>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Rcvd. activity from Shweta for billing.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Check product from store and request finance for billing</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Confirm to customer for Delivery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Confirm the receiving of Delivery to the costumer.</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Share required documents with customer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Ask customer for installation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Payment Follow up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Payment details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Manually Invoices</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To make Sales order and Quotes</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Outstanding Payments Follow ups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sng" cap="none" strike="noStrike">
                <a:solidFill>
                  <a:schemeClr val="lt1"/>
                </a:solidFill>
                <a:latin typeface="Century Gothic"/>
                <a:ea typeface="Century Gothic"/>
                <a:cs typeface="Century Gothic"/>
                <a:sym typeface="Century Gothic"/>
                <a:hlinkClick r:id="rId3">
                  <a:extLst>
                    <a:ext uri="{A12FA001-AC4F-418D-AE19-62706E023703}">
                      <ahyp:hlinkClr val="tx"/>
                    </a:ext>
                  </a:extLst>
                </a:hlinkClick>
              </a:rPr>
              <a:t>https://docs.google.com/spreadsheets/d/1mxc5GhrYzugvYur_IfW_KyMcMS_HSwZi/edit?rtpof=true</a:t>
            </a:r>
            <a:endParaRPr b="0" i="0" sz="1800" u="none" cap="none" strike="noStrike">
              <a:solidFill>
                <a:schemeClr val="lt1"/>
              </a:solidFill>
              <a:latin typeface="Century Gothic"/>
              <a:ea typeface="Century Gothic"/>
              <a:cs typeface="Century Gothic"/>
              <a:sym typeface="Century Gothic"/>
            </a:endParaRPr>
          </a:p>
          <a:p>
            <a:pPr indent="-228600" lvl="0" marL="342900" marR="0" rtl="0" algn="l">
              <a:lnSpc>
                <a:spcPct val="100000"/>
              </a:lnSpc>
              <a:spcBef>
                <a:spcPts val="0"/>
              </a:spcBef>
              <a:spcAft>
                <a:spcPts val="0"/>
              </a:spcAft>
              <a:buClr>
                <a:schemeClr val="lt1"/>
              </a:buClr>
              <a:buSzPts val="1800"/>
              <a:buFont typeface="Century Gothic"/>
              <a:buNone/>
            </a:pPr>
            <a:r>
              <a:t/>
            </a:r>
            <a:endParaRPr b="0" i="0" sz="1800" u="none" cap="none" strike="noStrike">
              <a:solidFill>
                <a:schemeClr val="lt1"/>
              </a:solidFill>
              <a:latin typeface="Century Gothic"/>
              <a:ea typeface="Century Gothic"/>
              <a:cs typeface="Century Gothic"/>
              <a:sym typeface="Century Gothic"/>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0" name="Shape 1120"/>
        <p:cNvGrpSpPr/>
        <p:nvPr/>
      </p:nvGrpSpPr>
      <p:grpSpPr>
        <a:xfrm>
          <a:off x="0" y="0"/>
          <a:ext cx="0" cy="0"/>
          <a:chOff x="0" y="0"/>
          <a:chExt cx="0" cy="0"/>
        </a:xfrm>
      </p:grpSpPr>
      <p:sp>
        <p:nvSpPr>
          <p:cNvPr id="1121" name="Google Shape;1121;p51"/>
          <p:cNvSpPr txBox="1"/>
          <p:nvPr/>
        </p:nvSpPr>
        <p:spPr>
          <a:xfrm>
            <a:off x="281797" y="943155"/>
            <a:ext cx="11240218" cy="7017306"/>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Rcvd. activity from Shweta for billing. - Shweta send activity  to check with Store to get done the delivery after completion of this ask in Account to process the invoice/billing.</a:t>
            </a:r>
            <a:endParaRPr b="0" i="0" sz="1400" u="none" cap="none" strike="noStrike">
              <a:solidFill>
                <a:srgbClr val="000000"/>
              </a:solidFill>
              <a:latin typeface="Arial"/>
              <a:ea typeface="Arial"/>
              <a:cs typeface="Arial"/>
              <a:sym typeface="Arial"/>
            </a:endParaRPr>
          </a:p>
          <a:p>
            <a:pPr indent="-228600" lvl="0" marL="342900" marR="0" rtl="0" algn="l">
              <a:lnSpc>
                <a:spcPct val="100000"/>
              </a:lnSpc>
              <a:spcBef>
                <a:spcPts val="0"/>
              </a:spcBef>
              <a:spcAft>
                <a:spcPts val="0"/>
              </a:spcAft>
              <a:buClr>
                <a:schemeClr val="lt1"/>
              </a:buClr>
              <a:buSzPts val="1800"/>
              <a:buFont typeface="Century Gothic"/>
              <a:buNone/>
            </a:pPr>
            <a:r>
              <a:t/>
            </a:r>
            <a:endParaRPr b="0" i="0" sz="1800" u="none" cap="none" strike="noStrike">
              <a:solidFill>
                <a:schemeClr val="lt1"/>
              </a:solidFill>
              <a:latin typeface="Century Gothic"/>
              <a:ea typeface="Century Gothic"/>
              <a:cs typeface="Century Gothic"/>
              <a:sym typeface="Century Gothic"/>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Check product from store and request finance for billing- To check with Store if material available in the stock so create activity to process the billing in accounts if not inform to purchase to order the material from vendor.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3.    Confirm to customer for Delivery – After completed all activity from Salles, Store and Accounts to inform to costumer about status of delivery, when we are going to deliver the same.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4. Confirm the receiving of Delivery to the costumer-  After material out from the premises for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     Delivery to follow up from Costumer material received not if received than ok, if not so check        with store and get it done.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5. Share required documents with customer – To share the invoices with Clients to get payment done according to payment terms.</a:t>
            </a:r>
            <a:endParaRPr b="0" i="0" sz="18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a:p>
            <a:pPr indent="-228600" lvl="0" marL="342900" marR="0" rtl="0" algn="l">
              <a:lnSpc>
                <a:spcPct val="100000"/>
              </a:lnSpc>
              <a:spcBef>
                <a:spcPts val="0"/>
              </a:spcBef>
              <a:spcAft>
                <a:spcPts val="0"/>
              </a:spcAft>
              <a:buClr>
                <a:schemeClr val="lt1"/>
              </a:buClr>
              <a:buSzPts val="1800"/>
              <a:buFont typeface="Century Gothic"/>
              <a:buNone/>
            </a:pPr>
            <a:r>
              <a:t/>
            </a:r>
            <a:endParaRPr b="0" i="0" sz="1800" u="none" cap="none" strike="noStrike">
              <a:solidFill>
                <a:schemeClr val="lt1"/>
              </a:solidFill>
              <a:latin typeface="Century Gothic"/>
              <a:ea typeface="Century Gothic"/>
              <a:cs typeface="Century Gothic"/>
              <a:sym typeface="Century Gothic"/>
            </a:endParaRPr>
          </a:p>
          <a:p>
            <a:pPr indent="-228600" lvl="0" marL="342900" marR="0" rtl="0" algn="l">
              <a:lnSpc>
                <a:spcPct val="100000"/>
              </a:lnSpc>
              <a:spcBef>
                <a:spcPts val="0"/>
              </a:spcBef>
              <a:spcAft>
                <a:spcPts val="0"/>
              </a:spcAft>
              <a:buClr>
                <a:schemeClr val="lt1"/>
              </a:buClr>
              <a:buSzPts val="1800"/>
              <a:buFont typeface="Century Gothic"/>
              <a:buNone/>
            </a:pPr>
            <a:r>
              <a:t/>
            </a:r>
            <a:endParaRPr b="0" i="0" sz="18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5" name="Shape 1125"/>
        <p:cNvGrpSpPr/>
        <p:nvPr/>
      </p:nvGrpSpPr>
      <p:grpSpPr>
        <a:xfrm>
          <a:off x="0" y="0"/>
          <a:ext cx="0" cy="0"/>
          <a:chOff x="0" y="0"/>
          <a:chExt cx="0" cy="0"/>
        </a:xfrm>
      </p:grpSpPr>
      <p:sp>
        <p:nvSpPr>
          <p:cNvPr id="1126" name="Google Shape;1126;p52"/>
          <p:cNvSpPr txBox="1"/>
          <p:nvPr/>
        </p:nvSpPr>
        <p:spPr>
          <a:xfrm>
            <a:off x="195533" y="1000665"/>
            <a:ext cx="11312104" cy="50783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6. Ask customer for installation- After sharing the documents by mail or hard copy as per clients requirement to follow up with costumer  if installation required, if yes inform to service team if not send a mail to service team.​</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7. Payment Follow up – After completion of all process to follow up with the clients regarding payments, outstanding, current which ever is pending from client side.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8. payment Details- To share the UTR, ledger with accounts to make entry in the books/ records and  to check the same.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9. To make manually changes like Serial no., date in the invoices if required by clients.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10. To make quotes and sales orders if Shweta is not available or as per management requirements.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11. To take daily follow ups on outstanding payments, if received  to inform to accounts if not discuss with management.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0" name="Shape 1130"/>
        <p:cNvGrpSpPr/>
        <p:nvPr/>
      </p:nvGrpSpPr>
      <p:grpSpPr>
        <a:xfrm>
          <a:off x="0" y="0"/>
          <a:ext cx="0" cy="0"/>
          <a:chOff x="0" y="0"/>
          <a:chExt cx="0" cy="0"/>
        </a:xfrm>
      </p:grpSpPr>
      <p:sp>
        <p:nvSpPr>
          <p:cNvPr id="1131" name="Google Shape;1131;p53"/>
          <p:cNvSpPr txBox="1"/>
          <p:nvPr>
            <p:ph type="title"/>
          </p:nvPr>
        </p:nvSpPr>
        <p:spPr>
          <a:xfrm>
            <a:off x="684748" y="0"/>
            <a:ext cx="9404723" cy="74697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lt2"/>
              </a:buClr>
              <a:buSzPts val="4200"/>
              <a:buFont typeface="Century Gothic"/>
              <a:buNone/>
            </a:pPr>
            <a:r>
              <a:rPr lang="en-US"/>
              <a:t>SERVICE /PROJECT HEAD- RAHUL</a:t>
            </a:r>
            <a:endParaRPr/>
          </a:p>
        </p:txBody>
      </p:sp>
      <p:sp>
        <p:nvSpPr>
          <p:cNvPr id="1132" name="Google Shape;1132;p53"/>
          <p:cNvSpPr txBox="1"/>
          <p:nvPr/>
        </p:nvSpPr>
        <p:spPr>
          <a:xfrm>
            <a:off x="684748" y="1068946"/>
            <a:ext cx="10496282" cy="6463308"/>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Mange the complete service department a to z</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Motivation to the team Members</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allocation of engineers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work performance report send to Director /GM</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Day to day service call to be attended by engineer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Day to day amc call to be attended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increase amc business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Job card etc. to be made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quote to be sent for AMC &amp; Repair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 New business Development.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Customer feedback – satisfaction delightful</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One day before of work intimation to sr. Management and allocation to engineer. (Deepti and Rahul).  </a:t>
            </a:r>
            <a:endParaRPr b="0" i="0" sz="1400" u="none" cap="none" strike="noStrike">
              <a:solidFill>
                <a:srgbClr val="000000"/>
              </a:solidFill>
              <a:latin typeface="Arial"/>
              <a:ea typeface="Arial"/>
              <a:cs typeface="Arial"/>
              <a:sym typeface="Arial"/>
            </a:endParaRPr>
          </a:p>
          <a:p>
            <a:pPr indent="-228600" lvl="0" marL="342900" marR="0" rtl="0" algn="l">
              <a:lnSpc>
                <a:spcPct val="100000"/>
              </a:lnSpc>
              <a:spcBef>
                <a:spcPts val="0"/>
              </a:spcBef>
              <a:spcAft>
                <a:spcPts val="0"/>
              </a:spcAft>
              <a:buClr>
                <a:schemeClr val="lt1"/>
              </a:buClr>
              <a:buSzPts val="1800"/>
              <a:buFont typeface="Century Gothic"/>
              <a:buNone/>
            </a:pPr>
            <a:r>
              <a:t/>
            </a:r>
            <a:endParaRPr b="0" i="0" sz="1800" u="none" cap="none" strike="noStrike">
              <a:solidFill>
                <a:schemeClr val="lt1"/>
              </a:solidFill>
              <a:latin typeface="Century Gothic"/>
              <a:ea typeface="Century Gothic"/>
              <a:cs typeface="Century Gothic"/>
              <a:sym typeface="Century Gothic"/>
            </a:endParaRPr>
          </a:p>
          <a:p>
            <a:pPr indent="-228600" lvl="0" marL="342900" marR="0" rtl="0" algn="l">
              <a:lnSpc>
                <a:spcPct val="100000"/>
              </a:lnSpc>
              <a:spcBef>
                <a:spcPts val="0"/>
              </a:spcBef>
              <a:spcAft>
                <a:spcPts val="0"/>
              </a:spcAft>
              <a:buClr>
                <a:schemeClr val="lt1"/>
              </a:buClr>
              <a:buSzPts val="1800"/>
              <a:buFont typeface="Century Gothic"/>
              <a:buNone/>
            </a:pPr>
            <a:r>
              <a:t/>
            </a:r>
            <a:endParaRPr b="0" i="0" sz="1800" u="none" cap="none" strike="noStrike">
              <a:solidFill>
                <a:schemeClr val="lt1"/>
              </a:solidFill>
              <a:latin typeface="Century Gothic"/>
              <a:ea typeface="Century Gothic"/>
              <a:cs typeface="Century Gothic"/>
              <a:sym typeface="Century Gothic"/>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sng" cap="none" strike="noStrike">
                <a:solidFill>
                  <a:schemeClr val="lt1"/>
                </a:solidFill>
                <a:latin typeface="Century Gothic"/>
                <a:ea typeface="Century Gothic"/>
                <a:cs typeface="Century Gothic"/>
                <a:sym typeface="Century Gothic"/>
                <a:hlinkClick r:id="rId3">
                  <a:extLst>
                    <a:ext uri="{A12FA001-AC4F-418D-AE19-62706E023703}">
                      <ahyp:hlinkClr val="tx"/>
                    </a:ext>
                  </a:extLst>
                </a:hlinkClick>
              </a:rPr>
              <a:t>https://docs.google.com/forms/d/1gQXDhSqKJKp5ehNLEQvmO2TFa3ZHwMFCiSrtd5wFv74/edit </a:t>
            </a:r>
            <a:endParaRPr b="0" i="0" sz="1800" u="none" cap="none" strike="noStrike">
              <a:solidFill>
                <a:schemeClr val="lt1"/>
              </a:solidFill>
              <a:latin typeface="Century Gothic"/>
              <a:ea typeface="Century Gothic"/>
              <a:cs typeface="Century Gothic"/>
              <a:sym typeface="Century Gothic"/>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 ENGINNERS FIELD REPORT FORM &amp; ATTENDANCE FORM)</a:t>
            </a:r>
            <a:endParaRPr b="0" i="0" sz="18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a:p>
            <a:pPr indent="-228600" lvl="0" marL="342900" marR="0" rtl="0" algn="l">
              <a:lnSpc>
                <a:spcPct val="100000"/>
              </a:lnSpc>
              <a:spcBef>
                <a:spcPts val="0"/>
              </a:spcBef>
              <a:spcAft>
                <a:spcPts val="0"/>
              </a:spcAft>
              <a:buClr>
                <a:schemeClr val="lt1"/>
              </a:buClr>
              <a:buSzPts val="1800"/>
              <a:buFont typeface="Century Gothic"/>
              <a:buNone/>
            </a:pPr>
            <a:r>
              <a:t/>
            </a:r>
            <a:endParaRPr b="0" i="0" sz="1800" u="none" cap="none" strike="noStrike">
              <a:solidFill>
                <a:schemeClr val="lt1"/>
              </a:solidFill>
              <a:latin typeface="Century Gothic"/>
              <a:ea typeface="Century Gothic"/>
              <a:cs typeface="Century Gothic"/>
              <a:sym typeface="Century Gothic"/>
            </a:endParaRPr>
          </a:p>
          <a:p>
            <a:pPr indent="-228600" lvl="0" marL="342900" marR="0" rtl="0" algn="l">
              <a:lnSpc>
                <a:spcPct val="100000"/>
              </a:lnSpc>
              <a:spcBef>
                <a:spcPts val="0"/>
              </a:spcBef>
              <a:spcAft>
                <a:spcPts val="0"/>
              </a:spcAft>
              <a:buClr>
                <a:schemeClr val="lt1"/>
              </a:buClr>
              <a:buSzPts val="1800"/>
              <a:buFont typeface="Century Gothic"/>
              <a:buNone/>
            </a:pPr>
            <a:r>
              <a:t/>
            </a:r>
            <a:endParaRPr b="0" i="0" sz="1800" u="none" cap="none" strike="noStrike">
              <a:solidFill>
                <a:schemeClr val="lt1"/>
              </a:solidFill>
              <a:latin typeface="Century Gothic"/>
              <a:ea typeface="Century Gothic"/>
              <a:cs typeface="Century Gothic"/>
              <a:sym typeface="Century Gothic"/>
            </a:endParaRPr>
          </a:p>
          <a:p>
            <a:pPr indent="-228600" lvl="0" marL="342900" marR="0" rtl="0" algn="l">
              <a:lnSpc>
                <a:spcPct val="100000"/>
              </a:lnSpc>
              <a:spcBef>
                <a:spcPts val="0"/>
              </a:spcBef>
              <a:spcAft>
                <a:spcPts val="0"/>
              </a:spcAft>
              <a:buClr>
                <a:schemeClr val="lt1"/>
              </a:buClr>
              <a:buSzPts val="1800"/>
              <a:buFont typeface="Century Gothic"/>
              <a:buNone/>
            </a:pPr>
            <a:r>
              <a:t/>
            </a:r>
            <a:endParaRPr b="0" i="0" sz="1800" u="none" cap="none" strike="noStrike">
              <a:solidFill>
                <a:schemeClr val="lt1"/>
              </a:solidFill>
              <a:latin typeface="Century Gothic"/>
              <a:ea typeface="Century Gothic"/>
              <a:cs typeface="Century Gothic"/>
              <a:sym typeface="Century Gothic"/>
            </a:endParaRPr>
          </a:p>
          <a:p>
            <a:pPr indent="-228600" lvl="0" marL="342900" marR="0" rtl="0" algn="l">
              <a:lnSpc>
                <a:spcPct val="100000"/>
              </a:lnSpc>
              <a:spcBef>
                <a:spcPts val="0"/>
              </a:spcBef>
              <a:spcAft>
                <a:spcPts val="0"/>
              </a:spcAft>
              <a:buClr>
                <a:schemeClr val="lt1"/>
              </a:buClr>
              <a:buSzPts val="1800"/>
              <a:buFont typeface="Century Gothic"/>
              <a:buNone/>
            </a:pPr>
            <a:r>
              <a:t/>
            </a:r>
            <a:endParaRPr b="0" i="0" sz="1800" u="none" cap="none" strike="noStrike">
              <a:solidFill>
                <a:schemeClr val="lt1"/>
              </a:solidFill>
              <a:latin typeface="Century Gothic"/>
              <a:ea typeface="Century Gothic"/>
              <a:cs typeface="Century Gothic"/>
              <a:sym typeface="Century Gothic"/>
            </a:endParaRPr>
          </a:p>
        </p:txBody>
      </p:sp>
      <p:sp>
        <p:nvSpPr>
          <p:cNvPr id="1133" name="Google Shape;1133;p53"/>
          <p:cNvSpPr txBox="1"/>
          <p:nvPr/>
        </p:nvSpPr>
        <p:spPr>
          <a:xfrm>
            <a:off x="4724400" y="3200400"/>
            <a:ext cx="274320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Click to add text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7" name="Shape 1137"/>
        <p:cNvGrpSpPr/>
        <p:nvPr/>
      </p:nvGrpSpPr>
      <p:grpSpPr>
        <a:xfrm>
          <a:off x="0" y="0"/>
          <a:ext cx="0" cy="0"/>
          <a:chOff x="0" y="0"/>
          <a:chExt cx="0" cy="0"/>
        </a:xfrm>
      </p:grpSpPr>
      <p:sp>
        <p:nvSpPr>
          <p:cNvPr id="1138" name="Google Shape;1138;p54"/>
          <p:cNvSpPr txBox="1"/>
          <p:nvPr>
            <p:ph type="title"/>
          </p:nvPr>
        </p:nvSpPr>
        <p:spPr>
          <a:xfrm>
            <a:off x="646111" y="452718"/>
            <a:ext cx="9404723" cy="69604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lt2"/>
              </a:buClr>
              <a:buSzPts val="3200"/>
              <a:buFont typeface="Century Gothic"/>
              <a:buNone/>
            </a:pPr>
            <a:r>
              <a:rPr lang="en-US" sz="3200"/>
              <a:t>DIFFERENT FORMS FOR SERVICE ENGG</a:t>
            </a:r>
            <a:endParaRPr/>
          </a:p>
        </p:txBody>
      </p:sp>
      <p:sp>
        <p:nvSpPr>
          <p:cNvPr id="1139" name="Google Shape;1139;p54"/>
          <p:cNvSpPr txBox="1"/>
          <p:nvPr>
            <p:ph idx="1" type="body"/>
          </p:nvPr>
        </p:nvSpPr>
        <p:spPr>
          <a:xfrm>
            <a:off x="1103312" y="2052918"/>
            <a:ext cx="8946541" cy="4195481"/>
          </a:xfrm>
          <a:prstGeom prst="rect">
            <a:avLst/>
          </a:prstGeom>
          <a:noFill/>
          <a:ln>
            <a:noFill/>
          </a:ln>
        </p:spPr>
        <p:txBody>
          <a:bodyPr anchorCtr="0" anchor="t" bIns="45700" lIns="91425" spcFirstLastPara="1" rIns="91425" wrap="square" tIns="45700">
            <a:normAutofit fontScale="92500" lnSpcReduction="10000"/>
          </a:bodyPr>
          <a:lstStyle/>
          <a:p>
            <a:pPr indent="-342900" lvl="0" marL="342900" rtl="0" algn="l">
              <a:lnSpc>
                <a:spcPct val="100000"/>
              </a:lnSpc>
              <a:spcBef>
                <a:spcPts val="0"/>
              </a:spcBef>
              <a:spcAft>
                <a:spcPts val="0"/>
              </a:spcAft>
              <a:buSzPct val="80000"/>
              <a:buChar char="►"/>
            </a:pPr>
            <a:r>
              <a:rPr lang="en-US" u="sng">
                <a:solidFill>
                  <a:schemeClr val="hlink"/>
                </a:solidFill>
                <a:hlinkClick r:id="rId3"/>
              </a:rPr>
              <a:t>https://docs.google.com/forms/d/1nFLLEDy74cRFugyt53l7GkYQ1z4Q9jv84VXfwl_hKT0/edit</a:t>
            </a:r>
            <a:r>
              <a:rPr lang="en-US"/>
              <a:t> ( CUSTOMER SATISFACTION FORM)</a:t>
            </a:r>
            <a:endParaRPr/>
          </a:p>
          <a:p>
            <a:pPr indent="-248920" lvl="0" marL="342900" rtl="0" algn="l">
              <a:lnSpc>
                <a:spcPct val="100000"/>
              </a:lnSpc>
              <a:spcBef>
                <a:spcPts val="0"/>
              </a:spcBef>
              <a:spcAft>
                <a:spcPts val="0"/>
              </a:spcAft>
              <a:buClr>
                <a:srgbClr val="8AD0D6"/>
              </a:buClr>
              <a:buSzPct val="80000"/>
              <a:buNone/>
            </a:pPr>
            <a:r>
              <a:t/>
            </a:r>
            <a:endParaRPr/>
          </a:p>
          <a:p>
            <a:pPr indent="0" lvl="0" marL="0" rtl="0" algn="l">
              <a:lnSpc>
                <a:spcPct val="100000"/>
              </a:lnSpc>
              <a:spcBef>
                <a:spcPts val="0"/>
              </a:spcBef>
              <a:spcAft>
                <a:spcPts val="0"/>
              </a:spcAft>
              <a:buClr>
                <a:srgbClr val="8AD0D6"/>
              </a:buClr>
              <a:buSzPct val="80000"/>
              <a:buNone/>
            </a:pPr>
            <a:r>
              <a:rPr lang="en-US" u="sng">
                <a:solidFill>
                  <a:schemeClr val="hlink"/>
                </a:solidFill>
                <a:hlinkClick r:id="rId4"/>
              </a:rPr>
              <a:t>A.  https://docs.google.com/forms/d/1gQXDhSqKJKp5ehNLEQvmO2TFa3ZHwMFCiSrtd5wFv74/edit     </a:t>
            </a:r>
            <a:endParaRPr/>
          </a:p>
          <a:p>
            <a:pPr indent="0" lvl="0" marL="0" rtl="0" algn="l">
              <a:lnSpc>
                <a:spcPct val="100000"/>
              </a:lnSpc>
              <a:spcBef>
                <a:spcPts val="0"/>
              </a:spcBef>
              <a:spcAft>
                <a:spcPts val="0"/>
              </a:spcAft>
              <a:buClr>
                <a:srgbClr val="8AD0D6"/>
              </a:buClr>
              <a:buSzPct val="80000"/>
              <a:buNone/>
            </a:pPr>
            <a:r>
              <a:rPr lang="en-US"/>
              <a:t>  </a:t>
            </a:r>
            <a:endParaRPr/>
          </a:p>
          <a:p>
            <a:pPr indent="0" lvl="0" marL="0" rtl="0" algn="l">
              <a:lnSpc>
                <a:spcPct val="100000"/>
              </a:lnSpc>
              <a:spcBef>
                <a:spcPts val="0"/>
              </a:spcBef>
              <a:spcAft>
                <a:spcPts val="0"/>
              </a:spcAft>
              <a:buClr>
                <a:srgbClr val="8AD0D6"/>
              </a:buClr>
              <a:buSzPct val="80000"/>
              <a:buNone/>
            </a:pPr>
            <a:r>
              <a:rPr lang="en-US"/>
              <a:t>  ( ENGINEER FIELD REPORT &amp; ATTENDANCE FORM ) </a:t>
            </a:r>
            <a:endParaRPr/>
          </a:p>
          <a:p>
            <a:pPr indent="0" lvl="0" marL="0" rtl="0" algn="l">
              <a:lnSpc>
                <a:spcPct val="100000"/>
              </a:lnSpc>
              <a:spcBef>
                <a:spcPts val="0"/>
              </a:spcBef>
              <a:spcAft>
                <a:spcPts val="0"/>
              </a:spcAft>
              <a:buSzPct val="80000"/>
              <a:buNone/>
            </a:pPr>
            <a:r>
              <a:t/>
            </a:r>
            <a:endParaRPr/>
          </a:p>
          <a:p>
            <a:pPr indent="0" lvl="0" marL="0" rtl="0" algn="l">
              <a:lnSpc>
                <a:spcPct val="100000"/>
              </a:lnSpc>
              <a:spcBef>
                <a:spcPts val="0"/>
              </a:spcBef>
              <a:spcAft>
                <a:spcPts val="0"/>
              </a:spcAft>
              <a:buSzPct val="80000"/>
              <a:buNone/>
            </a:pPr>
            <a:r>
              <a:rPr lang="en-US"/>
              <a:t>B. </a:t>
            </a:r>
            <a:r>
              <a:rPr lang="en-US" u="sng">
                <a:solidFill>
                  <a:schemeClr val="hlink"/>
                </a:solidFill>
                <a:hlinkClick r:id="rId5"/>
              </a:rPr>
              <a:t>https://docs.google.com/forms/d/1vC8DoYGCuZjJw-5F1cY3TkM-ocGXe7STOM3tyhfA_7A/edit </a:t>
            </a:r>
            <a:endParaRPr/>
          </a:p>
          <a:p>
            <a:pPr indent="0" lvl="0" marL="0" rtl="0" algn="l">
              <a:lnSpc>
                <a:spcPct val="100000"/>
              </a:lnSpc>
              <a:spcBef>
                <a:spcPts val="0"/>
              </a:spcBef>
              <a:spcAft>
                <a:spcPts val="0"/>
              </a:spcAft>
              <a:buSzPct val="80000"/>
              <a:buNone/>
            </a:pPr>
            <a:r>
              <a:rPr lang="en-US"/>
              <a:t>PENDING WORK FORM</a:t>
            </a:r>
            <a:endParaRPr/>
          </a:p>
          <a:p>
            <a:pPr indent="0" lvl="0" marL="0" rtl="0" algn="l">
              <a:lnSpc>
                <a:spcPct val="100000"/>
              </a:lnSpc>
              <a:spcBef>
                <a:spcPts val="0"/>
              </a:spcBef>
              <a:spcAft>
                <a:spcPts val="0"/>
              </a:spcAft>
              <a:buSzPct val="80000"/>
              <a:buNone/>
            </a:pPr>
            <a:r>
              <a:t/>
            </a:r>
            <a:endParaRPr/>
          </a:p>
          <a:p>
            <a:pPr indent="0" lvl="0" marL="0" rtl="0" algn="l">
              <a:lnSpc>
                <a:spcPct val="100000"/>
              </a:lnSpc>
              <a:spcBef>
                <a:spcPts val="0"/>
              </a:spcBef>
              <a:spcAft>
                <a:spcPts val="0"/>
              </a:spcAft>
              <a:buSzPct val="80000"/>
              <a:buNone/>
            </a:pPr>
            <a:r>
              <a:rPr lang="en-US"/>
              <a:t>C.  </a:t>
            </a:r>
            <a:r>
              <a:rPr lang="en-US" u="sng">
                <a:solidFill>
                  <a:schemeClr val="hlink"/>
                </a:solidFill>
                <a:hlinkClick r:id="rId6"/>
              </a:rPr>
              <a:t>https://docs.google.com/forms/d/1handVjhm-iHP2XZOoWpF6lDdteIq_eJkX_PwBvSrjb4/edit</a:t>
            </a:r>
            <a:endParaRPr/>
          </a:p>
          <a:p>
            <a:pPr indent="0" lvl="0" marL="0" rtl="0" algn="l">
              <a:lnSpc>
                <a:spcPct val="100000"/>
              </a:lnSpc>
              <a:spcBef>
                <a:spcPts val="0"/>
              </a:spcBef>
              <a:spcAft>
                <a:spcPts val="0"/>
              </a:spcAft>
              <a:buSzPct val="80000"/>
              <a:buNone/>
            </a:pPr>
            <a:r>
              <a:rPr lang="en-US"/>
              <a:t>( WORK COMPLETION FORM) </a:t>
            </a:r>
            <a:endParaRPr/>
          </a:p>
          <a:p>
            <a:pPr indent="0" lvl="0" marL="0" rtl="0" algn="l">
              <a:lnSpc>
                <a:spcPct val="100000"/>
              </a:lnSpc>
              <a:spcBef>
                <a:spcPts val="0"/>
              </a:spcBef>
              <a:spcAft>
                <a:spcPts val="0"/>
              </a:spcAft>
              <a:buSzPct val="80000"/>
              <a:buNone/>
            </a:pPr>
            <a:r>
              <a:t/>
            </a:r>
            <a:endParaRPr/>
          </a:p>
          <a:p>
            <a:pPr indent="0" lvl="0" marL="0" rtl="0" algn="l">
              <a:lnSpc>
                <a:spcPct val="100000"/>
              </a:lnSpc>
              <a:spcBef>
                <a:spcPts val="0"/>
              </a:spcBef>
              <a:spcAft>
                <a:spcPts val="0"/>
              </a:spcAft>
              <a:buSzPct val="80000"/>
              <a:buNone/>
            </a:pPr>
            <a:r>
              <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3" name="Shape 1143"/>
        <p:cNvGrpSpPr/>
        <p:nvPr/>
      </p:nvGrpSpPr>
      <p:grpSpPr>
        <a:xfrm>
          <a:off x="0" y="0"/>
          <a:ext cx="0" cy="0"/>
          <a:chOff x="0" y="0"/>
          <a:chExt cx="0" cy="0"/>
        </a:xfrm>
      </p:grpSpPr>
      <p:sp>
        <p:nvSpPr>
          <p:cNvPr id="1144" name="Google Shape;1144;p55"/>
          <p:cNvSpPr txBox="1"/>
          <p:nvPr>
            <p:ph idx="1" type="body"/>
          </p:nvPr>
        </p:nvSpPr>
        <p:spPr>
          <a:xfrm>
            <a:off x="1103312" y="830843"/>
            <a:ext cx="10470541" cy="5575706"/>
          </a:xfrm>
          <a:prstGeom prst="rect">
            <a:avLst/>
          </a:prstGeom>
          <a:noFill/>
          <a:ln>
            <a:noFill/>
          </a:ln>
        </p:spPr>
        <p:txBody>
          <a:bodyPr anchorCtr="0" anchor="t" bIns="45700" lIns="91425" spcFirstLastPara="1" rIns="91425" wrap="square" tIns="45700">
            <a:normAutofit lnSpcReduction="10000"/>
          </a:bodyPr>
          <a:lstStyle/>
          <a:p>
            <a:pPr indent="0" lvl="0" marL="0" rtl="0" algn="l">
              <a:lnSpc>
                <a:spcPct val="100000"/>
              </a:lnSpc>
              <a:spcBef>
                <a:spcPts val="0"/>
              </a:spcBef>
              <a:spcAft>
                <a:spcPts val="0"/>
              </a:spcAft>
              <a:buSzPts val="1600"/>
              <a:buNone/>
            </a:pPr>
            <a:r>
              <a:rPr lang="en-US"/>
              <a:t>1.Mange the complete service department a to z</a:t>
            </a:r>
            <a:endParaRPr/>
          </a:p>
          <a:p>
            <a:pPr indent="0" lvl="0" marL="0" rtl="0" algn="l">
              <a:lnSpc>
                <a:spcPct val="100000"/>
              </a:lnSpc>
              <a:spcBef>
                <a:spcPts val="1000"/>
              </a:spcBef>
              <a:spcAft>
                <a:spcPts val="0"/>
              </a:spcAft>
              <a:buClr>
                <a:srgbClr val="8AD0D6"/>
              </a:buClr>
              <a:buSzPts val="1600"/>
              <a:buNone/>
            </a:pPr>
            <a:r>
              <a:rPr lang="en-US"/>
              <a:t>- AMC, Service, Installation – complete responsibility, - complete responsibility of alingnement of engineers. ( 5 field +1 back end staff) </a:t>
            </a:r>
            <a:endParaRPr/>
          </a:p>
          <a:p>
            <a:pPr indent="0" lvl="0" marL="0" rtl="0" algn="l">
              <a:lnSpc>
                <a:spcPct val="100000"/>
              </a:lnSpc>
              <a:spcBef>
                <a:spcPts val="1000"/>
              </a:spcBef>
              <a:spcAft>
                <a:spcPts val="0"/>
              </a:spcAft>
              <a:buSzPts val="1600"/>
              <a:buNone/>
            </a:pPr>
            <a:r>
              <a:rPr lang="en-US"/>
              <a:t> 2.Motivation to the team Members.</a:t>
            </a:r>
            <a:endParaRPr/>
          </a:p>
          <a:p>
            <a:pPr indent="0" lvl="0" marL="0" rtl="0" algn="l">
              <a:lnSpc>
                <a:spcPct val="100000"/>
              </a:lnSpc>
              <a:spcBef>
                <a:spcPts val="1000"/>
              </a:spcBef>
              <a:spcAft>
                <a:spcPts val="0"/>
              </a:spcAft>
              <a:buSzPts val="1600"/>
              <a:buNone/>
            </a:pPr>
            <a:r>
              <a:rPr lang="en-US"/>
              <a:t>Get together (15 days), samosa party, lunch party together ( 30 days) , dinner party on good performance ( 3 month) </a:t>
            </a:r>
            <a:endParaRPr/>
          </a:p>
          <a:p>
            <a:pPr indent="0" lvl="0" marL="0" rtl="0" algn="l">
              <a:lnSpc>
                <a:spcPct val="100000"/>
              </a:lnSpc>
              <a:spcBef>
                <a:spcPts val="1000"/>
              </a:spcBef>
              <a:spcAft>
                <a:spcPts val="0"/>
              </a:spcAft>
              <a:buSzPts val="1600"/>
              <a:buNone/>
            </a:pPr>
            <a:r>
              <a:rPr lang="en-US"/>
              <a:t>Appreciation on good installation practices, engineer of the month, star performer</a:t>
            </a:r>
            <a:endParaRPr/>
          </a:p>
          <a:p>
            <a:pPr indent="0" lvl="0" marL="0" rtl="0" algn="l">
              <a:lnSpc>
                <a:spcPct val="100000"/>
              </a:lnSpc>
              <a:spcBef>
                <a:spcPts val="1000"/>
              </a:spcBef>
              <a:spcAft>
                <a:spcPts val="0"/>
              </a:spcAft>
              <a:buSzPts val="1600"/>
              <a:buNone/>
            </a:pPr>
            <a:r>
              <a:rPr lang="en-US"/>
              <a:t>Total task completed. </a:t>
            </a:r>
            <a:endParaRPr/>
          </a:p>
          <a:p>
            <a:pPr indent="0" lvl="0" marL="0" rtl="0" algn="l">
              <a:lnSpc>
                <a:spcPct val="100000"/>
              </a:lnSpc>
              <a:spcBef>
                <a:spcPts val="1000"/>
              </a:spcBef>
              <a:spcAft>
                <a:spcPts val="0"/>
              </a:spcAft>
              <a:buSzPts val="1600"/>
              <a:buNone/>
            </a:pPr>
            <a:r>
              <a:rPr lang="en-US"/>
              <a:t>Daily appreciation whatsapp</a:t>
            </a:r>
            <a:endParaRPr/>
          </a:p>
          <a:p>
            <a:pPr indent="0" lvl="0" marL="0" rtl="0" algn="l">
              <a:lnSpc>
                <a:spcPct val="100000"/>
              </a:lnSpc>
              <a:spcBef>
                <a:spcPts val="1000"/>
              </a:spcBef>
              <a:spcAft>
                <a:spcPts val="0"/>
              </a:spcAft>
              <a:buSzPts val="1600"/>
              <a:buNone/>
            </a:pPr>
            <a:r>
              <a:rPr lang="en-US"/>
              <a:t>Best attendance of the month, highest number of project/ site visit/ task</a:t>
            </a:r>
            <a:endParaRPr/>
          </a:p>
          <a:p>
            <a:pPr indent="0" lvl="0" marL="0" rtl="0" algn="l">
              <a:lnSpc>
                <a:spcPct val="100000"/>
              </a:lnSpc>
              <a:spcBef>
                <a:spcPts val="1000"/>
              </a:spcBef>
              <a:spcAft>
                <a:spcPts val="0"/>
              </a:spcAft>
              <a:buSzPts val="1600"/>
              <a:buNone/>
            </a:pPr>
            <a:r>
              <a:rPr lang="en-US"/>
              <a:t>3, allocation of engineers </a:t>
            </a:r>
            <a:endParaRPr/>
          </a:p>
          <a:p>
            <a:pPr indent="0" lvl="0" marL="0" rtl="0" algn="l">
              <a:lnSpc>
                <a:spcPct val="100000"/>
              </a:lnSpc>
              <a:spcBef>
                <a:spcPts val="1000"/>
              </a:spcBef>
              <a:spcAft>
                <a:spcPts val="0"/>
              </a:spcAft>
              <a:buSzPts val="1600"/>
              <a:buNone/>
            </a:pPr>
            <a:r>
              <a:rPr lang="en-US"/>
              <a:t>To be set one day in advance </a:t>
            </a:r>
            <a:endParaRPr/>
          </a:p>
          <a:p>
            <a:pPr indent="0" lvl="0" marL="0" rtl="0" algn="l">
              <a:lnSpc>
                <a:spcPct val="100000"/>
              </a:lnSpc>
              <a:spcBef>
                <a:spcPts val="1000"/>
              </a:spcBef>
              <a:spcAft>
                <a:spcPts val="0"/>
              </a:spcAft>
              <a:buSzPts val="1600"/>
              <a:buNone/>
            </a:pPr>
            <a:r>
              <a:rPr lang="en-US"/>
              <a:t>4.work performance report send to Director /GM-</a:t>
            </a:r>
            <a:endParaRPr/>
          </a:p>
          <a:p>
            <a:pPr indent="0" lvl="0" marL="0" rtl="0" algn="l">
              <a:lnSpc>
                <a:spcPct val="100000"/>
              </a:lnSpc>
              <a:spcBef>
                <a:spcPts val="1000"/>
              </a:spcBef>
              <a:spcAft>
                <a:spcPts val="0"/>
              </a:spcAft>
              <a:buSzPts val="1600"/>
              <a:buNone/>
            </a:pPr>
            <a:r>
              <a:rPr lang="en-US">
                <a:solidFill>
                  <a:srgbClr val="FF0000"/>
                </a:solidFill>
                <a:highlight>
                  <a:srgbClr val="FFFF00"/>
                </a:highlight>
              </a:rPr>
              <a:t>Rahul is making format, he will share it tomorrow</a:t>
            </a:r>
            <a:endParaRPr/>
          </a:p>
          <a:p>
            <a:pPr indent="0" lvl="0" marL="0" rtl="0" algn="l">
              <a:lnSpc>
                <a:spcPct val="100000"/>
              </a:lnSpc>
              <a:spcBef>
                <a:spcPts val="1000"/>
              </a:spcBef>
              <a:spcAft>
                <a:spcPts val="0"/>
              </a:spcAft>
              <a:buSzPts val="1600"/>
              <a:buNone/>
            </a:pPr>
            <a:r>
              <a:t/>
            </a:r>
            <a:endParaRPr/>
          </a:p>
          <a:p>
            <a:pPr indent="0" lvl="0" marL="0" rtl="0" algn="l">
              <a:lnSpc>
                <a:spcPct val="100000"/>
              </a:lnSpc>
              <a:spcBef>
                <a:spcPts val="1000"/>
              </a:spcBef>
              <a:spcAft>
                <a:spcPts val="0"/>
              </a:spcAft>
              <a:buSzPts val="1600"/>
              <a:buNone/>
            </a:pPr>
            <a:r>
              <a:t/>
            </a:r>
            <a:endParaRPr/>
          </a:p>
          <a:p>
            <a:pPr indent="0" lvl="0" marL="0" rtl="0" algn="l">
              <a:lnSpc>
                <a:spcPct val="100000"/>
              </a:lnSpc>
              <a:spcBef>
                <a:spcPts val="1000"/>
              </a:spcBef>
              <a:spcAft>
                <a:spcPts val="0"/>
              </a:spcAft>
              <a:buSzPts val="1600"/>
              <a:buNone/>
            </a:pPr>
            <a:r>
              <a:t/>
            </a:r>
            <a:endParaRPr/>
          </a:p>
          <a:p>
            <a:pPr indent="0" lvl="0" marL="0" rtl="0" algn="l">
              <a:lnSpc>
                <a:spcPct val="100000"/>
              </a:lnSpc>
              <a:spcBef>
                <a:spcPts val="1000"/>
              </a:spcBef>
              <a:spcAft>
                <a:spcPts val="0"/>
              </a:spcAft>
              <a:buSzPts val="1600"/>
              <a:buNone/>
            </a:pPr>
            <a:r>
              <a:t/>
            </a:r>
            <a:endParaRPr/>
          </a:p>
          <a:p>
            <a:pPr indent="0" lvl="0" marL="0" rtl="0" algn="l">
              <a:lnSpc>
                <a:spcPct val="100000"/>
              </a:lnSpc>
              <a:spcBef>
                <a:spcPts val="1000"/>
              </a:spcBef>
              <a:spcAft>
                <a:spcPts val="0"/>
              </a:spcAft>
              <a:buSzPts val="1600"/>
              <a:buNone/>
            </a:pPr>
            <a:r>
              <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8" name="Shape 1148"/>
        <p:cNvGrpSpPr/>
        <p:nvPr/>
      </p:nvGrpSpPr>
      <p:grpSpPr>
        <a:xfrm>
          <a:off x="0" y="0"/>
          <a:ext cx="0" cy="0"/>
          <a:chOff x="0" y="0"/>
          <a:chExt cx="0" cy="0"/>
        </a:xfrm>
      </p:grpSpPr>
      <p:sp>
        <p:nvSpPr>
          <p:cNvPr id="1149" name="Google Shape;1149;p56"/>
          <p:cNvSpPr txBox="1"/>
          <p:nvPr>
            <p:ph idx="1" type="body"/>
          </p:nvPr>
        </p:nvSpPr>
        <p:spPr>
          <a:xfrm>
            <a:off x="398822" y="600805"/>
            <a:ext cx="11031257" cy="5647594"/>
          </a:xfrm>
          <a:prstGeom prst="rect">
            <a:avLst/>
          </a:prstGeom>
          <a:noFill/>
          <a:ln>
            <a:noFill/>
          </a:ln>
        </p:spPr>
        <p:txBody>
          <a:bodyPr anchorCtr="0" anchor="t" bIns="45700" lIns="91425" spcFirstLastPara="1" rIns="91425" wrap="square" tIns="45700">
            <a:normAutofit lnSpcReduction="10000"/>
          </a:bodyPr>
          <a:lstStyle/>
          <a:p>
            <a:pPr indent="0" lvl="0" marL="0" rtl="0" algn="l">
              <a:lnSpc>
                <a:spcPct val="100000"/>
              </a:lnSpc>
              <a:spcBef>
                <a:spcPts val="0"/>
              </a:spcBef>
              <a:spcAft>
                <a:spcPts val="0"/>
              </a:spcAft>
              <a:buClr>
                <a:srgbClr val="8AD0D6"/>
              </a:buClr>
              <a:buSzPts val="1600"/>
              <a:buNone/>
            </a:pPr>
            <a:r>
              <a:rPr lang="en-US"/>
              <a:t>5. Day to day service call to be attended by engineer. </a:t>
            </a:r>
            <a:endParaRPr/>
          </a:p>
          <a:p>
            <a:pPr indent="0" lvl="0" marL="0" rtl="0" algn="l">
              <a:lnSpc>
                <a:spcPct val="100000"/>
              </a:lnSpc>
              <a:spcBef>
                <a:spcPts val="0"/>
              </a:spcBef>
              <a:spcAft>
                <a:spcPts val="0"/>
              </a:spcAft>
              <a:buSzPts val="1600"/>
              <a:buNone/>
            </a:pPr>
            <a:r>
              <a:rPr lang="en-US"/>
              <a:t>- to give complete prior information of visit location , contact person, work to be done plane one day in advance, also ensure all raw material &amp;  consumables arrangements.</a:t>
            </a:r>
            <a:endParaRPr/>
          </a:p>
          <a:p>
            <a:pPr indent="0" lvl="0" marL="0" rtl="0" algn="l">
              <a:lnSpc>
                <a:spcPct val="100000"/>
              </a:lnSpc>
              <a:spcBef>
                <a:spcPts val="0"/>
              </a:spcBef>
              <a:spcAft>
                <a:spcPts val="0"/>
              </a:spcAft>
              <a:buSzPts val="1600"/>
              <a:buNone/>
            </a:pPr>
            <a:r>
              <a:t/>
            </a:r>
            <a:endParaRPr/>
          </a:p>
          <a:p>
            <a:pPr indent="0" lvl="0" marL="0" rtl="0" algn="l">
              <a:lnSpc>
                <a:spcPct val="100000"/>
              </a:lnSpc>
              <a:spcBef>
                <a:spcPts val="0"/>
              </a:spcBef>
              <a:spcAft>
                <a:spcPts val="0"/>
              </a:spcAft>
              <a:buClr>
                <a:srgbClr val="8AD0D6"/>
              </a:buClr>
              <a:buSzPts val="1600"/>
              <a:buNone/>
            </a:pPr>
            <a:r>
              <a:rPr lang="en-US"/>
              <a:t>6.Day to day AMC call to be attended - </a:t>
            </a:r>
            <a:endParaRPr/>
          </a:p>
          <a:p>
            <a:pPr indent="0" lvl="0" marL="0" rtl="0" algn="l">
              <a:lnSpc>
                <a:spcPct val="100000"/>
              </a:lnSpc>
              <a:spcBef>
                <a:spcPts val="0"/>
              </a:spcBef>
              <a:spcAft>
                <a:spcPts val="0"/>
              </a:spcAft>
              <a:buSzPts val="1600"/>
              <a:buNone/>
            </a:pPr>
            <a:r>
              <a:rPr lang="en-US"/>
              <a:t>Routine Service call, chargeable calls, warranty calls , or courtesy call. </a:t>
            </a:r>
            <a:endParaRPr/>
          </a:p>
          <a:p>
            <a:pPr indent="0" lvl="0" marL="0" rtl="0" algn="l">
              <a:lnSpc>
                <a:spcPct val="100000"/>
              </a:lnSpc>
              <a:spcBef>
                <a:spcPts val="0"/>
              </a:spcBef>
              <a:spcAft>
                <a:spcPts val="0"/>
              </a:spcAft>
              <a:buSzPts val="1600"/>
              <a:buNone/>
            </a:pPr>
            <a:r>
              <a:t/>
            </a:r>
            <a:endParaRPr/>
          </a:p>
          <a:p>
            <a:pPr indent="0" lvl="0" marL="0" rtl="0" algn="l">
              <a:lnSpc>
                <a:spcPct val="100000"/>
              </a:lnSpc>
              <a:spcBef>
                <a:spcPts val="0"/>
              </a:spcBef>
              <a:spcAft>
                <a:spcPts val="0"/>
              </a:spcAft>
              <a:buClr>
                <a:srgbClr val="8AD0D6"/>
              </a:buClr>
              <a:buSzPts val="1600"/>
              <a:buNone/>
            </a:pPr>
            <a:r>
              <a:rPr lang="en-US"/>
              <a:t>7. increase AMC business </a:t>
            </a:r>
            <a:endParaRPr/>
          </a:p>
          <a:p>
            <a:pPr indent="0" lvl="0" marL="0" rtl="0" algn="l">
              <a:lnSpc>
                <a:spcPct val="100000"/>
              </a:lnSpc>
              <a:spcBef>
                <a:spcPts val="0"/>
              </a:spcBef>
              <a:spcAft>
                <a:spcPts val="0"/>
              </a:spcAft>
              <a:buSzPts val="1600"/>
              <a:buNone/>
            </a:pPr>
            <a:r>
              <a:rPr lang="en-US"/>
              <a:t>Where ever request problem coming same customer is to be encourage for AMC.</a:t>
            </a:r>
            <a:endParaRPr/>
          </a:p>
          <a:p>
            <a:pPr indent="0" lvl="0" marL="0" rtl="0" algn="l">
              <a:lnSpc>
                <a:spcPct val="100000"/>
              </a:lnSpc>
              <a:spcBef>
                <a:spcPts val="0"/>
              </a:spcBef>
              <a:spcAft>
                <a:spcPts val="0"/>
              </a:spcAft>
              <a:buSzPts val="1600"/>
              <a:buNone/>
            </a:pPr>
            <a:r>
              <a:rPr lang="en-US"/>
              <a:t>Asking for reference for other site of same customer</a:t>
            </a:r>
            <a:endParaRPr/>
          </a:p>
          <a:p>
            <a:pPr indent="0" lvl="0" marL="0" rtl="0" algn="l">
              <a:lnSpc>
                <a:spcPct val="100000"/>
              </a:lnSpc>
              <a:spcBef>
                <a:spcPts val="0"/>
              </a:spcBef>
              <a:spcAft>
                <a:spcPts val="0"/>
              </a:spcAft>
              <a:buSzPts val="1600"/>
              <a:buNone/>
            </a:pPr>
            <a:r>
              <a:rPr lang="en-US">
                <a:solidFill>
                  <a:srgbClr val="FFFF00"/>
                </a:solidFill>
              </a:rPr>
              <a:t>Feedback to be seprately filles ( Rahul to make feed back form) </a:t>
            </a:r>
            <a:endParaRPr/>
          </a:p>
          <a:p>
            <a:pPr indent="0" lvl="0" marL="0" rtl="0" algn="l">
              <a:lnSpc>
                <a:spcPct val="100000"/>
              </a:lnSpc>
              <a:spcBef>
                <a:spcPts val="0"/>
              </a:spcBef>
              <a:spcAft>
                <a:spcPts val="0"/>
              </a:spcAft>
              <a:buSzPts val="1600"/>
              <a:buNone/>
            </a:pPr>
            <a:r>
              <a:t/>
            </a:r>
            <a:endParaRPr>
              <a:solidFill>
                <a:srgbClr val="FFFF00"/>
              </a:solidFill>
            </a:endParaRPr>
          </a:p>
          <a:p>
            <a:pPr indent="0" lvl="0" marL="0" rtl="0" algn="l">
              <a:lnSpc>
                <a:spcPct val="100000"/>
              </a:lnSpc>
              <a:spcBef>
                <a:spcPts val="0"/>
              </a:spcBef>
              <a:spcAft>
                <a:spcPts val="0"/>
              </a:spcAft>
              <a:buSzPts val="1600"/>
              <a:buNone/>
            </a:pPr>
            <a:r>
              <a:rPr lang="en-US" u="sng">
                <a:solidFill>
                  <a:schemeClr val="hlink"/>
                </a:solidFill>
                <a:hlinkClick r:id="rId3"/>
              </a:rPr>
              <a:t>file:///C:/Users/Sanjay/Downloads/Jobcard.pdf</a:t>
            </a:r>
            <a:r>
              <a:rPr lang="en-US"/>
              <a:t> ( JOB CARD) </a:t>
            </a:r>
            <a:endParaRPr/>
          </a:p>
          <a:p>
            <a:pPr indent="0" lvl="0" marL="0" rtl="0" algn="l">
              <a:lnSpc>
                <a:spcPct val="100000"/>
              </a:lnSpc>
              <a:spcBef>
                <a:spcPts val="0"/>
              </a:spcBef>
              <a:spcAft>
                <a:spcPts val="0"/>
              </a:spcAft>
              <a:buClr>
                <a:srgbClr val="86D1D8"/>
              </a:buClr>
              <a:buSzPts val="1600"/>
              <a:buNone/>
            </a:pPr>
            <a:r>
              <a:t/>
            </a:r>
            <a:endParaRPr/>
          </a:p>
          <a:p>
            <a:pPr indent="0" lvl="0" marL="0" rtl="0" algn="l">
              <a:lnSpc>
                <a:spcPct val="100000"/>
              </a:lnSpc>
              <a:spcBef>
                <a:spcPts val="0"/>
              </a:spcBef>
              <a:spcAft>
                <a:spcPts val="0"/>
              </a:spcAft>
              <a:buClr>
                <a:srgbClr val="8AD0D6"/>
              </a:buClr>
              <a:buSzPts val="1600"/>
              <a:buNone/>
            </a:pPr>
            <a:r>
              <a:rPr lang="en-US"/>
              <a:t>8. Job card etc. to be made </a:t>
            </a:r>
            <a:endParaRPr/>
          </a:p>
          <a:p>
            <a:pPr indent="0" lvl="0" marL="0" rtl="0" algn="l">
              <a:lnSpc>
                <a:spcPct val="100000"/>
              </a:lnSpc>
              <a:spcBef>
                <a:spcPts val="0"/>
              </a:spcBef>
              <a:spcAft>
                <a:spcPts val="0"/>
              </a:spcAft>
              <a:buSzPts val="1600"/>
              <a:buNone/>
            </a:pPr>
            <a:r>
              <a:rPr lang="en-US">
                <a:solidFill>
                  <a:srgbClr val="FFFF00"/>
                </a:solidFill>
              </a:rPr>
              <a:t>( feed back form, training certificate, warenty certificate, - old company 5 pages completion report , operation manual- do/don'ts to be discuss.)</a:t>
            </a:r>
            <a:endParaRPr/>
          </a:p>
          <a:p>
            <a:pPr indent="0" lvl="0" marL="0" rtl="0" algn="l">
              <a:lnSpc>
                <a:spcPct val="100000"/>
              </a:lnSpc>
              <a:spcBef>
                <a:spcPts val="0"/>
              </a:spcBef>
              <a:spcAft>
                <a:spcPts val="0"/>
              </a:spcAft>
              <a:buSzPts val="1600"/>
              <a:buNone/>
            </a:pPr>
            <a:r>
              <a:t/>
            </a:r>
            <a:endParaRPr>
              <a:solidFill>
                <a:srgbClr val="FFFF00"/>
              </a:solidFill>
            </a:endParaRPr>
          </a:p>
          <a:p>
            <a:pPr indent="0" lvl="0" marL="0" rtl="0" algn="l">
              <a:lnSpc>
                <a:spcPct val="100000"/>
              </a:lnSpc>
              <a:spcBef>
                <a:spcPts val="0"/>
              </a:spcBef>
              <a:spcAft>
                <a:spcPts val="0"/>
              </a:spcAft>
              <a:buClr>
                <a:srgbClr val="8AD0D6"/>
              </a:buClr>
              <a:buSzPts val="1600"/>
              <a:buNone/>
            </a:pPr>
            <a:r>
              <a:rPr lang="en-US">
                <a:solidFill>
                  <a:srgbClr val="FFFF00"/>
                </a:solidFill>
              </a:rPr>
              <a:t>9.Q</a:t>
            </a:r>
            <a:r>
              <a:rPr lang="en-US"/>
              <a:t>uote to be sent for AMC &amp; Repair - </a:t>
            </a:r>
            <a:endParaRPr/>
          </a:p>
          <a:p>
            <a:pPr indent="0" lvl="0" marL="0" rtl="0" algn="l">
              <a:lnSpc>
                <a:spcPct val="100000"/>
              </a:lnSpc>
              <a:spcBef>
                <a:spcPts val="0"/>
              </a:spcBef>
              <a:spcAft>
                <a:spcPts val="0"/>
              </a:spcAft>
              <a:buSzPts val="1600"/>
              <a:buNone/>
            </a:pPr>
            <a:r>
              <a:rPr lang="en-US">
                <a:solidFill>
                  <a:srgbClr val="FFFFFF"/>
                </a:solidFill>
              </a:rPr>
              <a:t>Deepti to send quotes after consultation with management</a:t>
            </a:r>
            <a:endParaRPr/>
          </a:p>
          <a:p>
            <a:pPr indent="0" lvl="0" marL="0" rtl="0" algn="l">
              <a:lnSpc>
                <a:spcPct val="100000"/>
              </a:lnSpc>
              <a:spcBef>
                <a:spcPts val="0"/>
              </a:spcBef>
              <a:spcAft>
                <a:spcPts val="0"/>
              </a:spcAft>
              <a:buSzPts val="1600"/>
              <a:buNone/>
            </a:pPr>
            <a:r>
              <a:t/>
            </a:r>
            <a:endParaRPr>
              <a:solidFill>
                <a:srgbClr val="FFFF00"/>
              </a:solidFill>
            </a:endParaRPr>
          </a:p>
          <a:p>
            <a:pPr indent="0" lvl="0" marL="0" rtl="0" algn="l">
              <a:lnSpc>
                <a:spcPct val="100000"/>
              </a:lnSpc>
              <a:spcBef>
                <a:spcPts val="0"/>
              </a:spcBef>
              <a:spcAft>
                <a:spcPts val="0"/>
              </a:spcAft>
              <a:buClr>
                <a:srgbClr val="86D1D8"/>
              </a:buClr>
              <a:buSzPts val="1600"/>
              <a:buNone/>
            </a:pPr>
            <a:r>
              <a:t/>
            </a:r>
            <a:endParaRPr>
              <a:solidFill>
                <a:srgbClr val="FFFF00"/>
              </a:solidFill>
            </a:endParaRPr>
          </a:p>
          <a:p>
            <a:pPr indent="0" lvl="0" marL="0" rtl="0" algn="l">
              <a:lnSpc>
                <a:spcPct val="100000"/>
              </a:lnSpc>
              <a:spcBef>
                <a:spcPts val="0"/>
              </a:spcBef>
              <a:spcAft>
                <a:spcPts val="0"/>
              </a:spcAft>
              <a:buClr>
                <a:srgbClr val="86D1D8"/>
              </a:buClr>
              <a:buSzPts val="1600"/>
              <a:buNone/>
            </a:pPr>
            <a:r>
              <a:t/>
            </a:r>
            <a:endParaRPr/>
          </a:p>
          <a:p>
            <a:pPr indent="0" lvl="0" marL="0" rtl="0" algn="l">
              <a:lnSpc>
                <a:spcPct val="100000"/>
              </a:lnSpc>
              <a:spcBef>
                <a:spcPts val="0"/>
              </a:spcBef>
              <a:spcAft>
                <a:spcPts val="0"/>
              </a:spcAft>
              <a:buClr>
                <a:srgbClr val="86D1D8"/>
              </a:buClr>
              <a:buSzPts val="1600"/>
              <a:buNone/>
            </a:pPr>
            <a:r>
              <a:t/>
            </a:r>
            <a:endParaRPr/>
          </a:p>
          <a:p>
            <a:pPr indent="0" lvl="0" marL="0" rtl="0" algn="l">
              <a:lnSpc>
                <a:spcPct val="100000"/>
              </a:lnSpc>
              <a:spcBef>
                <a:spcPts val="0"/>
              </a:spcBef>
              <a:spcAft>
                <a:spcPts val="0"/>
              </a:spcAft>
              <a:buClr>
                <a:srgbClr val="86D1D8"/>
              </a:buClr>
              <a:buSzPts val="1600"/>
              <a:buNone/>
            </a:pPr>
            <a:r>
              <a:t/>
            </a:r>
            <a:endParaRPr/>
          </a:p>
          <a:p>
            <a:pPr indent="0" lvl="0" marL="0" rtl="0" algn="l">
              <a:lnSpc>
                <a:spcPct val="100000"/>
              </a:lnSpc>
              <a:spcBef>
                <a:spcPts val="0"/>
              </a:spcBef>
              <a:spcAft>
                <a:spcPts val="0"/>
              </a:spcAft>
              <a:buClr>
                <a:srgbClr val="86D1D8"/>
              </a:buClr>
              <a:buSzPts val="1600"/>
              <a:buNone/>
            </a:pPr>
            <a:r>
              <a:t/>
            </a:r>
            <a:endParaRPr/>
          </a:p>
          <a:p>
            <a:pPr indent="0" lvl="0" marL="0" rtl="0" algn="l">
              <a:lnSpc>
                <a:spcPct val="100000"/>
              </a:lnSpc>
              <a:spcBef>
                <a:spcPts val="0"/>
              </a:spcBef>
              <a:spcAft>
                <a:spcPts val="0"/>
              </a:spcAft>
              <a:buClr>
                <a:srgbClr val="86D1D8"/>
              </a:buClr>
              <a:buSzPts val="1600"/>
              <a:buNone/>
            </a:pPr>
            <a:r>
              <a:t/>
            </a:r>
            <a:endParaRPr/>
          </a:p>
          <a:p>
            <a:pPr indent="0" lvl="0" marL="0" rtl="0" algn="l">
              <a:lnSpc>
                <a:spcPct val="100000"/>
              </a:lnSpc>
              <a:spcBef>
                <a:spcPts val="0"/>
              </a:spcBef>
              <a:spcAft>
                <a:spcPts val="0"/>
              </a:spcAft>
              <a:buClr>
                <a:srgbClr val="8AD0D6"/>
              </a:buClr>
              <a:buSzPts val="1600"/>
              <a:buNone/>
            </a:pPr>
            <a:r>
              <a:t/>
            </a:r>
            <a:endParaRPr/>
          </a:p>
          <a:p>
            <a:pPr indent="0" lvl="0" marL="0" rtl="0" algn="l">
              <a:lnSpc>
                <a:spcPct val="100000"/>
              </a:lnSpc>
              <a:spcBef>
                <a:spcPts val="1000"/>
              </a:spcBef>
              <a:spcAft>
                <a:spcPts val="0"/>
              </a:spcAft>
              <a:buSzPts val="1600"/>
              <a:buNone/>
            </a:pPr>
            <a:r>
              <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3" name="Shape 1153"/>
        <p:cNvGrpSpPr/>
        <p:nvPr/>
      </p:nvGrpSpPr>
      <p:grpSpPr>
        <a:xfrm>
          <a:off x="0" y="0"/>
          <a:ext cx="0" cy="0"/>
          <a:chOff x="0" y="0"/>
          <a:chExt cx="0" cy="0"/>
        </a:xfrm>
      </p:grpSpPr>
      <p:sp>
        <p:nvSpPr>
          <p:cNvPr id="1154" name="Google Shape;1154;p57"/>
          <p:cNvSpPr txBox="1"/>
          <p:nvPr>
            <p:ph type="title"/>
          </p:nvPr>
        </p:nvSpPr>
        <p:spPr>
          <a:xfrm flipH="1" rot="10800000">
            <a:off x="646111" y="358003"/>
            <a:ext cx="9404723" cy="9471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lt2"/>
              </a:buClr>
              <a:buSzPts val="4200"/>
              <a:buFont typeface="Century Gothic"/>
              <a:buNone/>
            </a:pPr>
            <a:r>
              <a:t/>
            </a:r>
            <a:endParaRPr/>
          </a:p>
        </p:txBody>
      </p:sp>
      <p:sp>
        <p:nvSpPr>
          <p:cNvPr id="1155" name="Google Shape;1155;p57"/>
          <p:cNvSpPr txBox="1"/>
          <p:nvPr>
            <p:ph idx="1" type="body"/>
          </p:nvPr>
        </p:nvSpPr>
        <p:spPr>
          <a:xfrm>
            <a:off x="643237" y="744579"/>
            <a:ext cx="10772465" cy="550382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600"/>
              <a:buNone/>
            </a:pPr>
            <a:r>
              <a:rPr lang="en-US"/>
              <a:t>10. New business Devp. </a:t>
            </a:r>
            <a:endParaRPr/>
          </a:p>
          <a:p>
            <a:pPr indent="0" lvl="0" marL="0" rtl="0" algn="l">
              <a:lnSpc>
                <a:spcPct val="100000"/>
              </a:lnSpc>
              <a:spcBef>
                <a:spcPts val="1000"/>
              </a:spcBef>
              <a:spcAft>
                <a:spcPts val="0"/>
              </a:spcAft>
              <a:buSzPts val="1600"/>
              <a:buNone/>
            </a:pPr>
            <a:r>
              <a:rPr lang="en-US"/>
              <a:t>- retail chain customer need to maximise.</a:t>
            </a:r>
            <a:endParaRPr/>
          </a:p>
          <a:p>
            <a:pPr indent="0" lvl="0" marL="0" rtl="0" algn="l">
              <a:lnSpc>
                <a:spcPct val="100000"/>
              </a:lnSpc>
              <a:spcBef>
                <a:spcPts val="1000"/>
              </a:spcBef>
              <a:spcAft>
                <a:spcPts val="0"/>
              </a:spcAft>
              <a:buSzPts val="1600"/>
              <a:buNone/>
            </a:pPr>
            <a:r>
              <a:rPr lang="en-US"/>
              <a:t>- maintaining ralatioship with the vendors.</a:t>
            </a:r>
            <a:endParaRPr/>
          </a:p>
          <a:p>
            <a:pPr indent="-241300" lvl="0" marL="342900" rtl="0" algn="l">
              <a:lnSpc>
                <a:spcPct val="100000"/>
              </a:lnSpc>
              <a:spcBef>
                <a:spcPts val="0"/>
              </a:spcBef>
              <a:spcAft>
                <a:spcPts val="0"/>
              </a:spcAft>
              <a:buClr>
                <a:srgbClr val="8AD0D6"/>
              </a:buClr>
              <a:buSzPts val="1600"/>
              <a:buNone/>
            </a:pPr>
            <a:r>
              <a:t/>
            </a:r>
            <a:endParaRPr/>
          </a:p>
          <a:p>
            <a:pPr indent="0" lvl="0" marL="0" rtl="0" algn="l">
              <a:lnSpc>
                <a:spcPct val="100000"/>
              </a:lnSpc>
              <a:spcBef>
                <a:spcPts val="0"/>
              </a:spcBef>
              <a:spcAft>
                <a:spcPts val="0"/>
              </a:spcAft>
              <a:buClr>
                <a:srgbClr val="8AD0D6"/>
              </a:buClr>
              <a:buSzPts val="1600"/>
              <a:buNone/>
            </a:pPr>
            <a:r>
              <a:rPr lang="en-US"/>
              <a:t>11. Customer feedback – satisfaction delightful</a:t>
            </a:r>
            <a:endParaRPr/>
          </a:p>
          <a:p>
            <a:pPr indent="0" lvl="0" marL="0" rtl="0" algn="l">
              <a:lnSpc>
                <a:spcPct val="100000"/>
              </a:lnSpc>
              <a:spcBef>
                <a:spcPts val="0"/>
              </a:spcBef>
              <a:spcAft>
                <a:spcPts val="0"/>
              </a:spcAft>
              <a:buSzPts val="1600"/>
              <a:buNone/>
            </a:pPr>
            <a:r>
              <a:rPr lang="en-US"/>
              <a:t>- goods services, promt response, good behavier at site, dedication, coutsey call ( to warentee customers).- </a:t>
            </a:r>
            <a:endParaRPr/>
          </a:p>
          <a:p>
            <a:pPr indent="0" lvl="0" marL="0" rtl="0" algn="l">
              <a:lnSpc>
                <a:spcPct val="100000"/>
              </a:lnSpc>
              <a:spcBef>
                <a:spcPts val="0"/>
              </a:spcBef>
              <a:spcAft>
                <a:spcPts val="0"/>
              </a:spcAft>
              <a:buSzPts val="1600"/>
              <a:buNone/>
            </a:pPr>
            <a:r>
              <a:t/>
            </a:r>
            <a:endParaRPr/>
          </a:p>
          <a:p>
            <a:pPr indent="0" lvl="0" marL="0" rtl="0" algn="l">
              <a:lnSpc>
                <a:spcPct val="100000"/>
              </a:lnSpc>
              <a:spcBef>
                <a:spcPts val="0"/>
              </a:spcBef>
              <a:spcAft>
                <a:spcPts val="0"/>
              </a:spcAft>
              <a:buSzPts val="1600"/>
              <a:buNone/>
            </a:pPr>
            <a:r>
              <a:t/>
            </a:r>
            <a:endParaRPr/>
          </a:p>
          <a:p>
            <a:pPr indent="0" lvl="0" marL="0" rtl="0" algn="l">
              <a:lnSpc>
                <a:spcPct val="100000"/>
              </a:lnSpc>
              <a:spcBef>
                <a:spcPts val="0"/>
              </a:spcBef>
              <a:spcAft>
                <a:spcPts val="0"/>
              </a:spcAft>
              <a:buSzPts val="1600"/>
              <a:buNone/>
            </a:pPr>
            <a:r>
              <a:rPr lang="en-US"/>
              <a:t>12. One day before of work intimation to sr. Management and allocation to engineer. (Deepti and Rahul).  </a:t>
            </a:r>
            <a:endParaRPr/>
          </a:p>
          <a:p>
            <a:pPr indent="0" lvl="0" marL="0" rtl="0" algn="l">
              <a:lnSpc>
                <a:spcPct val="100000"/>
              </a:lnSpc>
              <a:spcBef>
                <a:spcPts val="0"/>
              </a:spcBef>
              <a:spcAft>
                <a:spcPts val="0"/>
              </a:spcAft>
              <a:buSzPts val="1600"/>
              <a:buNone/>
            </a:pPr>
            <a:r>
              <a:rPr lang="en-US"/>
              <a:t>- work  to be tought to deepty , slowely make her super hand in back end. </a:t>
            </a:r>
            <a:endParaRPr/>
          </a:p>
          <a:p>
            <a:pPr indent="0" lvl="0" marL="0" rtl="0" algn="l">
              <a:lnSpc>
                <a:spcPct val="100000"/>
              </a:lnSpc>
              <a:spcBef>
                <a:spcPts val="0"/>
              </a:spcBef>
              <a:spcAft>
                <a:spcPts val="0"/>
              </a:spcAft>
              <a:buClr>
                <a:srgbClr val="86D1D8"/>
              </a:buClr>
              <a:buSzPts val="1600"/>
              <a:buNone/>
            </a:pPr>
            <a:r>
              <a:t/>
            </a:r>
            <a:endParaRPr/>
          </a:p>
          <a:p>
            <a:pPr indent="-241300" lvl="0" marL="342900" rtl="0" algn="l">
              <a:lnSpc>
                <a:spcPct val="100000"/>
              </a:lnSpc>
              <a:spcBef>
                <a:spcPts val="0"/>
              </a:spcBef>
              <a:spcAft>
                <a:spcPts val="0"/>
              </a:spcAft>
              <a:buClr>
                <a:srgbClr val="8AD0D6"/>
              </a:buClr>
              <a:buSzPts val="1600"/>
              <a:buNone/>
            </a:pPr>
            <a:r>
              <a:t/>
            </a:r>
            <a:endParaRPr/>
          </a:p>
          <a:p>
            <a:pPr indent="-241300" lvl="0" marL="342900" rtl="0" algn="l">
              <a:lnSpc>
                <a:spcPct val="100000"/>
              </a:lnSpc>
              <a:spcBef>
                <a:spcPts val="0"/>
              </a:spcBef>
              <a:spcAft>
                <a:spcPts val="0"/>
              </a:spcAft>
              <a:buClr>
                <a:srgbClr val="8AD0D6"/>
              </a:buClr>
              <a:buSzPts val="1600"/>
              <a:buNone/>
            </a:pPr>
            <a:r>
              <a:t/>
            </a:r>
            <a:endParaRPr/>
          </a:p>
          <a:p>
            <a:pPr indent="-241300" lvl="0" marL="342900" rtl="0" algn="l">
              <a:lnSpc>
                <a:spcPct val="100000"/>
              </a:lnSpc>
              <a:spcBef>
                <a:spcPts val="1000"/>
              </a:spcBef>
              <a:spcAft>
                <a:spcPts val="0"/>
              </a:spcAft>
              <a:buClr>
                <a:srgbClr val="8AD0D6"/>
              </a:buClr>
              <a:buSzPts val="1600"/>
              <a:buNone/>
            </a:pPr>
            <a:r>
              <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9" name="Shape 1159"/>
        <p:cNvGrpSpPr/>
        <p:nvPr/>
      </p:nvGrpSpPr>
      <p:grpSpPr>
        <a:xfrm>
          <a:off x="0" y="0"/>
          <a:ext cx="0" cy="0"/>
          <a:chOff x="0" y="0"/>
          <a:chExt cx="0" cy="0"/>
        </a:xfrm>
      </p:grpSpPr>
      <p:sp>
        <p:nvSpPr>
          <p:cNvPr id="1160" name="Google Shape;1160;p58"/>
          <p:cNvSpPr txBox="1"/>
          <p:nvPr>
            <p:ph type="title"/>
          </p:nvPr>
        </p:nvSpPr>
        <p:spPr>
          <a:xfrm>
            <a:off x="684748" y="244415"/>
            <a:ext cx="9404723" cy="50256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lt2"/>
              </a:buClr>
              <a:buSzPts val="4200"/>
              <a:buFont typeface="Century Gothic"/>
              <a:buNone/>
            </a:pPr>
            <a:r>
              <a:rPr lang="en-US"/>
              <a:t>Service Coordinator -</a:t>
            </a:r>
            <a:endParaRPr/>
          </a:p>
        </p:txBody>
      </p:sp>
      <p:sp>
        <p:nvSpPr>
          <p:cNvPr id="1161" name="Google Shape;1161;p58"/>
          <p:cNvSpPr txBox="1"/>
          <p:nvPr/>
        </p:nvSpPr>
        <p:spPr>
          <a:xfrm>
            <a:off x="684748" y="1068946"/>
            <a:ext cx="10496282" cy="5909310"/>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Responsible for A) Repair, B) service &amp;C) AMC – related maters of back end ( LG, Samsung &amp; other vendors)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Resp. For every service coordination  ( ( paid , non paid , advance payments)</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Mange the engineer allocation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Mange the customer call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Manage the JOB Card, allocation of engineer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Coordinate and feedback with customer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Take completion job card from engineer and attach in SAP</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Make the sales order and invoice (repair, AMC &amp; Spares) if required.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Make AMC Quote, follow up and close the order.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Coordinate with sales and presales person for instalation work.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Clear the bills of 3rd party and engineer daily expenditure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Help and control to service department to give world class best service to customer.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Thanks mail to customer for completion work, order rcvd. or any other work.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Working on customer Delight</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a:t>
            </a:r>
            <a:endParaRPr b="0" i="0" sz="1400" u="none" cap="none" strike="noStrike">
              <a:solidFill>
                <a:srgbClr val="000000"/>
              </a:solidFill>
              <a:latin typeface="Arial"/>
              <a:ea typeface="Arial"/>
              <a:cs typeface="Arial"/>
              <a:sym typeface="Arial"/>
            </a:endParaRPr>
          </a:p>
          <a:p>
            <a:pPr indent="-228600" lvl="0" marL="342900" marR="0" rtl="0" algn="l">
              <a:lnSpc>
                <a:spcPct val="100000"/>
              </a:lnSpc>
              <a:spcBef>
                <a:spcPts val="0"/>
              </a:spcBef>
              <a:spcAft>
                <a:spcPts val="0"/>
              </a:spcAft>
              <a:buClr>
                <a:schemeClr val="lt1"/>
              </a:buClr>
              <a:buSzPts val="1800"/>
              <a:buFont typeface="Century Gothic"/>
              <a:buNone/>
            </a:pPr>
            <a:r>
              <a:t/>
            </a:r>
            <a:endParaRPr b="0" i="0" sz="1800" u="none" cap="none" strike="noStrike">
              <a:solidFill>
                <a:schemeClr val="lt1"/>
              </a:solidFill>
              <a:latin typeface="Century Gothic"/>
              <a:ea typeface="Century Gothic"/>
              <a:cs typeface="Century Gothic"/>
              <a:sym typeface="Century Gothic"/>
            </a:endParaRPr>
          </a:p>
          <a:p>
            <a:pPr indent="-228600" lvl="0" marL="342900" marR="0" rtl="0" algn="l">
              <a:lnSpc>
                <a:spcPct val="100000"/>
              </a:lnSpc>
              <a:spcBef>
                <a:spcPts val="0"/>
              </a:spcBef>
              <a:spcAft>
                <a:spcPts val="0"/>
              </a:spcAft>
              <a:buClr>
                <a:schemeClr val="lt1"/>
              </a:buClr>
              <a:buSzPts val="1800"/>
              <a:buFont typeface="Century Gothic"/>
              <a:buNone/>
            </a:pPr>
            <a:r>
              <a:t/>
            </a:r>
            <a:endParaRPr b="0" i="0" sz="1800" u="none" cap="none" strike="noStrike">
              <a:solidFill>
                <a:schemeClr val="lt1"/>
              </a:solidFill>
              <a:latin typeface="Century Gothic"/>
              <a:ea typeface="Century Gothic"/>
              <a:cs typeface="Century Gothic"/>
              <a:sym typeface="Century Gothic"/>
            </a:endParaRPr>
          </a:p>
          <a:p>
            <a:pPr indent="-228600" lvl="0" marL="342900" marR="0" rtl="0" algn="l">
              <a:lnSpc>
                <a:spcPct val="100000"/>
              </a:lnSpc>
              <a:spcBef>
                <a:spcPts val="0"/>
              </a:spcBef>
              <a:spcAft>
                <a:spcPts val="0"/>
              </a:spcAft>
              <a:buClr>
                <a:schemeClr val="lt1"/>
              </a:buClr>
              <a:buSzPts val="1800"/>
              <a:buFont typeface="Century Gothic"/>
              <a:buNone/>
            </a:pPr>
            <a:r>
              <a:t/>
            </a:r>
            <a:endParaRPr b="0" i="0" sz="1800" u="none" cap="none" strike="noStrike">
              <a:solidFill>
                <a:schemeClr val="lt1"/>
              </a:solidFill>
              <a:latin typeface="Century Gothic"/>
              <a:ea typeface="Century Gothic"/>
              <a:cs typeface="Century Gothic"/>
              <a:sym typeface="Century Gothic"/>
            </a:endParaRPr>
          </a:p>
          <a:p>
            <a:pPr indent="-228600" lvl="0" marL="342900" marR="0" rtl="0" algn="l">
              <a:lnSpc>
                <a:spcPct val="100000"/>
              </a:lnSpc>
              <a:spcBef>
                <a:spcPts val="0"/>
              </a:spcBef>
              <a:spcAft>
                <a:spcPts val="0"/>
              </a:spcAft>
              <a:buClr>
                <a:schemeClr val="lt1"/>
              </a:buClr>
              <a:buSzPts val="1800"/>
              <a:buFont typeface="Century Gothic"/>
              <a:buNone/>
            </a:pPr>
            <a:r>
              <a:t/>
            </a:r>
            <a:endParaRPr b="0" i="0" sz="1800" u="none" cap="none" strike="noStrike">
              <a:solidFill>
                <a:schemeClr val="lt1"/>
              </a:solidFill>
              <a:latin typeface="Century Gothic"/>
              <a:ea typeface="Century Gothic"/>
              <a:cs typeface="Century Gothic"/>
              <a:sym typeface="Century Gothic"/>
            </a:endParaRPr>
          </a:p>
          <a:p>
            <a:pPr indent="-228600" lvl="0" marL="342900" marR="0" rtl="0" algn="l">
              <a:lnSpc>
                <a:spcPct val="100000"/>
              </a:lnSpc>
              <a:spcBef>
                <a:spcPts val="0"/>
              </a:spcBef>
              <a:spcAft>
                <a:spcPts val="0"/>
              </a:spcAft>
              <a:buClr>
                <a:schemeClr val="lt1"/>
              </a:buClr>
              <a:buSzPts val="1800"/>
              <a:buFont typeface="Century Gothic"/>
              <a:buNone/>
            </a:pPr>
            <a:r>
              <a:t/>
            </a:r>
            <a:endParaRPr b="0" i="0" sz="1800" u="none" cap="none" strike="noStrike">
              <a:solidFill>
                <a:schemeClr val="lt1"/>
              </a:solidFill>
              <a:latin typeface="Century Gothic"/>
              <a:ea typeface="Century Gothic"/>
              <a:cs typeface="Century Gothic"/>
              <a:sym typeface="Century Gothic"/>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5" name="Shape 1165"/>
        <p:cNvGrpSpPr/>
        <p:nvPr/>
      </p:nvGrpSpPr>
      <p:grpSpPr>
        <a:xfrm>
          <a:off x="0" y="0"/>
          <a:ext cx="0" cy="0"/>
          <a:chOff x="0" y="0"/>
          <a:chExt cx="0" cy="0"/>
        </a:xfrm>
      </p:grpSpPr>
      <p:sp>
        <p:nvSpPr>
          <p:cNvPr id="1166" name="Google Shape;1166;p59"/>
          <p:cNvSpPr txBox="1"/>
          <p:nvPr>
            <p:ph type="title"/>
          </p:nvPr>
        </p:nvSpPr>
        <p:spPr>
          <a:xfrm>
            <a:off x="684748" y="0"/>
            <a:ext cx="9404723" cy="74697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lt2"/>
              </a:buClr>
              <a:buSzPts val="4200"/>
              <a:buFont typeface="Century Gothic"/>
              <a:buNone/>
            </a:pPr>
            <a:r>
              <a:rPr lang="en-US"/>
              <a:t>Rahul – Service – Project Manger</a:t>
            </a:r>
            <a:endParaRPr/>
          </a:p>
        </p:txBody>
      </p:sp>
      <p:sp>
        <p:nvSpPr>
          <p:cNvPr id="1167" name="Google Shape;1167;p59"/>
          <p:cNvSpPr txBox="1"/>
          <p:nvPr/>
        </p:nvSpPr>
        <p:spPr>
          <a:xfrm>
            <a:off x="684748" y="1068946"/>
            <a:ext cx="10496282" cy="5078313"/>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Call received for repair and installation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Alignment of engineers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Resource's arrangement, requirement of far site 3rd party manpower &amp; raw Material.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Coordination with customer for installation and repair.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Coordination with OEM for repairs</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Document for Projects – Drawing, PO, Job cards, installation report,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Project Handover documents,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Time to time training to the engineers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Client feedback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SAP Job card issue, completion and attachment in SAP.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Photograph of sites before start the job, working and completion, give to Vyas to upload on website to make project success story.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sng" cap="none" strike="noStrike">
                <a:solidFill>
                  <a:schemeClr val="lt1"/>
                </a:solidFill>
                <a:latin typeface="Century Gothic"/>
                <a:ea typeface="Century Gothic"/>
                <a:cs typeface="Century Gothic"/>
                <a:sym typeface="Century Gothic"/>
                <a:hlinkClick r:id="rId3">
                  <a:extLst>
                    <a:ext uri="{A12FA001-AC4F-418D-AE19-62706E023703}">
                      <ahyp:hlinkClr val="tx"/>
                    </a:ext>
                  </a:extLst>
                </a:hlinkClick>
              </a:rPr>
              <a:t>https://forms.gle/7ZFwgrhnyncmuhxA6</a:t>
            </a:r>
            <a:endParaRPr b="0" i="0" sz="1800" u="none" cap="none" strike="noStrike">
              <a:solidFill>
                <a:schemeClr val="lt1"/>
              </a:solidFill>
              <a:latin typeface="Century Gothic"/>
              <a:ea typeface="Century Gothic"/>
              <a:cs typeface="Century Gothic"/>
              <a:sym typeface="Century Gothic"/>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sng" cap="none" strike="noStrike">
                <a:solidFill>
                  <a:schemeClr val="lt1"/>
                </a:solidFill>
                <a:latin typeface="Century Gothic"/>
                <a:ea typeface="Century Gothic"/>
                <a:cs typeface="Century Gothic"/>
                <a:sym typeface="Century Gothic"/>
                <a:hlinkClick r:id="rId4">
                  <a:extLst>
                    <a:ext uri="{A12FA001-AC4F-418D-AE19-62706E023703}">
                      <ahyp:hlinkClr val="tx"/>
                    </a:ext>
                  </a:extLst>
                </a:hlinkClick>
              </a:rPr>
              <a:t>https://docs.google.com/forms/d/1LJjeHnxXWLh2lOosARQqEfQvakuUduHv_C1ZwGUAAIY/edit#responses</a:t>
            </a:r>
            <a:endParaRPr b="0" i="0" sz="1400" u="none" cap="none" strike="noStrike">
              <a:solidFill>
                <a:srgbClr val="000000"/>
              </a:solidFill>
              <a:latin typeface="Arial"/>
              <a:ea typeface="Arial"/>
              <a:cs typeface="Arial"/>
              <a:sym typeface="Arial"/>
            </a:endParaRPr>
          </a:p>
          <a:p>
            <a:pPr indent="-228600" lvl="0" marL="342900" marR="0" rtl="0" algn="l">
              <a:lnSpc>
                <a:spcPct val="100000"/>
              </a:lnSpc>
              <a:spcBef>
                <a:spcPts val="0"/>
              </a:spcBef>
              <a:spcAft>
                <a:spcPts val="0"/>
              </a:spcAft>
              <a:buClr>
                <a:schemeClr val="lt1"/>
              </a:buClr>
              <a:buSzPts val="1800"/>
              <a:buFont typeface="Century Gothic"/>
              <a:buNone/>
            </a:pPr>
            <a:r>
              <a:t/>
            </a:r>
            <a:endParaRPr b="0" i="0" sz="1800" u="none" cap="none" strike="noStrike">
              <a:solidFill>
                <a:schemeClr val="lt1"/>
              </a:solidFill>
              <a:latin typeface="Century Gothic"/>
              <a:ea typeface="Century Gothic"/>
              <a:cs typeface="Century Gothic"/>
              <a:sym typeface="Century Gothic"/>
            </a:endParaRPr>
          </a:p>
          <a:p>
            <a:pPr indent="-228600" lvl="0" marL="342900" marR="0" rtl="0" algn="l">
              <a:lnSpc>
                <a:spcPct val="100000"/>
              </a:lnSpc>
              <a:spcBef>
                <a:spcPts val="0"/>
              </a:spcBef>
              <a:spcAft>
                <a:spcPts val="0"/>
              </a:spcAft>
              <a:buClr>
                <a:schemeClr val="lt1"/>
              </a:buClr>
              <a:buSzPts val="1800"/>
              <a:buFont typeface="Century Gothic"/>
              <a:buNone/>
            </a:pPr>
            <a:r>
              <a:t/>
            </a:r>
            <a:endParaRPr b="0" i="0" sz="1800" u="none" cap="none" strike="noStrike">
              <a:solidFill>
                <a:schemeClr val="lt1"/>
              </a:solidFill>
              <a:latin typeface="Century Gothic"/>
              <a:ea typeface="Century Gothic"/>
              <a:cs typeface="Century Gothic"/>
              <a:sym typeface="Century Gothic"/>
            </a:endParaRPr>
          </a:p>
          <a:p>
            <a:pPr indent="-228600" lvl="0" marL="342900" marR="0" rtl="0" algn="l">
              <a:lnSpc>
                <a:spcPct val="100000"/>
              </a:lnSpc>
              <a:spcBef>
                <a:spcPts val="0"/>
              </a:spcBef>
              <a:spcAft>
                <a:spcPts val="0"/>
              </a:spcAft>
              <a:buClr>
                <a:schemeClr val="lt1"/>
              </a:buClr>
              <a:buSzPts val="1800"/>
              <a:buFont typeface="Century Gothic"/>
              <a:buNone/>
            </a:pPr>
            <a:r>
              <a:t/>
            </a:r>
            <a:endParaRPr b="0" i="0" sz="1800" u="none" cap="none" strike="noStrike">
              <a:solidFill>
                <a:schemeClr val="lt1"/>
              </a:solidFill>
              <a:latin typeface="Century Gothic"/>
              <a:ea typeface="Century Gothic"/>
              <a:cs typeface="Century Gothic"/>
              <a:sym typeface="Century Gothic"/>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1" name="Shape 1171"/>
        <p:cNvGrpSpPr/>
        <p:nvPr/>
      </p:nvGrpSpPr>
      <p:grpSpPr>
        <a:xfrm>
          <a:off x="0" y="0"/>
          <a:ext cx="0" cy="0"/>
          <a:chOff x="0" y="0"/>
          <a:chExt cx="0" cy="0"/>
        </a:xfrm>
      </p:grpSpPr>
      <p:sp>
        <p:nvSpPr>
          <p:cNvPr id="1172" name="Google Shape;1172;p60"/>
          <p:cNvSpPr txBox="1"/>
          <p:nvPr>
            <p:ph type="title"/>
          </p:nvPr>
        </p:nvSpPr>
        <p:spPr>
          <a:xfrm>
            <a:off x="684748" y="0"/>
            <a:ext cx="9404723" cy="74697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lt2"/>
              </a:buClr>
              <a:buSzPts val="4200"/>
              <a:buFont typeface="Century Gothic"/>
              <a:buNone/>
            </a:pPr>
            <a:r>
              <a:rPr lang="en-US"/>
              <a:t>Neeraj – Software &amp; AMC</a:t>
            </a:r>
            <a:endParaRPr/>
          </a:p>
        </p:txBody>
      </p:sp>
      <p:sp>
        <p:nvSpPr>
          <p:cNvPr id="1173" name="Google Shape;1173;p60"/>
          <p:cNvSpPr txBox="1"/>
          <p:nvPr/>
        </p:nvSpPr>
        <p:spPr>
          <a:xfrm>
            <a:off x="684748" y="1030310"/>
            <a:ext cx="10496282" cy="3693319"/>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Resp. of Digital signage, work with software development team, quote to customer, delivery to customer, satisfied to customer, all othe service to customer.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For order, installation, support of any other work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Demo of AV product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Amc follow up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Take new amc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Follow up and working of new amc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Product Training to customer and staff.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Handling of Demo Center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Support to engineer and customer for technical support.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Site visit AMC / Demo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Quote make and send to customer.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New software working and recommending to organisation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7" name="Shape 1177"/>
        <p:cNvGrpSpPr/>
        <p:nvPr/>
      </p:nvGrpSpPr>
      <p:grpSpPr>
        <a:xfrm>
          <a:off x="0" y="0"/>
          <a:ext cx="0" cy="0"/>
          <a:chOff x="0" y="0"/>
          <a:chExt cx="0" cy="0"/>
        </a:xfrm>
      </p:grpSpPr>
      <p:sp>
        <p:nvSpPr>
          <p:cNvPr id="1178" name="Google Shape;1178;p61"/>
          <p:cNvSpPr txBox="1"/>
          <p:nvPr>
            <p:ph type="title"/>
          </p:nvPr>
        </p:nvSpPr>
        <p:spPr>
          <a:xfrm>
            <a:off x="684748" y="0"/>
            <a:ext cx="9404723" cy="74697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lt2"/>
              </a:buClr>
              <a:buSzPts val="3200"/>
              <a:buFont typeface="Century Gothic"/>
              <a:buNone/>
            </a:pPr>
            <a:r>
              <a:rPr lang="en-US" sz="3200"/>
              <a:t>Commerical – Finance- Chander</a:t>
            </a:r>
            <a:endParaRPr/>
          </a:p>
        </p:txBody>
      </p:sp>
      <p:sp>
        <p:nvSpPr>
          <p:cNvPr id="1179" name="Google Shape;1179;p61"/>
          <p:cNvSpPr txBox="1"/>
          <p:nvPr/>
        </p:nvSpPr>
        <p:spPr>
          <a:xfrm>
            <a:off x="440333" y="656499"/>
            <a:ext cx="10496282" cy="6463308"/>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Supervision of complete finance department, + coordinate to other department.</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Day to day accounts work, Telephone, electricity, vehicle, cards, Legal &amp; illegal work, etc. Etc.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Payments, office, vendor and others.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Maintain cash ledger and cash book</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Voucher + invoice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Salary, PF &amp; ESI Work</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GST Work</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Income tax work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Timley fill up all returns and forms.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Banking work daily and others.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Match balance sheet.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Making MIS Report and to send to Director.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Work on interest part and other financial development work.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Saving of interest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Custom department work</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Payment follow up &amp; collection supervision.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ROI of every work.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Bank reco, balance sheet, trail balance etc. </a:t>
            </a:r>
            <a:endParaRPr b="0" i="0" sz="1400" u="none" cap="none" strike="noStrike">
              <a:solidFill>
                <a:srgbClr val="000000"/>
              </a:solidFill>
              <a:latin typeface="Arial"/>
              <a:ea typeface="Arial"/>
              <a:cs typeface="Arial"/>
              <a:sym typeface="Arial"/>
            </a:endParaRPr>
          </a:p>
          <a:p>
            <a:pPr indent="-228600" lvl="0" marL="342900" marR="0" rtl="0" algn="l">
              <a:lnSpc>
                <a:spcPct val="100000"/>
              </a:lnSpc>
              <a:spcBef>
                <a:spcPts val="0"/>
              </a:spcBef>
              <a:spcAft>
                <a:spcPts val="0"/>
              </a:spcAft>
              <a:buClr>
                <a:schemeClr val="lt1"/>
              </a:buClr>
              <a:buSzPts val="1800"/>
              <a:buFont typeface="Century Gothic"/>
              <a:buNone/>
            </a:pPr>
            <a:r>
              <a:t/>
            </a:r>
            <a:endParaRPr b="0" i="0" sz="18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rPr b="0" i="0" lang="en-US" sz="1800" u="sng" cap="none" strike="noStrike">
                <a:solidFill>
                  <a:schemeClr val="lt1"/>
                </a:solidFill>
                <a:latin typeface="Century Gothic"/>
                <a:ea typeface="Century Gothic"/>
                <a:cs typeface="Century Gothic"/>
                <a:sym typeface="Century Gothic"/>
                <a:hlinkClick r:id="rId3">
                  <a:extLst>
                    <a:ext uri="{A12FA001-AC4F-418D-AE19-62706E023703}">
                      <ahyp:hlinkClr val="tx"/>
                    </a:ext>
                  </a:extLst>
                </a:hlinkClick>
              </a:rPr>
              <a:t>https://docs.google.com/spreadsheets/d/18igAUMUYHoSh-TmtzKc64g9rr009Og6F/edit#gid=2133689025</a:t>
            </a:r>
            <a:endParaRPr b="0" i="0" sz="1800" u="none" cap="none" strike="noStrike">
              <a:solidFill>
                <a:schemeClr val="lt1"/>
              </a:solidFill>
              <a:latin typeface="Century Gothic"/>
              <a:ea typeface="Century Gothic"/>
              <a:cs typeface="Century Gothic"/>
              <a:sym typeface="Century Gothic"/>
            </a:endParaRPr>
          </a:p>
          <a:p>
            <a:pPr indent="-228600" lvl="0" marL="342900" marR="0" rtl="0" algn="l">
              <a:lnSpc>
                <a:spcPct val="100000"/>
              </a:lnSpc>
              <a:spcBef>
                <a:spcPts val="0"/>
              </a:spcBef>
              <a:spcAft>
                <a:spcPts val="0"/>
              </a:spcAft>
              <a:buClr>
                <a:schemeClr val="lt1"/>
              </a:buClr>
              <a:buSzPts val="1800"/>
              <a:buFont typeface="Century Gothic"/>
              <a:buNone/>
            </a:pPr>
            <a:r>
              <a:t/>
            </a:r>
            <a:endParaRPr b="0" i="0" sz="1800" u="none" cap="none" strike="noStrike">
              <a:solidFill>
                <a:schemeClr val="lt1"/>
              </a:solidFill>
              <a:latin typeface="Century Gothic"/>
              <a:ea typeface="Century Gothic"/>
              <a:cs typeface="Century Gothic"/>
              <a:sym typeface="Century Gothic"/>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3" name="Shape 1183"/>
        <p:cNvGrpSpPr/>
        <p:nvPr/>
      </p:nvGrpSpPr>
      <p:grpSpPr>
        <a:xfrm>
          <a:off x="0" y="0"/>
          <a:ext cx="0" cy="0"/>
          <a:chOff x="0" y="0"/>
          <a:chExt cx="0" cy="0"/>
        </a:xfrm>
      </p:grpSpPr>
      <p:sp>
        <p:nvSpPr>
          <p:cNvPr id="1184" name="Google Shape;1184;p62"/>
          <p:cNvSpPr txBox="1"/>
          <p:nvPr/>
        </p:nvSpPr>
        <p:spPr>
          <a:xfrm>
            <a:off x="224287" y="1173193"/>
            <a:ext cx="11800935" cy="563231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1. day to day general accounting- , invoices , banking, funds management, vendor payment and invoicing, Statutory payments and returns.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*Clint Invoicing- Request received from the concern dept, need to check the delivery in regards of concern invoice and also check the sales order and approvals and also check the naccessary required details like GST no., bill to address and ship to address, client name, and also descriptions of goods should be matched with the PO.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If any  extra items is including in invoice than naccessary approval required for the same.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*Vendor payment- First received the invoice from the concern dept, after delivery of material need to check the naccessary details whole processsing the same like line of items, descriptions of goods, price of goods, GST, and payment terms should be aling with the respective PO.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 Banking- To chench the bank statsment on daily basis and update the fund management sheet accordinly, day to day bank entries is counted or acknowledge in our system and do the bank reco. Accordingly.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*general Accounting- Employees expenses, Employees reimburse and claims, need to received the vouchers from  the meployees on weekly basis and will process the same in next two days after checking the naccessary details like claim should be under comomnay guidelins and limits, naccessary aprroval shoul be attached, expense, vouchers, and iunvoise shoukld be attached after that the respendtive cliam need to be book in system and process.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8" name="Shape 1188"/>
        <p:cNvGrpSpPr/>
        <p:nvPr/>
      </p:nvGrpSpPr>
      <p:grpSpPr>
        <a:xfrm>
          <a:off x="0" y="0"/>
          <a:ext cx="0" cy="0"/>
          <a:chOff x="0" y="0"/>
          <a:chExt cx="0" cy="0"/>
        </a:xfrm>
      </p:grpSpPr>
      <p:sp>
        <p:nvSpPr>
          <p:cNvPr id="1189" name="Google Shape;1189;p63"/>
          <p:cNvSpPr txBox="1"/>
          <p:nvPr/>
        </p:nvSpPr>
        <p:spPr>
          <a:xfrm>
            <a:off x="195533" y="1072551"/>
            <a:ext cx="11786557" cy="120032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 Petty Cash- |need to manage day to day petty cash expenses as per the requirement of the comopany we also need to maintain the petty cash manual books and also along with the naccesry voichers, after checking the same we also need to book the expenses in the system.</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*Statutory Payment and Returns- Need to check the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3" name="Shape 1193"/>
        <p:cNvGrpSpPr/>
        <p:nvPr/>
      </p:nvGrpSpPr>
      <p:grpSpPr>
        <a:xfrm>
          <a:off x="0" y="0"/>
          <a:ext cx="0" cy="0"/>
          <a:chOff x="0" y="0"/>
          <a:chExt cx="0" cy="0"/>
        </a:xfrm>
      </p:grpSpPr>
      <p:sp>
        <p:nvSpPr>
          <p:cNvPr id="1194" name="Google Shape;1194;p64"/>
          <p:cNvSpPr txBox="1"/>
          <p:nvPr>
            <p:ph type="title"/>
          </p:nvPr>
        </p:nvSpPr>
        <p:spPr>
          <a:xfrm>
            <a:off x="684748" y="0"/>
            <a:ext cx="9404723" cy="74697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lt2"/>
              </a:buClr>
              <a:buSzPts val="3200"/>
              <a:buFont typeface="Century Gothic"/>
              <a:buNone/>
            </a:pPr>
            <a:r>
              <a:rPr lang="en-US" sz="3200"/>
              <a:t>Commerical – Finance - Preeti</a:t>
            </a:r>
            <a:endParaRPr/>
          </a:p>
        </p:txBody>
      </p:sp>
      <p:sp>
        <p:nvSpPr>
          <p:cNvPr id="1195" name="Google Shape;1195;p64"/>
          <p:cNvSpPr txBox="1"/>
          <p:nvPr/>
        </p:nvSpPr>
        <p:spPr>
          <a:xfrm>
            <a:off x="440333" y="656499"/>
            <a:ext cx="10496282" cy="5355312"/>
          </a:xfrm>
          <a:prstGeom prst="rect">
            <a:avLst/>
          </a:prstGeom>
          <a:noFill/>
          <a:ln>
            <a:noFill/>
          </a:ln>
        </p:spPr>
        <p:txBody>
          <a:bodyPr anchorCtr="0" anchor="t" bIns="45700" lIns="91425" spcFirstLastPara="1" rIns="91425" wrap="square" tIns="45700">
            <a:spAutoFit/>
          </a:bodyPr>
          <a:lstStyle/>
          <a:p>
            <a:pPr indent="-114300" lvl="0" marL="0" marR="0" rtl="0" algn="l">
              <a:lnSpc>
                <a:spcPct val="100000"/>
              </a:lnSpc>
              <a:spcBef>
                <a:spcPts val="0"/>
              </a:spcBef>
              <a:spcAft>
                <a:spcPts val="0"/>
              </a:spcAft>
              <a:buClr>
                <a:schemeClr val="lt1"/>
              </a:buClr>
              <a:buSzPts val="1800"/>
              <a:buFont typeface="Arial"/>
              <a:buChar char="•"/>
            </a:pPr>
            <a:r>
              <a:rPr b="0" i="0" lang="en-US" sz="1800" u="none" cap="none" strike="noStrike">
                <a:solidFill>
                  <a:schemeClr val="lt1"/>
                </a:solidFill>
                <a:latin typeface="Century Gothic"/>
                <a:ea typeface="Century Gothic"/>
                <a:cs typeface="Century Gothic"/>
                <a:sym typeface="Century Gothic"/>
              </a:rPr>
              <a:t>  </a:t>
            </a:r>
            <a:endParaRPr b="0" i="0" sz="1800" u="none" cap="none" strike="noStrike">
              <a:solidFill>
                <a:schemeClr val="lt1"/>
              </a:solidFill>
              <a:latin typeface="Century Gothic"/>
              <a:ea typeface="Century Gothic"/>
              <a:cs typeface="Century Gothic"/>
              <a:sym typeface="Century Gothic"/>
            </a:endParaRPr>
          </a:p>
          <a:p>
            <a:pPr indent="-114300" lvl="0" marL="0" marR="0" rtl="0" algn="l">
              <a:lnSpc>
                <a:spcPct val="100000"/>
              </a:lnSpc>
              <a:spcBef>
                <a:spcPts val="0"/>
              </a:spcBef>
              <a:spcAft>
                <a:spcPts val="0"/>
              </a:spcAft>
              <a:buClr>
                <a:schemeClr val="lt1"/>
              </a:buClr>
              <a:buSzPts val="1800"/>
              <a:buFont typeface="Arial"/>
              <a:buChar char="•"/>
            </a:pPr>
            <a:r>
              <a:rPr b="0" i="0" lang="en-US" sz="1800" u="none" cap="none" strike="noStrike">
                <a:solidFill>
                  <a:schemeClr val="lt1"/>
                </a:solidFill>
                <a:latin typeface="Century Gothic"/>
                <a:ea typeface="Century Gothic"/>
                <a:cs typeface="Century Gothic"/>
                <a:sym typeface="Century Gothic"/>
              </a:rPr>
              <a:t>Bank updating</a:t>
            </a:r>
            <a:endParaRPr b="0" i="0" sz="1800" u="none" cap="none" strike="noStrike">
              <a:solidFill>
                <a:schemeClr val="lt1"/>
              </a:solidFill>
              <a:latin typeface="Century Gothic"/>
              <a:ea typeface="Century Gothic"/>
              <a:cs typeface="Century Gothic"/>
              <a:sym typeface="Century Gothic"/>
            </a:endParaRPr>
          </a:p>
          <a:p>
            <a:pPr indent="-114300" lvl="0" marL="0" marR="0" rtl="0" algn="l">
              <a:lnSpc>
                <a:spcPct val="100000"/>
              </a:lnSpc>
              <a:spcBef>
                <a:spcPts val="0"/>
              </a:spcBef>
              <a:spcAft>
                <a:spcPts val="0"/>
              </a:spcAft>
              <a:buClr>
                <a:schemeClr val="lt1"/>
              </a:buClr>
              <a:buSzPts val="1800"/>
              <a:buFont typeface="Arial"/>
              <a:buChar char="•"/>
            </a:pPr>
            <a:r>
              <a:rPr b="0" i="0" lang="en-US" sz="1800" u="none" cap="none" strike="noStrike">
                <a:solidFill>
                  <a:schemeClr val="lt1"/>
                </a:solidFill>
                <a:latin typeface="Century Gothic"/>
                <a:ea typeface="Century Gothic"/>
                <a:cs typeface="Century Gothic"/>
                <a:sym typeface="Century Gothic"/>
              </a:rPr>
              <a:t>NEFT/ RTGS preparation</a:t>
            </a:r>
            <a:endParaRPr b="0" i="0" sz="1800" u="none" cap="none" strike="noStrike">
              <a:solidFill>
                <a:schemeClr val="lt1"/>
              </a:solidFill>
              <a:latin typeface="Century Gothic"/>
              <a:ea typeface="Century Gothic"/>
              <a:cs typeface="Century Gothic"/>
              <a:sym typeface="Century Gothic"/>
            </a:endParaRPr>
          </a:p>
          <a:p>
            <a:pPr indent="-114300" lvl="0" marL="0" marR="0" rtl="0" algn="l">
              <a:lnSpc>
                <a:spcPct val="100000"/>
              </a:lnSpc>
              <a:spcBef>
                <a:spcPts val="0"/>
              </a:spcBef>
              <a:spcAft>
                <a:spcPts val="0"/>
              </a:spcAft>
              <a:buClr>
                <a:schemeClr val="lt1"/>
              </a:buClr>
              <a:buSzPts val="1800"/>
              <a:buFont typeface="Arial"/>
              <a:buChar char="•"/>
            </a:pPr>
            <a:r>
              <a:rPr b="0" i="0" lang="en-US" sz="1800" u="none" cap="none" strike="noStrike">
                <a:solidFill>
                  <a:schemeClr val="lt1"/>
                </a:solidFill>
                <a:latin typeface="Century Gothic"/>
                <a:ea typeface="Century Gothic"/>
                <a:cs typeface="Century Gothic"/>
                <a:sym typeface="Century Gothic"/>
              </a:rPr>
              <a:t>Bank Reco</a:t>
            </a:r>
            <a:endParaRPr b="0" i="0" sz="1800" u="none" cap="none" strike="noStrike">
              <a:solidFill>
                <a:schemeClr val="lt1"/>
              </a:solidFill>
              <a:latin typeface="Century Gothic"/>
              <a:ea typeface="Century Gothic"/>
              <a:cs typeface="Century Gothic"/>
              <a:sym typeface="Century Gothic"/>
            </a:endParaRPr>
          </a:p>
          <a:p>
            <a:pPr indent="-114300" lvl="0" marL="0" marR="0" rtl="0" algn="l">
              <a:lnSpc>
                <a:spcPct val="100000"/>
              </a:lnSpc>
              <a:spcBef>
                <a:spcPts val="0"/>
              </a:spcBef>
              <a:spcAft>
                <a:spcPts val="0"/>
              </a:spcAft>
              <a:buClr>
                <a:schemeClr val="lt1"/>
              </a:buClr>
              <a:buSzPts val="1800"/>
              <a:buFont typeface="Arial"/>
              <a:buChar char="•"/>
            </a:pPr>
            <a:r>
              <a:rPr b="0" i="0" lang="en-US" sz="1800" u="none" cap="none" strike="noStrike">
                <a:solidFill>
                  <a:schemeClr val="lt1"/>
                </a:solidFill>
                <a:latin typeface="Century Gothic"/>
                <a:ea typeface="Century Gothic"/>
                <a:cs typeface="Century Gothic"/>
                <a:sym typeface="Century Gothic"/>
              </a:rPr>
              <a:t>Vendor/ Costumer internal reco</a:t>
            </a:r>
            <a:endParaRPr b="0" i="0" sz="1800" u="none" cap="none" strike="noStrike">
              <a:solidFill>
                <a:schemeClr val="lt1"/>
              </a:solidFill>
              <a:latin typeface="Century Gothic"/>
              <a:ea typeface="Century Gothic"/>
              <a:cs typeface="Century Gothic"/>
              <a:sym typeface="Century Gothic"/>
            </a:endParaRPr>
          </a:p>
          <a:p>
            <a:pPr indent="-114300" lvl="0" marL="0" marR="0" rtl="0" algn="l">
              <a:lnSpc>
                <a:spcPct val="100000"/>
              </a:lnSpc>
              <a:spcBef>
                <a:spcPts val="0"/>
              </a:spcBef>
              <a:spcAft>
                <a:spcPts val="0"/>
              </a:spcAft>
              <a:buClr>
                <a:schemeClr val="lt1"/>
              </a:buClr>
              <a:buSzPts val="1800"/>
              <a:buFont typeface="Arial"/>
              <a:buChar char="•"/>
            </a:pPr>
            <a:r>
              <a:rPr b="0" i="0" lang="en-US" sz="1800" u="none" cap="none" strike="noStrike">
                <a:solidFill>
                  <a:schemeClr val="lt1"/>
                </a:solidFill>
                <a:latin typeface="Century Gothic"/>
                <a:ea typeface="Century Gothic"/>
                <a:cs typeface="Century Gothic"/>
                <a:sym typeface="Century Gothic"/>
              </a:rPr>
              <a:t>Sales Invoices checking and generation</a:t>
            </a:r>
            <a:endParaRPr b="0" i="0" sz="1800" u="none" cap="none" strike="noStrike">
              <a:solidFill>
                <a:schemeClr val="lt1"/>
              </a:solidFill>
              <a:latin typeface="Century Gothic"/>
              <a:ea typeface="Century Gothic"/>
              <a:cs typeface="Century Gothic"/>
              <a:sym typeface="Century Gothic"/>
            </a:endParaRPr>
          </a:p>
          <a:p>
            <a:pPr indent="-114300" lvl="0" marL="0" marR="0" rtl="0" algn="l">
              <a:lnSpc>
                <a:spcPct val="100000"/>
              </a:lnSpc>
              <a:spcBef>
                <a:spcPts val="0"/>
              </a:spcBef>
              <a:spcAft>
                <a:spcPts val="0"/>
              </a:spcAft>
              <a:buClr>
                <a:schemeClr val="lt1"/>
              </a:buClr>
              <a:buSzPts val="1800"/>
              <a:buFont typeface="Arial"/>
              <a:buChar char="•"/>
            </a:pPr>
            <a:r>
              <a:rPr b="0" i="0" lang="en-US" sz="1800" u="none" cap="none" strike="noStrike">
                <a:solidFill>
                  <a:schemeClr val="lt1"/>
                </a:solidFill>
                <a:latin typeface="Century Gothic"/>
                <a:ea typeface="Century Gothic"/>
                <a:cs typeface="Century Gothic"/>
                <a:sym typeface="Century Gothic"/>
              </a:rPr>
              <a:t>Purchase/ journal invoices checking and generation</a:t>
            </a:r>
            <a:endParaRPr b="0" i="0" sz="1800" u="none" cap="none" strike="noStrike">
              <a:solidFill>
                <a:schemeClr val="lt1"/>
              </a:solidFill>
              <a:latin typeface="Century Gothic"/>
              <a:ea typeface="Century Gothic"/>
              <a:cs typeface="Century Gothic"/>
              <a:sym typeface="Century Gothic"/>
            </a:endParaRPr>
          </a:p>
          <a:p>
            <a:pPr indent="-114300" lvl="0" marL="0" marR="0" rtl="0" algn="l">
              <a:lnSpc>
                <a:spcPct val="100000"/>
              </a:lnSpc>
              <a:spcBef>
                <a:spcPts val="0"/>
              </a:spcBef>
              <a:spcAft>
                <a:spcPts val="0"/>
              </a:spcAft>
              <a:buClr>
                <a:schemeClr val="lt1"/>
              </a:buClr>
              <a:buSzPts val="1800"/>
              <a:buFont typeface="Arial"/>
              <a:buChar char="•"/>
            </a:pPr>
            <a:r>
              <a:rPr b="0" i="0" lang="en-US" sz="1800" u="none" cap="none" strike="noStrike">
                <a:solidFill>
                  <a:schemeClr val="lt1"/>
                </a:solidFill>
                <a:latin typeface="Century Gothic"/>
                <a:ea typeface="Century Gothic"/>
                <a:cs typeface="Century Gothic"/>
                <a:sym typeface="Century Gothic"/>
              </a:rPr>
              <a:t>TDS Calculation and paid</a:t>
            </a:r>
            <a:endParaRPr b="0" i="0" sz="1800" u="none" cap="none" strike="noStrike">
              <a:solidFill>
                <a:schemeClr val="lt1"/>
              </a:solidFill>
              <a:latin typeface="Century Gothic"/>
              <a:ea typeface="Century Gothic"/>
              <a:cs typeface="Century Gothic"/>
              <a:sym typeface="Century Gothic"/>
            </a:endParaRPr>
          </a:p>
          <a:p>
            <a:pPr indent="-114300" lvl="0" marL="0" marR="0" rtl="0" algn="l">
              <a:lnSpc>
                <a:spcPct val="100000"/>
              </a:lnSpc>
              <a:spcBef>
                <a:spcPts val="0"/>
              </a:spcBef>
              <a:spcAft>
                <a:spcPts val="0"/>
              </a:spcAft>
              <a:buClr>
                <a:schemeClr val="lt1"/>
              </a:buClr>
              <a:buSzPts val="1800"/>
              <a:buFont typeface="Arial"/>
              <a:buChar char="•"/>
            </a:pPr>
            <a:r>
              <a:rPr b="0" i="0" lang="en-US" sz="1800" u="none" cap="none" strike="noStrike">
                <a:solidFill>
                  <a:schemeClr val="lt1"/>
                </a:solidFill>
                <a:latin typeface="Century Gothic"/>
                <a:ea typeface="Century Gothic"/>
                <a:cs typeface="Century Gothic"/>
                <a:sym typeface="Century Gothic"/>
              </a:rPr>
              <a:t> Challans calculation and paid</a:t>
            </a:r>
            <a:endParaRPr b="0" i="0" sz="1800" u="none" cap="none" strike="noStrike">
              <a:solidFill>
                <a:schemeClr val="lt1"/>
              </a:solidFill>
              <a:latin typeface="Century Gothic"/>
              <a:ea typeface="Century Gothic"/>
              <a:cs typeface="Century Gothic"/>
              <a:sym typeface="Century Gothic"/>
            </a:endParaRPr>
          </a:p>
          <a:p>
            <a:pPr indent="-114300" lvl="0" marL="0" marR="0" rtl="0" algn="l">
              <a:lnSpc>
                <a:spcPct val="100000"/>
              </a:lnSpc>
              <a:spcBef>
                <a:spcPts val="0"/>
              </a:spcBef>
              <a:spcAft>
                <a:spcPts val="0"/>
              </a:spcAft>
              <a:buClr>
                <a:schemeClr val="lt1"/>
              </a:buClr>
              <a:buSzPts val="1800"/>
              <a:buFont typeface="Arial"/>
              <a:buChar char="•"/>
            </a:pPr>
            <a:r>
              <a:rPr b="0" i="0" lang="en-US" sz="1800" u="none" cap="none" strike="noStrike">
                <a:solidFill>
                  <a:schemeClr val="lt1"/>
                </a:solidFill>
                <a:latin typeface="Century Gothic"/>
                <a:ea typeface="Century Gothic"/>
                <a:cs typeface="Century Gothic"/>
                <a:sym typeface="Century Gothic"/>
              </a:rPr>
              <a:t>TDS returns</a:t>
            </a:r>
            <a:endParaRPr b="0" i="0" sz="1800" u="none" cap="none" strike="noStrike">
              <a:solidFill>
                <a:schemeClr val="lt1"/>
              </a:solidFill>
              <a:latin typeface="Century Gothic"/>
              <a:ea typeface="Century Gothic"/>
              <a:cs typeface="Century Gothic"/>
              <a:sym typeface="Century Gothic"/>
            </a:endParaRPr>
          </a:p>
          <a:p>
            <a:pPr indent="-114300" lvl="0" marL="0" marR="0" rtl="0" algn="l">
              <a:lnSpc>
                <a:spcPct val="100000"/>
              </a:lnSpc>
              <a:spcBef>
                <a:spcPts val="0"/>
              </a:spcBef>
              <a:spcAft>
                <a:spcPts val="0"/>
              </a:spcAft>
              <a:buClr>
                <a:schemeClr val="lt1"/>
              </a:buClr>
              <a:buSzPts val="1800"/>
              <a:buFont typeface="Arial"/>
              <a:buChar char="•"/>
            </a:pPr>
            <a:r>
              <a:rPr b="0" i="0" lang="en-US" sz="1800" u="none" cap="none" strike="noStrike">
                <a:solidFill>
                  <a:schemeClr val="lt1"/>
                </a:solidFill>
                <a:latin typeface="Century Gothic"/>
                <a:ea typeface="Century Gothic"/>
                <a:cs typeface="Century Gothic"/>
                <a:sym typeface="Century Gothic"/>
              </a:rPr>
              <a:t>GST R1 returns</a:t>
            </a:r>
            <a:endParaRPr b="0" i="0" sz="1800" u="none" cap="none" strike="noStrike">
              <a:solidFill>
                <a:schemeClr val="lt1"/>
              </a:solidFill>
              <a:latin typeface="Century Gothic"/>
              <a:ea typeface="Century Gothic"/>
              <a:cs typeface="Century Gothic"/>
              <a:sym typeface="Century Gothic"/>
            </a:endParaRPr>
          </a:p>
          <a:p>
            <a:pPr indent="-114300" lvl="0" marL="0" marR="0" rtl="0" algn="l">
              <a:lnSpc>
                <a:spcPct val="100000"/>
              </a:lnSpc>
              <a:spcBef>
                <a:spcPts val="0"/>
              </a:spcBef>
              <a:spcAft>
                <a:spcPts val="0"/>
              </a:spcAft>
              <a:buClr>
                <a:schemeClr val="lt1"/>
              </a:buClr>
              <a:buSzPts val="1800"/>
              <a:buFont typeface="Arial"/>
              <a:buChar char="•"/>
            </a:pPr>
            <a:r>
              <a:rPr b="0" i="0" lang="en-US" sz="1800" u="none" cap="none" strike="noStrike">
                <a:solidFill>
                  <a:schemeClr val="lt1"/>
                </a:solidFill>
                <a:latin typeface="Century Gothic"/>
                <a:ea typeface="Century Gothic"/>
                <a:cs typeface="Century Gothic"/>
                <a:sym typeface="Century Gothic"/>
              </a:rPr>
              <a:t>GST R3B returns/ GSTR2A and 2B calculation</a:t>
            </a:r>
            <a:endParaRPr b="0" i="0" sz="1800" u="none" cap="none" strike="noStrike">
              <a:solidFill>
                <a:schemeClr val="lt1"/>
              </a:solidFill>
              <a:latin typeface="Century Gothic"/>
              <a:ea typeface="Century Gothic"/>
              <a:cs typeface="Century Gothic"/>
              <a:sym typeface="Century Gothic"/>
            </a:endParaRPr>
          </a:p>
          <a:p>
            <a:pPr indent="-114300" lvl="0" marL="0" marR="0" rtl="0" algn="l">
              <a:lnSpc>
                <a:spcPct val="100000"/>
              </a:lnSpc>
              <a:spcBef>
                <a:spcPts val="0"/>
              </a:spcBef>
              <a:spcAft>
                <a:spcPts val="0"/>
              </a:spcAft>
              <a:buClr>
                <a:schemeClr val="lt1"/>
              </a:buClr>
              <a:buSzPts val="1800"/>
              <a:buFont typeface="Arial"/>
              <a:buChar char="•"/>
            </a:pPr>
            <a:r>
              <a:rPr b="0" i="0" lang="en-US" sz="1800" u="none" cap="none" strike="noStrike">
                <a:solidFill>
                  <a:schemeClr val="lt1"/>
                </a:solidFill>
                <a:latin typeface="Century Gothic"/>
                <a:ea typeface="Century Gothic"/>
                <a:cs typeface="Century Gothic"/>
                <a:sym typeface="Century Gothic"/>
              </a:rPr>
              <a:t>Salary checking and transfer</a:t>
            </a:r>
            <a:endParaRPr b="0" i="0" sz="1800" u="none" cap="none" strike="noStrike">
              <a:solidFill>
                <a:schemeClr val="lt1"/>
              </a:solidFill>
              <a:latin typeface="Century Gothic"/>
              <a:ea typeface="Century Gothic"/>
              <a:cs typeface="Century Gothic"/>
              <a:sym typeface="Century Gothic"/>
            </a:endParaRPr>
          </a:p>
          <a:p>
            <a:pPr indent="-114300" lvl="0" marL="0" marR="0" rtl="0" algn="l">
              <a:lnSpc>
                <a:spcPct val="100000"/>
              </a:lnSpc>
              <a:spcBef>
                <a:spcPts val="0"/>
              </a:spcBef>
              <a:spcAft>
                <a:spcPts val="0"/>
              </a:spcAft>
              <a:buClr>
                <a:schemeClr val="lt1"/>
              </a:buClr>
              <a:buSzPts val="1800"/>
              <a:buFont typeface="Arial"/>
              <a:buChar char="•"/>
            </a:pPr>
            <a:r>
              <a:rPr b="0" i="0" lang="en-US" sz="1800" u="none" cap="none" strike="noStrike">
                <a:solidFill>
                  <a:schemeClr val="lt1"/>
                </a:solidFill>
                <a:latin typeface="Century Gothic"/>
                <a:ea typeface="Century Gothic"/>
                <a:cs typeface="Century Gothic"/>
                <a:sym typeface="Century Gothic"/>
              </a:rPr>
              <a:t>ESI and PF </a:t>
            </a:r>
            <a:endParaRPr b="0" i="0" sz="1800" u="none" cap="none" strike="noStrike">
              <a:solidFill>
                <a:schemeClr val="lt1"/>
              </a:solidFill>
              <a:latin typeface="Century Gothic"/>
              <a:ea typeface="Century Gothic"/>
              <a:cs typeface="Century Gothic"/>
              <a:sym typeface="Century Gothic"/>
            </a:endParaRPr>
          </a:p>
          <a:p>
            <a:pPr indent="-114300" lvl="0" marL="0" marR="0" rtl="0" algn="l">
              <a:lnSpc>
                <a:spcPct val="100000"/>
              </a:lnSpc>
              <a:spcBef>
                <a:spcPts val="0"/>
              </a:spcBef>
              <a:spcAft>
                <a:spcPts val="0"/>
              </a:spcAft>
              <a:buClr>
                <a:schemeClr val="lt1"/>
              </a:buClr>
              <a:buSzPts val="1800"/>
              <a:buFont typeface="Arial"/>
              <a:buChar char="•"/>
            </a:pPr>
            <a:r>
              <a:rPr b="0" i="0" lang="en-US" sz="1800" u="none" cap="none" strike="noStrike">
                <a:solidFill>
                  <a:schemeClr val="lt1"/>
                </a:solidFill>
                <a:latin typeface="Century Gothic"/>
                <a:ea typeface="Century Gothic"/>
                <a:cs typeface="Century Gothic"/>
                <a:sym typeface="Century Gothic"/>
              </a:rPr>
              <a:t>Payment of Consultants, Vendors</a:t>
            </a:r>
            <a:endParaRPr b="0" i="0" sz="1800" u="none" cap="none" strike="noStrike">
              <a:solidFill>
                <a:schemeClr val="lt1"/>
              </a:solidFill>
              <a:latin typeface="Century Gothic"/>
              <a:ea typeface="Century Gothic"/>
              <a:cs typeface="Century Gothic"/>
              <a:sym typeface="Century Gothic"/>
            </a:endParaRPr>
          </a:p>
          <a:p>
            <a:pPr indent="-114300" lvl="0" marL="0" marR="0" rtl="0" algn="l">
              <a:lnSpc>
                <a:spcPct val="100000"/>
              </a:lnSpc>
              <a:spcBef>
                <a:spcPts val="0"/>
              </a:spcBef>
              <a:spcAft>
                <a:spcPts val="0"/>
              </a:spcAft>
              <a:buClr>
                <a:schemeClr val="lt1"/>
              </a:buClr>
              <a:buSzPts val="1800"/>
              <a:buFont typeface="Arial"/>
              <a:buChar char="•"/>
            </a:pPr>
            <a:r>
              <a:rPr b="0" i="0" lang="en-US" sz="1800" u="none" cap="none" strike="noStrike">
                <a:solidFill>
                  <a:schemeClr val="lt1"/>
                </a:solidFill>
                <a:latin typeface="Century Gothic"/>
                <a:ea typeface="Century Gothic"/>
                <a:cs typeface="Century Gothic"/>
                <a:sym typeface="Century Gothic"/>
              </a:rPr>
              <a:t>Preparation of PDC, CDC</a:t>
            </a:r>
            <a:endParaRPr b="0" i="0" sz="18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a:p>
            <a:pPr indent="-228600" lvl="0" marL="342900" marR="0" rtl="0" algn="l">
              <a:lnSpc>
                <a:spcPct val="100000"/>
              </a:lnSpc>
              <a:spcBef>
                <a:spcPts val="0"/>
              </a:spcBef>
              <a:spcAft>
                <a:spcPts val="0"/>
              </a:spcAft>
              <a:buClr>
                <a:schemeClr val="lt1"/>
              </a:buClr>
              <a:buSzPts val="1800"/>
              <a:buFont typeface="Century Gothic"/>
              <a:buNone/>
            </a:pPr>
            <a:r>
              <a:t/>
            </a:r>
            <a:endParaRPr b="0" i="0" sz="1800" u="none" cap="none" strike="noStrike">
              <a:solidFill>
                <a:schemeClr val="lt1"/>
              </a:solidFill>
              <a:latin typeface="Century Gothic"/>
              <a:ea typeface="Century Gothic"/>
              <a:cs typeface="Century Gothic"/>
              <a:sym typeface="Century Gothic"/>
            </a:endParaRPr>
          </a:p>
          <a:p>
            <a:pPr indent="-228600" lvl="0" marL="342900" marR="0" rtl="0" algn="l">
              <a:lnSpc>
                <a:spcPct val="100000"/>
              </a:lnSpc>
              <a:spcBef>
                <a:spcPts val="0"/>
              </a:spcBef>
              <a:spcAft>
                <a:spcPts val="0"/>
              </a:spcAft>
              <a:buClr>
                <a:schemeClr val="lt1"/>
              </a:buClr>
              <a:buSzPts val="1800"/>
              <a:buFont typeface="Century Gothic"/>
              <a:buNone/>
            </a:pPr>
            <a:r>
              <a:t/>
            </a:r>
            <a:endParaRPr b="0" i="0" sz="1800" u="none" cap="none" strike="noStrike">
              <a:solidFill>
                <a:schemeClr val="lt1"/>
              </a:solidFill>
              <a:latin typeface="Century Gothic"/>
              <a:ea typeface="Century Gothic"/>
              <a:cs typeface="Century Gothic"/>
              <a:sym typeface="Century Gothic"/>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9" name="Shape 1199"/>
        <p:cNvGrpSpPr/>
        <p:nvPr/>
      </p:nvGrpSpPr>
      <p:grpSpPr>
        <a:xfrm>
          <a:off x="0" y="0"/>
          <a:ext cx="0" cy="0"/>
          <a:chOff x="0" y="0"/>
          <a:chExt cx="0" cy="0"/>
        </a:xfrm>
      </p:grpSpPr>
      <p:sp>
        <p:nvSpPr>
          <p:cNvPr id="1200" name="Google Shape;1200;p65"/>
          <p:cNvSpPr txBox="1"/>
          <p:nvPr/>
        </p:nvSpPr>
        <p:spPr>
          <a:xfrm flipH="1">
            <a:off x="123646" y="131090"/>
            <a:ext cx="11973463" cy="67403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1.Bank Reco- Login in net banking, download the statement, entries manually feed in the SAP and go to reco and finish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2.Bank Updation- Checking current balances of all banks and update in Google drive,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Checking PDC Release the o/s of vendors and consultants etc</a:t>
            </a:r>
            <a:endParaRPr b="0" i="0" sz="18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3.NEFT/ RTGS preparation- Prepare NETF as per Accounts Head instruction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 4.Vendor/ Costumer internal Reco- To check with invoices and link or done with internal reco or TDS  adjustment as per payment advice, adjustment entries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 5.Sales Invoices checking and generation- After receiving sales invoicing generation request from sales team to check with SO-check points also and invoice generation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6.Purchase/ journal invoices checking and generation- After receiving purchase invoicing from store, check with check list and generate invoice</a:t>
            </a:r>
            <a:endParaRPr b="0" i="0" sz="18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7.TDS calculation and paid- Monthly paid , check in SAP and prepare the excel sheet, discussion with accounts Head and paid</a:t>
            </a:r>
            <a:endParaRPr b="0" i="0" sz="18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8.Challan calculation and paid- after calculation of TDS in excel sheet go to Govt. website (E tax Challan) payment and paid as per challan section</a:t>
            </a:r>
            <a:endParaRPr b="0" i="0" sz="18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4" name="Shape 1204"/>
        <p:cNvGrpSpPr/>
        <p:nvPr/>
      </p:nvGrpSpPr>
      <p:grpSpPr>
        <a:xfrm>
          <a:off x="0" y="0"/>
          <a:ext cx="0" cy="0"/>
          <a:chOff x="0" y="0"/>
          <a:chExt cx="0" cy="0"/>
        </a:xfrm>
      </p:grpSpPr>
      <p:sp>
        <p:nvSpPr>
          <p:cNvPr id="1205" name="Google Shape;1205;p66"/>
          <p:cNvSpPr txBox="1"/>
          <p:nvPr/>
        </p:nvSpPr>
        <p:spPr>
          <a:xfrm>
            <a:off x="468702" y="655608"/>
            <a:ext cx="11542142" cy="53553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9.TDS returns- Quarterly Basis, prepare data of salary TDA and other than salary TDS and prepare data in excel of three months and updation in WEBtel software, manually feed in SAP and checking, balances matched, upload, file generate from WEBtel , after receiving the FUV file will be uploaded in income tax website.​</a:t>
            </a:r>
            <a:endParaRPr b="0" i="0" sz="18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10. GST R1 returns- Export data from SAP (Sales), prepare bifurcation as per GST rates, and exemption, nil rates SEZ zones, credit notes, debit notes, registered , unregistered data preparation. HSN Code Data preparation, matching with data from SAP and HSN code, final calculation. </a:t>
            </a:r>
            <a:endParaRPr b="0" i="0" sz="1800" u="none" cap="none" strike="noStrike">
              <a:solidFill>
                <a:schemeClr val="lt1"/>
              </a:solidFill>
              <a:latin typeface="Century Gothic"/>
              <a:ea typeface="Century Gothic"/>
              <a:cs typeface="Century Gothic"/>
              <a:sym typeface="Century Gothic"/>
            </a:endParaRPr>
          </a:p>
          <a:p>
            <a:pPr indent="-114300" lvl="0" marL="0" marR="0" rtl="0" algn="l">
              <a:lnSpc>
                <a:spcPct val="100000"/>
              </a:lnSpc>
              <a:spcBef>
                <a:spcPts val="0"/>
              </a:spcBef>
              <a:spcAft>
                <a:spcPts val="0"/>
              </a:spcAft>
              <a:buClr>
                <a:schemeClr val="lt1"/>
              </a:buClr>
              <a:buSzPts val="1800"/>
              <a:buFont typeface="Arial"/>
              <a:buChar char="•"/>
            </a:pPr>
            <a:r>
              <a:rPr b="0" i="0" lang="en-US" sz="1800" u="none" cap="none" strike="noStrike">
                <a:solidFill>
                  <a:schemeClr val="lt1"/>
                </a:solidFill>
                <a:latin typeface="Century Gothic"/>
                <a:ea typeface="Century Gothic"/>
                <a:cs typeface="Century Gothic"/>
                <a:sym typeface="Century Gothic"/>
              </a:rPr>
              <a:t>Data manually feed on GST Website</a:t>
            </a:r>
            <a:endParaRPr b="0" i="0" sz="1800" u="none" cap="none" strike="noStrike">
              <a:solidFill>
                <a:schemeClr val="lt1"/>
              </a:solidFill>
              <a:latin typeface="Century Gothic"/>
              <a:ea typeface="Century Gothic"/>
              <a:cs typeface="Century Gothic"/>
              <a:sym typeface="Century Gothic"/>
            </a:endParaRPr>
          </a:p>
          <a:p>
            <a:pPr indent="-114300" lvl="0" marL="0" marR="0" rtl="0" algn="l">
              <a:lnSpc>
                <a:spcPct val="100000"/>
              </a:lnSpc>
              <a:spcBef>
                <a:spcPts val="0"/>
              </a:spcBef>
              <a:spcAft>
                <a:spcPts val="0"/>
              </a:spcAft>
              <a:buClr>
                <a:schemeClr val="lt1"/>
              </a:buClr>
              <a:buSzPts val="1800"/>
              <a:buFont typeface="Arial"/>
              <a:buChar char="•"/>
            </a:pPr>
            <a:r>
              <a:rPr b="0" i="0" lang="en-US" sz="1800" u="none" cap="none" strike="noStrike">
                <a:solidFill>
                  <a:schemeClr val="lt1"/>
                </a:solidFill>
                <a:latin typeface="Century Gothic"/>
                <a:ea typeface="Century Gothic"/>
                <a:cs typeface="Century Gothic"/>
                <a:sym typeface="Century Gothic"/>
              </a:rPr>
              <a:t>HSN manually feed on GST website</a:t>
            </a:r>
            <a:endParaRPr b="0" i="0" sz="1800" u="none" cap="none" strike="noStrike">
              <a:solidFill>
                <a:schemeClr val="lt1"/>
              </a:solidFill>
              <a:latin typeface="Century Gothic"/>
              <a:ea typeface="Century Gothic"/>
              <a:cs typeface="Century Gothic"/>
              <a:sym typeface="Century Gothic"/>
            </a:endParaRPr>
          </a:p>
          <a:p>
            <a:pPr indent="-114300" lvl="0" marL="0" marR="0" rtl="0" algn="l">
              <a:lnSpc>
                <a:spcPct val="100000"/>
              </a:lnSpc>
              <a:spcBef>
                <a:spcPts val="0"/>
              </a:spcBef>
              <a:spcAft>
                <a:spcPts val="0"/>
              </a:spcAft>
              <a:buClr>
                <a:schemeClr val="lt1"/>
              </a:buClr>
              <a:buSzPts val="1800"/>
              <a:buFont typeface="Arial"/>
              <a:buChar char="•"/>
            </a:pPr>
            <a:r>
              <a:rPr b="0" i="0" lang="en-US" sz="1800" u="none" cap="none" strike="noStrike">
                <a:solidFill>
                  <a:schemeClr val="lt1"/>
                </a:solidFill>
                <a:latin typeface="Century Gothic"/>
                <a:ea typeface="Century Gothic"/>
                <a:cs typeface="Century Gothic"/>
                <a:sym typeface="Century Gothic"/>
              </a:rPr>
              <a:t>Balances to be matched from Excel sheet or SAP</a:t>
            </a:r>
            <a:endParaRPr b="0" i="0" sz="1800" u="none" cap="none" strike="noStrike">
              <a:solidFill>
                <a:schemeClr val="lt1"/>
              </a:solidFill>
              <a:latin typeface="Century Gothic"/>
              <a:ea typeface="Century Gothic"/>
              <a:cs typeface="Century Gothic"/>
              <a:sym typeface="Century Gothic"/>
            </a:endParaRPr>
          </a:p>
          <a:p>
            <a:pPr indent="-114300" lvl="0" marL="0" marR="0" rtl="0" algn="l">
              <a:lnSpc>
                <a:spcPct val="100000"/>
              </a:lnSpc>
              <a:spcBef>
                <a:spcPts val="0"/>
              </a:spcBef>
              <a:spcAft>
                <a:spcPts val="0"/>
              </a:spcAft>
              <a:buClr>
                <a:schemeClr val="lt1"/>
              </a:buClr>
              <a:buSzPts val="1800"/>
              <a:buFont typeface="Arial"/>
              <a:buChar char="•"/>
            </a:pPr>
            <a:r>
              <a:rPr b="0" i="0" lang="en-US" sz="1800" u="none" cap="none" strike="noStrike">
                <a:solidFill>
                  <a:schemeClr val="lt1"/>
                </a:solidFill>
                <a:latin typeface="Century Gothic"/>
                <a:ea typeface="Century Gothic"/>
                <a:cs typeface="Century Gothic"/>
                <a:sym typeface="Century Gothic"/>
              </a:rPr>
              <a:t>GST returns file on website</a:t>
            </a:r>
            <a:endParaRPr b="0" i="0" sz="18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11. GST R3B returns- </a:t>
            </a:r>
            <a:endParaRPr b="0" i="0" sz="1800" u="none" cap="none" strike="noStrike">
              <a:solidFill>
                <a:schemeClr val="lt1"/>
              </a:solidFill>
              <a:latin typeface="Century Gothic"/>
              <a:ea typeface="Century Gothic"/>
              <a:cs typeface="Century Gothic"/>
              <a:sym typeface="Century Gothic"/>
            </a:endParaRPr>
          </a:p>
          <a:p>
            <a:pPr indent="-114300" lvl="0" marL="0" marR="0" rtl="0" algn="l">
              <a:lnSpc>
                <a:spcPct val="100000"/>
              </a:lnSpc>
              <a:spcBef>
                <a:spcPts val="0"/>
              </a:spcBef>
              <a:spcAft>
                <a:spcPts val="0"/>
              </a:spcAft>
              <a:buClr>
                <a:schemeClr val="lt1"/>
              </a:buClr>
              <a:buSzPts val="1800"/>
              <a:buFont typeface="Arial"/>
              <a:buChar char="•"/>
            </a:pPr>
            <a:r>
              <a:rPr b="0" i="0" lang="en-US" sz="1800" u="none" cap="none" strike="noStrike">
                <a:solidFill>
                  <a:schemeClr val="lt1"/>
                </a:solidFill>
                <a:latin typeface="Century Gothic"/>
                <a:ea typeface="Century Gothic"/>
                <a:cs typeface="Century Gothic"/>
                <a:sym typeface="Century Gothic"/>
              </a:rPr>
              <a:t>3B calculation in excel</a:t>
            </a:r>
            <a:endParaRPr b="0" i="0" sz="1800" u="none" cap="none" strike="noStrike">
              <a:solidFill>
                <a:schemeClr val="lt1"/>
              </a:solidFill>
              <a:latin typeface="Century Gothic"/>
              <a:ea typeface="Century Gothic"/>
              <a:cs typeface="Century Gothic"/>
              <a:sym typeface="Century Gothic"/>
            </a:endParaRPr>
          </a:p>
          <a:p>
            <a:pPr indent="-114300" lvl="0" marL="0" marR="0" rtl="0" algn="l">
              <a:lnSpc>
                <a:spcPct val="100000"/>
              </a:lnSpc>
              <a:spcBef>
                <a:spcPts val="0"/>
              </a:spcBef>
              <a:spcAft>
                <a:spcPts val="0"/>
              </a:spcAft>
              <a:buClr>
                <a:schemeClr val="lt1"/>
              </a:buClr>
              <a:buSzPts val="1800"/>
              <a:buFont typeface="Arial"/>
              <a:buChar char="•"/>
            </a:pPr>
            <a:r>
              <a:rPr b="0" i="0" lang="en-US" sz="1800" u="none" cap="none" strike="noStrike">
                <a:solidFill>
                  <a:schemeClr val="lt1"/>
                </a:solidFill>
                <a:latin typeface="Century Gothic"/>
                <a:ea typeface="Century Gothic"/>
                <a:cs typeface="Century Gothic"/>
                <a:sym typeface="Century Gothic"/>
              </a:rPr>
              <a:t>Download GSTR 2A &amp; 2B </a:t>
            </a:r>
            <a:endParaRPr b="0" i="0" sz="1800" u="none" cap="none" strike="noStrike">
              <a:solidFill>
                <a:schemeClr val="lt1"/>
              </a:solidFill>
              <a:latin typeface="Century Gothic"/>
              <a:ea typeface="Century Gothic"/>
              <a:cs typeface="Century Gothic"/>
              <a:sym typeface="Century Gothic"/>
            </a:endParaRPr>
          </a:p>
          <a:p>
            <a:pPr indent="-114300" lvl="0" marL="0" marR="0" rtl="0" algn="l">
              <a:lnSpc>
                <a:spcPct val="100000"/>
              </a:lnSpc>
              <a:spcBef>
                <a:spcPts val="0"/>
              </a:spcBef>
              <a:spcAft>
                <a:spcPts val="0"/>
              </a:spcAft>
              <a:buClr>
                <a:schemeClr val="lt1"/>
              </a:buClr>
              <a:buSzPts val="1800"/>
              <a:buFont typeface="Arial"/>
              <a:buChar char="•"/>
            </a:pPr>
            <a:r>
              <a:rPr b="0" i="0" lang="en-US" sz="1800" u="none" cap="none" strike="noStrike">
                <a:solidFill>
                  <a:schemeClr val="lt1"/>
                </a:solidFill>
                <a:latin typeface="Century Gothic"/>
                <a:ea typeface="Century Gothic"/>
                <a:cs typeface="Century Gothic"/>
                <a:sym typeface="Century Gothic"/>
              </a:rPr>
              <a:t>Manual calculation – to find out the difference , discussion with Accounts Head</a:t>
            </a:r>
            <a:endParaRPr b="0" i="0" sz="1800" u="none" cap="none" strike="noStrike">
              <a:solidFill>
                <a:schemeClr val="lt1"/>
              </a:solidFill>
              <a:latin typeface="Century Gothic"/>
              <a:ea typeface="Century Gothic"/>
              <a:cs typeface="Century Gothic"/>
              <a:sym typeface="Century Gothic"/>
            </a:endParaRPr>
          </a:p>
          <a:p>
            <a:pPr indent="-114300" lvl="0" marL="0" marR="0" rtl="0" algn="l">
              <a:lnSpc>
                <a:spcPct val="100000"/>
              </a:lnSpc>
              <a:spcBef>
                <a:spcPts val="0"/>
              </a:spcBef>
              <a:spcAft>
                <a:spcPts val="0"/>
              </a:spcAft>
              <a:buClr>
                <a:schemeClr val="lt1"/>
              </a:buClr>
              <a:buSzPts val="1800"/>
              <a:buFont typeface="Arial"/>
              <a:buChar char="•"/>
            </a:pPr>
            <a:r>
              <a:rPr b="0" i="0" lang="en-US" sz="1800" u="none" cap="none" strike="noStrike">
                <a:solidFill>
                  <a:schemeClr val="lt1"/>
                </a:solidFill>
                <a:latin typeface="Century Gothic"/>
                <a:ea typeface="Century Gothic"/>
                <a:cs typeface="Century Gothic"/>
                <a:sym typeface="Century Gothic"/>
              </a:rPr>
              <a:t>Final Payment</a:t>
            </a:r>
            <a:endParaRPr b="0" i="0" sz="18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9" name="Shape 1209"/>
        <p:cNvGrpSpPr/>
        <p:nvPr/>
      </p:nvGrpSpPr>
      <p:grpSpPr>
        <a:xfrm>
          <a:off x="0" y="0"/>
          <a:ext cx="0" cy="0"/>
          <a:chOff x="0" y="0"/>
          <a:chExt cx="0" cy="0"/>
        </a:xfrm>
      </p:grpSpPr>
      <p:sp>
        <p:nvSpPr>
          <p:cNvPr id="1210" name="Google Shape;1210;p67"/>
          <p:cNvSpPr txBox="1"/>
          <p:nvPr/>
        </p:nvSpPr>
        <p:spPr>
          <a:xfrm>
            <a:off x="425571" y="1086929"/>
            <a:ext cx="11225840" cy="397031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12. Salary checking and transfer- Prepared data from attendance register and after finalize by Accounts head to make the NEFT transfer.</a:t>
            </a:r>
            <a:endParaRPr b="0" i="0" sz="18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13.ESI and PF – To check with Consultant, Accounts Head and get payment done as per instructions by Account s Head and entry in SAP</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14.Payment of Consultants, Vendors ETC- Check in SAP and payment will be done as instructed by Account s Head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15. Preparation of PDC, CDC- To make PDC, CDC as per requirements.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sng" cap="none" strike="noStrike">
                <a:solidFill>
                  <a:schemeClr val="lt1"/>
                </a:solidFill>
                <a:latin typeface="Century Gothic"/>
                <a:ea typeface="Century Gothic"/>
                <a:cs typeface="Century Gothic"/>
                <a:sym typeface="Century Gothic"/>
                <a:hlinkClick r:id="rId3">
                  <a:extLst>
                    <a:ext uri="{A12FA001-AC4F-418D-AE19-62706E023703}">
                      <ahyp:hlinkClr val="tx"/>
                    </a:ext>
                  </a:extLst>
                </a:hlinkClick>
              </a:rPr>
              <a:t>Price List Feb 2021.xlsx (sharepoint.com)</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4" name="Shape 1214"/>
        <p:cNvGrpSpPr/>
        <p:nvPr/>
      </p:nvGrpSpPr>
      <p:grpSpPr>
        <a:xfrm>
          <a:off x="0" y="0"/>
          <a:ext cx="0" cy="0"/>
          <a:chOff x="0" y="0"/>
          <a:chExt cx="0" cy="0"/>
        </a:xfrm>
      </p:grpSpPr>
      <p:sp>
        <p:nvSpPr>
          <p:cNvPr id="1215" name="Google Shape;1215;p68"/>
          <p:cNvSpPr txBox="1"/>
          <p:nvPr>
            <p:ph type="title"/>
          </p:nvPr>
        </p:nvSpPr>
        <p:spPr>
          <a:xfrm>
            <a:off x="684748" y="0"/>
            <a:ext cx="9404723" cy="74697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lt2"/>
              </a:buClr>
              <a:buSzPts val="4200"/>
              <a:buFont typeface="Century Gothic"/>
              <a:buNone/>
            </a:pPr>
            <a:r>
              <a:rPr lang="en-US"/>
              <a:t>Purchase Head</a:t>
            </a:r>
            <a:endParaRPr/>
          </a:p>
        </p:txBody>
      </p:sp>
      <p:sp>
        <p:nvSpPr>
          <p:cNvPr id="1216" name="Google Shape;1216;p68"/>
          <p:cNvSpPr txBox="1"/>
          <p:nvPr/>
        </p:nvSpPr>
        <p:spPr>
          <a:xfrm>
            <a:off x="684748" y="1068946"/>
            <a:ext cx="10496282" cy="4524315"/>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New Vendor Search( complete vendor management)</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Comparative prices &amp; negotiation ( price+ payments terms)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Take price and give to sales</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Make PO</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Material follow up</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Vendor payment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Coordinate for receving the goods at warehosue.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Coordinate for invoice with  stores. </a:t>
            </a:r>
            <a:endParaRPr b="0" i="0" sz="1400" u="none" cap="none" strike="noStrike">
              <a:solidFill>
                <a:srgbClr val="000000"/>
              </a:solidFill>
              <a:latin typeface="Arial"/>
              <a:ea typeface="Arial"/>
              <a:cs typeface="Arial"/>
              <a:sym typeface="Arial"/>
            </a:endParaRPr>
          </a:p>
          <a:p>
            <a:pPr indent="-228600" lvl="0" marL="342900" marR="0" rtl="0" algn="l">
              <a:lnSpc>
                <a:spcPct val="100000"/>
              </a:lnSpc>
              <a:spcBef>
                <a:spcPts val="0"/>
              </a:spcBef>
              <a:spcAft>
                <a:spcPts val="0"/>
              </a:spcAft>
              <a:buClr>
                <a:schemeClr val="lt1"/>
              </a:buClr>
              <a:buSzPts val="1800"/>
              <a:buFont typeface="Century Gothic"/>
              <a:buNone/>
            </a:pPr>
            <a:r>
              <a:t/>
            </a:r>
            <a:endParaRPr b="0" i="0" sz="1800" u="none" cap="none" strike="noStrike">
              <a:solidFill>
                <a:schemeClr val="lt1"/>
              </a:solidFill>
              <a:latin typeface="Century Gothic"/>
              <a:ea typeface="Century Gothic"/>
              <a:cs typeface="Century Gothic"/>
              <a:sym typeface="Century Gothic"/>
            </a:endParaRPr>
          </a:p>
          <a:p>
            <a:pPr indent="-228600" lvl="0" marL="342900" marR="0" rtl="0" algn="l">
              <a:lnSpc>
                <a:spcPct val="100000"/>
              </a:lnSpc>
              <a:spcBef>
                <a:spcPts val="0"/>
              </a:spcBef>
              <a:spcAft>
                <a:spcPts val="0"/>
              </a:spcAft>
              <a:buClr>
                <a:schemeClr val="lt1"/>
              </a:buClr>
              <a:buSzPts val="1800"/>
              <a:buFont typeface="Century Gothic"/>
              <a:buNone/>
            </a:pPr>
            <a:r>
              <a:t/>
            </a:r>
            <a:endParaRPr b="0" i="0" sz="1800" u="none" cap="none" strike="noStrike">
              <a:solidFill>
                <a:schemeClr val="lt1"/>
              </a:solidFill>
              <a:latin typeface="Century Gothic"/>
              <a:ea typeface="Century Gothic"/>
              <a:cs typeface="Century Gothic"/>
              <a:sym typeface="Century Gothic"/>
            </a:endParaRPr>
          </a:p>
          <a:p>
            <a:pPr indent="-228600" lvl="0" marL="342900" marR="0" rtl="0" algn="l">
              <a:lnSpc>
                <a:spcPct val="100000"/>
              </a:lnSpc>
              <a:spcBef>
                <a:spcPts val="0"/>
              </a:spcBef>
              <a:spcAft>
                <a:spcPts val="0"/>
              </a:spcAft>
              <a:buClr>
                <a:schemeClr val="lt1"/>
              </a:buClr>
              <a:buSzPts val="1800"/>
              <a:buFont typeface="Century Gothic"/>
              <a:buNone/>
            </a:pPr>
            <a:r>
              <a:t/>
            </a:r>
            <a:endParaRPr b="0" i="0" sz="1800" u="none" cap="none" strike="noStrike">
              <a:solidFill>
                <a:schemeClr val="lt1"/>
              </a:solidFill>
              <a:latin typeface="Century Gothic"/>
              <a:ea typeface="Century Gothic"/>
              <a:cs typeface="Century Gothic"/>
              <a:sym typeface="Century Gothic"/>
            </a:endParaRPr>
          </a:p>
          <a:p>
            <a:pPr indent="-228600" lvl="0" marL="342900" marR="0" rtl="0" algn="l">
              <a:lnSpc>
                <a:spcPct val="100000"/>
              </a:lnSpc>
              <a:spcBef>
                <a:spcPts val="0"/>
              </a:spcBef>
              <a:spcAft>
                <a:spcPts val="0"/>
              </a:spcAft>
              <a:buClr>
                <a:schemeClr val="lt1"/>
              </a:buClr>
              <a:buSzPts val="1800"/>
              <a:buFont typeface="Century Gothic"/>
              <a:buNone/>
            </a:pPr>
            <a:r>
              <a:t/>
            </a:r>
            <a:endParaRPr b="0" i="0" sz="1800" u="none" cap="none" strike="noStrike">
              <a:solidFill>
                <a:schemeClr val="lt1"/>
              </a:solidFill>
              <a:latin typeface="Century Gothic"/>
              <a:ea typeface="Century Gothic"/>
              <a:cs typeface="Century Gothic"/>
              <a:sym typeface="Century Gothic"/>
            </a:endParaRPr>
          </a:p>
          <a:p>
            <a:pPr indent="-228600" lvl="0" marL="342900" marR="0" rtl="0" algn="l">
              <a:lnSpc>
                <a:spcPct val="100000"/>
              </a:lnSpc>
              <a:spcBef>
                <a:spcPts val="0"/>
              </a:spcBef>
              <a:spcAft>
                <a:spcPts val="0"/>
              </a:spcAft>
              <a:buClr>
                <a:schemeClr val="lt1"/>
              </a:buClr>
              <a:buSzPts val="1800"/>
              <a:buFont typeface="Century Gothic"/>
              <a:buNone/>
            </a:pPr>
            <a:r>
              <a:t/>
            </a:r>
            <a:endParaRPr b="0" i="0" sz="1800" u="none" cap="none" strike="noStrike">
              <a:solidFill>
                <a:schemeClr val="lt1"/>
              </a:solidFill>
              <a:latin typeface="Century Gothic"/>
              <a:ea typeface="Century Gothic"/>
              <a:cs typeface="Century Gothic"/>
              <a:sym typeface="Century Gothic"/>
            </a:endParaRPr>
          </a:p>
          <a:p>
            <a:pPr indent="-228600" lvl="0" marL="342900" marR="0" rtl="0" algn="l">
              <a:lnSpc>
                <a:spcPct val="100000"/>
              </a:lnSpc>
              <a:spcBef>
                <a:spcPts val="0"/>
              </a:spcBef>
              <a:spcAft>
                <a:spcPts val="0"/>
              </a:spcAft>
              <a:buClr>
                <a:schemeClr val="lt1"/>
              </a:buClr>
              <a:buSzPts val="1800"/>
              <a:buFont typeface="Century Gothic"/>
              <a:buNone/>
            </a:pPr>
            <a:r>
              <a:t/>
            </a:r>
            <a:endParaRPr b="0" i="0" sz="1800" u="none" cap="none" strike="noStrike">
              <a:solidFill>
                <a:schemeClr val="lt1"/>
              </a:solidFill>
              <a:latin typeface="Century Gothic"/>
              <a:ea typeface="Century Gothic"/>
              <a:cs typeface="Century Gothic"/>
              <a:sym typeface="Century Gothic"/>
            </a:endParaRPr>
          </a:p>
          <a:p>
            <a:pPr indent="-228600" lvl="0" marL="342900" marR="0" rtl="0" algn="l">
              <a:lnSpc>
                <a:spcPct val="100000"/>
              </a:lnSpc>
              <a:spcBef>
                <a:spcPts val="0"/>
              </a:spcBef>
              <a:spcAft>
                <a:spcPts val="0"/>
              </a:spcAft>
              <a:buClr>
                <a:schemeClr val="lt1"/>
              </a:buClr>
              <a:buSzPts val="1800"/>
              <a:buFont typeface="Century Gothic"/>
              <a:buNone/>
            </a:pPr>
            <a:r>
              <a:t/>
            </a:r>
            <a:endParaRPr b="0" i="0" sz="1800" u="none" cap="none" strike="noStrike">
              <a:solidFill>
                <a:schemeClr val="lt1"/>
              </a:solidFill>
              <a:latin typeface="Century Gothic"/>
              <a:ea typeface="Century Gothic"/>
              <a:cs typeface="Century Gothic"/>
              <a:sym typeface="Century Gothic"/>
            </a:endParaRPr>
          </a:p>
          <a:p>
            <a:pPr indent="-228600" lvl="0" marL="342900" marR="0" rtl="0" algn="l">
              <a:lnSpc>
                <a:spcPct val="100000"/>
              </a:lnSpc>
              <a:spcBef>
                <a:spcPts val="0"/>
              </a:spcBef>
              <a:spcAft>
                <a:spcPts val="0"/>
              </a:spcAft>
              <a:buClr>
                <a:schemeClr val="lt1"/>
              </a:buClr>
              <a:buSzPts val="1800"/>
              <a:buFont typeface="Century Gothic"/>
              <a:buNone/>
            </a:pPr>
            <a:r>
              <a:t/>
            </a:r>
            <a:endParaRPr b="0" i="0" sz="1800" u="none" cap="none" strike="noStrike">
              <a:solidFill>
                <a:schemeClr val="lt1"/>
              </a:solidFill>
              <a:latin typeface="Century Gothic"/>
              <a:ea typeface="Century Gothic"/>
              <a:cs typeface="Century Gothic"/>
              <a:sym typeface="Century Gothic"/>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0" name="Shape 1220"/>
        <p:cNvGrpSpPr/>
        <p:nvPr/>
      </p:nvGrpSpPr>
      <p:grpSpPr>
        <a:xfrm>
          <a:off x="0" y="0"/>
          <a:ext cx="0" cy="0"/>
          <a:chOff x="0" y="0"/>
          <a:chExt cx="0" cy="0"/>
        </a:xfrm>
      </p:grpSpPr>
      <p:sp>
        <p:nvSpPr>
          <p:cNvPr id="1221" name="Google Shape;1221;p69"/>
          <p:cNvSpPr txBox="1"/>
          <p:nvPr>
            <p:ph type="title"/>
          </p:nvPr>
        </p:nvSpPr>
        <p:spPr>
          <a:xfrm>
            <a:off x="684748" y="0"/>
            <a:ext cx="10526156" cy="74697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lt2"/>
              </a:buClr>
              <a:buSzPts val="3200"/>
              <a:buFont typeface="Century Gothic"/>
              <a:buNone/>
            </a:pPr>
            <a:r>
              <a:rPr lang="en-US" sz="3200"/>
              <a:t>HR HEAD + EA Negative and appreciation, control </a:t>
            </a:r>
            <a:endParaRPr/>
          </a:p>
        </p:txBody>
      </p:sp>
      <p:sp>
        <p:nvSpPr>
          <p:cNvPr id="1222" name="Google Shape;1222;p69"/>
          <p:cNvSpPr txBox="1"/>
          <p:nvPr/>
        </p:nvSpPr>
        <p:spPr>
          <a:xfrm>
            <a:off x="80900" y="555857"/>
            <a:ext cx="12049036" cy="5940088"/>
          </a:xfrm>
          <a:prstGeom prst="rect">
            <a:avLst/>
          </a:prstGeom>
          <a:noFill/>
          <a:ln>
            <a:noFill/>
          </a:ln>
        </p:spPr>
        <p:txBody>
          <a:bodyPr anchorCtr="0" anchor="t" bIns="45700" lIns="91425" spcFirstLastPara="1" rIns="91425" wrap="square" tIns="45700">
            <a:spAutoFit/>
          </a:bodyPr>
          <a:lstStyle/>
          <a:p>
            <a:pPr indent="-342900" lvl="0" marL="342900" marR="0" rtl="0" algn="just">
              <a:lnSpc>
                <a:spcPct val="100000"/>
              </a:lnSpc>
              <a:spcBef>
                <a:spcPts val="0"/>
              </a:spcBef>
              <a:spcAft>
                <a:spcPts val="0"/>
              </a:spcAft>
              <a:buClr>
                <a:schemeClr val="lt1"/>
              </a:buClr>
              <a:buSzPts val="2000"/>
              <a:buFont typeface="Century Gothic"/>
              <a:buAutoNum type="arabicPeriod"/>
            </a:pPr>
            <a:r>
              <a:rPr b="0" i="0" lang="en-US" sz="2000" u="none" cap="none" strike="noStrike">
                <a:solidFill>
                  <a:schemeClr val="lt1"/>
                </a:solidFill>
                <a:latin typeface="Century Gothic"/>
                <a:ea typeface="Century Gothic"/>
                <a:cs typeface="Century Gothic"/>
                <a:sym typeface="Century Gothic"/>
              </a:rPr>
              <a:t>Motivate to every employee – weekly review of emplyee on positve working agaisnt payment + order + other intiate. - </a:t>
            </a:r>
            <a:endParaRPr b="0" i="0" sz="1400" u="none" cap="none" strike="noStrike">
              <a:solidFill>
                <a:srgbClr val="000000"/>
              </a:solidFill>
              <a:latin typeface="Arial"/>
              <a:ea typeface="Arial"/>
              <a:cs typeface="Arial"/>
              <a:sym typeface="Arial"/>
            </a:endParaRPr>
          </a:p>
          <a:p>
            <a:pPr indent="-342900" lvl="0" marL="342900" marR="0" rtl="0" algn="just">
              <a:lnSpc>
                <a:spcPct val="100000"/>
              </a:lnSpc>
              <a:spcBef>
                <a:spcPts val="0"/>
              </a:spcBef>
              <a:spcAft>
                <a:spcPts val="0"/>
              </a:spcAft>
              <a:buClr>
                <a:srgbClr val="FF0000"/>
              </a:buClr>
              <a:buSzPts val="2000"/>
              <a:buFont typeface="Century Gothic"/>
              <a:buAutoNum type="arabicPeriod"/>
            </a:pPr>
            <a:r>
              <a:rPr b="0" i="0" lang="en-US" sz="2000" u="none" cap="none" strike="noStrike">
                <a:solidFill>
                  <a:srgbClr val="FF0000"/>
                </a:solidFill>
                <a:highlight>
                  <a:srgbClr val="FFFF00"/>
                </a:highlight>
                <a:latin typeface="Century Gothic"/>
                <a:ea typeface="Century Gothic"/>
                <a:cs typeface="Century Gothic"/>
                <a:sym typeface="Century Gothic"/>
              </a:rPr>
              <a:t>Negativity how to stop – ranking + responsitbilty on your sholder, we should do appreciation only publically and negativity we should send over mail memo or warning letter (add in appointment letter), whatsapp and ranking and make demotion of designation. </a:t>
            </a:r>
            <a:endParaRPr b="0" i="0" sz="1400" u="none" cap="none" strike="noStrike">
              <a:solidFill>
                <a:srgbClr val="000000"/>
              </a:solidFill>
              <a:latin typeface="Arial"/>
              <a:ea typeface="Arial"/>
              <a:cs typeface="Arial"/>
              <a:sym typeface="Arial"/>
            </a:endParaRPr>
          </a:p>
          <a:p>
            <a:pPr indent="-342900" lvl="0" marL="342900" marR="0" rtl="0" algn="just">
              <a:lnSpc>
                <a:spcPct val="100000"/>
              </a:lnSpc>
              <a:spcBef>
                <a:spcPts val="0"/>
              </a:spcBef>
              <a:spcAft>
                <a:spcPts val="0"/>
              </a:spcAft>
              <a:buClr>
                <a:schemeClr val="lt1"/>
              </a:buClr>
              <a:buSzPts val="2000"/>
              <a:buFont typeface="Century Gothic"/>
              <a:buAutoNum type="arabicPeriod"/>
            </a:pPr>
            <a:r>
              <a:rPr b="0" i="0" lang="en-US" sz="2000" u="none" cap="none" strike="noStrike">
                <a:solidFill>
                  <a:schemeClr val="lt1"/>
                </a:solidFill>
                <a:latin typeface="Century Gothic"/>
                <a:ea typeface="Century Gothic"/>
                <a:cs typeface="Century Gothic"/>
                <a:sym typeface="Century Gothic"/>
              </a:rPr>
              <a:t>Birthday + anniversay celeberation – Rs.100/- choclate + 4pm leave. - intimatation one day before for leave with pay.  -</a:t>
            </a:r>
            <a:r>
              <a:rPr b="0" i="0" lang="en-US" sz="2000" u="none" cap="none" strike="noStrike">
                <a:solidFill>
                  <a:srgbClr val="FF0000"/>
                </a:solidFill>
                <a:highlight>
                  <a:srgbClr val="FFFF00"/>
                </a:highlight>
                <a:latin typeface="Century Gothic"/>
                <a:ea typeface="Century Gothic"/>
                <a:cs typeface="Century Gothic"/>
                <a:sym typeface="Century Gothic"/>
              </a:rPr>
              <a:t> OK ALLOWED</a:t>
            </a:r>
            <a:endParaRPr b="0" i="0" sz="1400" u="none" cap="none" strike="noStrike">
              <a:solidFill>
                <a:srgbClr val="000000"/>
              </a:solidFill>
              <a:latin typeface="Arial"/>
              <a:ea typeface="Arial"/>
              <a:cs typeface="Arial"/>
              <a:sym typeface="Arial"/>
            </a:endParaRPr>
          </a:p>
          <a:p>
            <a:pPr indent="-342900" lvl="0" marL="342900" marR="0" rtl="0" algn="just">
              <a:lnSpc>
                <a:spcPct val="100000"/>
              </a:lnSpc>
              <a:spcBef>
                <a:spcPts val="0"/>
              </a:spcBef>
              <a:spcAft>
                <a:spcPts val="0"/>
              </a:spcAft>
              <a:buClr>
                <a:schemeClr val="lt1"/>
              </a:buClr>
              <a:buSzPts val="2000"/>
              <a:buFont typeface="Century Gothic"/>
              <a:buAutoNum type="arabicPeriod"/>
            </a:pPr>
            <a:r>
              <a:rPr b="0" i="0" lang="en-US" sz="2000" u="none" cap="none" strike="noStrike">
                <a:solidFill>
                  <a:schemeClr val="lt1"/>
                </a:solidFill>
                <a:latin typeface="Century Gothic"/>
                <a:ea typeface="Century Gothic"/>
                <a:cs typeface="Century Gothic"/>
                <a:sym typeface="Century Gothic"/>
              </a:rPr>
              <a:t>Send report of every employee to Director daily basis – NEED Format </a:t>
            </a:r>
            <a:endParaRPr b="0" i="0" sz="1400" u="none" cap="none" strike="noStrike">
              <a:solidFill>
                <a:srgbClr val="000000"/>
              </a:solidFill>
              <a:latin typeface="Arial"/>
              <a:ea typeface="Arial"/>
              <a:cs typeface="Arial"/>
              <a:sym typeface="Arial"/>
            </a:endParaRPr>
          </a:p>
          <a:p>
            <a:pPr indent="-342900" lvl="0" marL="342900" marR="0" rtl="0" algn="just">
              <a:lnSpc>
                <a:spcPct val="100000"/>
              </a:lnSpc>
              <a:spcBef>
                <a:spcPts val="0"/>
              </a:spcBef>
              <a:spcAft>
                <a:spcPts val="0"/>
              </a:spcAft>
              <a:buClr>
                <a:schemeClr val="lt1"/>
              </a:buClr>
              <a:buSzPts val="2000"/>
              <a:buFont typeface="Century Gothic"/>
              <a:buAutoNum type="arabicPeriod"/>
            </a:pPr>
            <a:r>
              <a:rPr b="0" i="0" lang="en-US" sz="2000" u="none" cap="none" strike="noStrike">
                <a:solidFill>
                  <a:schemeClr val="lt1"/>
                </a:solidFill>
                <a:latin typeface="Century Gothic"/>
                <a:ea typeface="Century Gothic"/>
                <a:cs typeface="Century Gothic"/>
                <a:sym typeface="Century Gothic"/>
              </a:rPr>
              <a:t>keep personal touch with every employee </a:t>
            </a:r>
            <a:endParaRPr b="0" i="0" sz="1400" u="none" cap="none" strike="noStrike">
              <a:solidFill>
                <a:srgbClr val="000000"/>
              </a:solidFill>
              <a:latin typeface="Arial"/>
              <a:ea typeface="Arial"/>
              <a:cs typeface="Arial"/>
              <a:sym typeface="Arial"/>
            </a:endParaRPr>
          </a:p>
          <a:p>
            <a:pPr indent="-342900" lvl="0" marL="342900" marR="0" rtl="0" algn="just">
              <a:lnSpc>
                <a:spcPct val="100000"/>
              </a:lnSpc>
              <a:spcBef>
                <a:spcPts val="0"/>
              </a:spcBef>
              <a:spcAft>
                <a:spcPts val="0"/>
              </a:spcAft>
              <a:buClr>
                <a:srgbClr val="FFFF00"/>
              </a:buClr>
              <a:buSzPts val="2000"/>
              <a:buFont typeface="Century Gothic"/>
              <a:buAutoNum type="arabicPeriod"/>
            </a:pPr>
            <a:r>
              <a:rPr b="1" i="0" lang="en-US" sz="2000" u="sng" cap="none" strike="noStrike">
                <a:solidFill>
                  <a:srgbClr val="FFFF00"/>
                </a:solidFill>
                <a:latin typeface="Century Gothic"/>
                <a:ea typeface="Century Gothic"/>
                <a:cs typeface="Century Gothic"/>
                <a:sym typeface="Century Gothic"/>
              </a:rPr>
              <a:t>Ranking to be given to employee on every day basis  - make stick rule and implement stickly, learn from football match as they give red and green card during game. </a:t>
            </a:r>
            <a:endParaRPr b="0" i="0" sz="2000" u="none" cap="none" strike="noStrike">
              <a:solidFill>
                <a:schemeClr val="lt1"/>
              </a:solidFill>
              <a:latin typeface="Century Gothic"/>
              <a:ea typeface="Century Gothic"/>
              <a:cs typeface="Century Gothic"/>
              <a:sym typeface="Century Gothic"/>
            </a:endParaRPr>
          </a:p>
          <a:p>
            <a:pPr indent="-342900" lvl="0" marL="342900" marR="0" rtl="0" algn="just">
              <a:lnSpc>
                <a:spcPct val="100000"/>
              </a:lnSpc>
              <a:spcBef>
                <a:spcPts val="0"/>
              </a:spcBef>
              <a:spcAft>
                <a:spcPts val="0"/>
              </a:spcAft>
              <a:buClr>
                <a:schemeClr val="lt1"/>
              </a:buClr>
              <a:buSzPts val="2000"/>
              <a:buFont typeface="Century Gothic"/>
              <a:buAutoNum type="arabicPeriod"/>
            </a:pPr>
            <a:r>
              <a:rPr b="0" i="0" lang="en-US" sz="2000" u="none" cap="none" strike="noStrike">
                <a:solidFill>
                  <a:schemeClr val="lt1"/>
                </a:solidFill>
                <a:latin typeface="Century Gothic"/>
                <a:ea typeface="Century Gothic"/>
                <a:cs typeface="Century Gothic"/>
                <a:sym typeface="Century Gothic"/>
              </a:rPr>
              <a:t>Attendance + Leave work to be done </a:t>
            </a:r>
            <a:endParaRPr b="0" i="0" sz="1400" u="none" cap="none" strike="noStrike">
              <a:solidFill>
                <a:srgbClr val="000000"/>
              </a:solidFill>
              <a:latin typeface="Arial"/>
              <a:ea typeface="Arial"/>
              <a:cs typeface="Arial"/>
              <a:sym typeface="Arial"/>
            </a:endParaRPr>
          </a:p>
          <a:p>
            <a:pPr indent="-342900" lvl="0" marL="342900" marR="0" rtl="0" algn="just">
              <a:lnSpc>
                <a:spcPct val="100000"/>
              </a:lnSpc>
              <a:spcBef>
                <a:spcPts val="0"/>
              </a:spcBef>
              <a:spcAft>
                <a:spcPts val="0"/>
              </a:spcAft>
              <a:buClr>
                <a:schemeClr val="lt1"/>
              </a:buClr>
              <a:buSzPts val="2000"/>
              <a:buFont typeface="Century Gothic"/>
              <a:buAutoNum type="arabicPeriod"/>
            </a:pPr>
            <a:r>
              <a:rPr b="0" i="0" lang="en-US" sz="2000" u="none" cap="none" strike="noStrike">
                <a:solidFill>
                  <a:schemeClr val="lt1"/>
                </a:solidFill>
                <a:latin typeface="Century Gothic"/>
                <a:ea typeface="Century Gothic"/>
                <a:cs typeface="Century Gothic"/>
                <a:sym typeface="Century Gothic"/>
              </a:rPr>
              <a:t>Behavior of all employee, Penalty to all employee </a:t>
            </a:r>
            <a:endParaRPr b="0" i="0" sz="1400" u="none" cap="none" strike="noStrike">
              <a:solidFill>
                <a:srgbClr val="000000"/>
              </a:solidFill>
              <a:latin typeface="Arial"/>
              <a:ea typeface="Arial"/>
              <a:cs typeface="Arial"/>
              <a:sym typeface="Arial"/>
            </a:endParaRPr>
          </a:p>
          <a:p>
            <a:pPr indent="-342900" lvl="0" marL="342900" marR="0" rtl="0" algn="just">
              <a:lnSpc>
                <a:spcPct val="100000"/>
              </a:lnSpc>
              <a:spcBef>
                <a:spcPts val="0"/>
              </a:spcBef>
              <a:spcAft>
                <a:spcPts val="0"/>
              </a:spcAft>
              <a:buClr>
                <a:schemeClr val="lt1"/>
              </a:buClr>
              <a:buSzPts val="2000"/>
              <a:buFont typeface="Century Gothic"/>
              <a:buAutoNum type="arabicPeriod"/>
            </a:pPr>
            <a:r>
              <a:rPr b="0" i="0" lang="en-US" sz="2000" u="none" cap="none" strike="noStrike">
                <a:solidFill>
                  <a:schemeClr val="lt1"/>
                </a:solidFill>
                <a:latin typeface="Century Gothic"/>
                <a:ea typeface="Century Gothic"/>
                <a:cs typeface="Century Gothic"/>
                <a:sym typeface="Century Gothic"/>
              </a:rPr>
              <a:t>Recruitment of employee </a:t>
            </a:r>
            <a:endParaRPr b="0" i="0" sz="1400" u="none" cap="none" strike="noStrike">
              <a:solidFill>
                <a:srgbClr val="000000"/>
              </a:solidFill>
              <a:latin typeface="Arial"/>
              <a:ea typeface="Arial"/>
              <a:cs typeface="Arial"/>
              <a:sym typeface="Arial"/>
            </a:endParaRPr>
          </a:p>
          <a:p>
            <a:pPr indent="-342900" lvl="0" marL="342900" marR="0" rtl="0" algn="just">
              <a:lnSpc>
                <a:spcPct val="100000"/>
              </a:lnSpc>
              <a:spcBef>
                <a:spcPts val="0"/>
              </a:spcBef>
              <a:spcAft>
                <a:spcPts val="0"/>
              </a:spcAft>
              <a:buClr>
                <a:schemeClr val="lt1"/>
              </a:buClr>
              <a:buSzPts val="2000"/>
              <a:buFont typeface="Century Gothic"/>
              <a:buAutoNum type="arabicPeriod"/>
            </a:pPr>
            <a:r>
              <a:rPr b="0" i="0" lang="en-US" sz="2000" u="none" cap="none" strike="noStrike">
                <a:solidFill>
                  <a:schemeClr val="lt1"/>
                </a:solidFill>
                <a:latin typeface="Century Gothic"/>
                <a:ea typeface="Century Gothic"/>
                <a:cs typeface="Century Gothic"/>
                <a:sym typeface="Century Gothic"/>
              </a:rPr>
              <a:t>follow up on my calls. </a:t>
            </a:r>
            <a:endParaRPr b="0" i="0" sz="1400" u="none" cap="none" strike="noStrike">
              <a:solidFill>
                <a:srgbClr val="000000"/>
              </a:solidFill>
              <a:latin typeface="Arial"/>
              <a:ea typeface="Arial"/>
              <a:cs typeface="Arial"/>
              <a:sym typeface="Arial"/>
            </a:endParaRPr>
          </a:p>
          <a:p>
            <a:pPr indent="-342900" lvl="0" marL="342900" marR="0" rtl="0" algn="just">
              <a:lnSpc>
                <a:spcPct val="100000"/>
              </a:lnSpc>
              <a:spcBef>
                <a:spcPts val="0"/>
              </a:spcBef>
              <a:spcAft>
                <a:spcPts val="0"/>
              </a:spcAft>
              <a:buClr>
                <a:schemeClr val="lt1"/>
              </a:buClr>
              <a:buSzPts val="2000"/>
              <a:buFont typeface="Century Gothic"/>
              <a:buAutoNum type="arabicPeriod"/>
            </a:pPr>
            <a:r>
              <a:rPr b="0" i="0" lang="en-US" sz="2000" u="none" cap="none" strike="noStrike">
                <a:solidFill>
                  <a:schemeClr val="lt1"/>
                </a:solidFill>
                <a:latin typeface="Century Gothic"/>
                <a:ea typeface="Century Gothic"/>
                <a:cs typeface="Century Gothic"/>
                <a:sym typeface="Century Gothic"/>
              </a:rPr>
              <a:t>Salary, PF &amp; ESI  to be check and clear </a:t>
            </a:r>
            <a:endParaRPr b="0" i="0" sz="1400" u="none" cap="none" strike="noStrike">
              <a:solidFill>
                <a:srgbClr val="000000"/>
              </a:solidFill>
              <a:latin typeface="Arial"/>
              <a:ea typeface="Arial"/>
              <a:cs typeface="Arial"/>
              <a:sym typeface="Arial"/>
            </a:endParaRPr>
          </a:p>
          <a:p>
            <a:pPr indent="-342900" lvl="0" marL="342900" marR="0" rtl="0" algn="just">
              <a:lnSpc>
                <a:spcPct val="100000"/>
              </a:lnSpc>
              <a:spcBef>
                <a:spcPts val="0"/>
              </a:spcBef>
              <a:spcAft>
                <a:spcPts val="0"/>
              </a:spcAft>
              <a:buClr>
                <a:schemeClr val="lt1"/>
              </a:buClr>
              <a:buSzPts val="2000"/>
              <a:buFont typeface="Century Gothic"/>
              <a:buAutoNum type="arabicPeriod"/>
            </a:pPr>
            <a:r>
              <a:rPr b="0" i="0" lang="en-US" sz="2000" u="none" cap="none" strike="noStrike">
                <a:solidFill>
                  <a:schemeClr val="lt1"/>
                </a:solidFill>
                <a:latin typeface="Century Gothic"/>
                <a:ea typeface="Century Gothic"/>
                <a:cs typeface="Century Gothic"/>
                <a:sym typeface="Century Gothic"/>
              </a:rPr>
              <a:t>Administration </a:t>
            </a:r>
            <a:endParaRPr b="0" i="0" sz="1400" u="none" cap="none" strike="noStrike">
              <a:solidFill>
                <a:srgbClr val="000000"/>
              </a:solidFill>
              <a:latin typeface="Arial"/>
              <a:ea typeface="Arial"/>
              <a:cs typeface="Arial"/>
              <a:sym typeface="Arial"/>
            </a:endParaRPr>
          </a:p>
          <a:p>
            <a:pPr indent="-342900" lvl="0" marL="342900" marR="0" rtl="0" algn="just">
              <a:lnSpc>
                <a:spcPct val="100000"/>
              </a:lnSpc>
              <a:spcBef>
                <a:spcPts val="0"/>
              </a:spcBef>
              <a:spcAft>
                <a:spcPts val="0"/>
              </a:spcAft>
              <a:buClr>
                <a:schemeClr val="lt1"/>
              </a:buClr>
              <a:buSzPts val="2000"/>
              <a:buFont typeface="Century Gothic"/>
              <a:buAutoNum type="arabicPeriod"/>
            </a:pPr>
            <a:r>
              <a:rPr b="0" i="0" lang="en-US" sz="2000" u="none" cap="none" strike="noStrike">
                <a:solidFill>
                  <a:schemeClr val="lt1"/>
                </a:solidFill>
                <a:latin typeface="Century Gothic"/>
                <a:ea typeface="Century Gothic"/>
                <a:cs typeface="Century Gothic"/>
                <a:sym typeface="Century Gothic"/>
              </a:rPr>
              <a:t>Appreciate/ recognize to employees for good work. + PMS</a:t>
            </a:r>
            <a:endParaRPr b="0" i="0" sz="1400" u="none" cap="none" strike="noStrike">
              <a:solidFill>
                <a:srgbClr val="000000"/>
              </a:solidFill>
              <a:latin typeface="Arial"/>
              <a:ea typeface="Arial"/>
              <a:cs typeface="Arial"/>
              <a:sym typeface="Arial"/>
            </a:endParaRPr>
          </a:p>
          <a:p>
            <a:pPr indent="-342900" lvl="0" marL="342900" marR="0" rtl="0" algn="just">
              <a:lnSpc>
                <a:spcPct val="100000"/>
              </a:lnSpc>
              <a:spcBef>
                <a:spcPts val="0"/>
              </a:spcBef>
              <a:spcAft>
                <a:spcPts val="0"/>
              </a:spcAft>
              <a:buClr>
                <a:schemeClr val="lt1"/>
              </a:buClr>
              <a:buSzPts val="2000"/>
              <a:buFont typeface="Century Gothic"/>
              <a:buAutoNum type="arabicPeriod"/>
            </a:pPr>
            <a:r>
              <a:rPr b="0" i="0" lang="en-US" sz="2000" u="none" cap="none" strike="noStrike">
                <a:solidFill>
                  <a:schemeClr val="lt1"/>
                </a:solidFill>
                <a:latin typeface="Century Gothic"/>
                <a:ea typeface="Century Gothic"/>
                <a:cs typeface="Century Gothic"/>
                <a:sym typeface="Century Gothic"/>
              </a:rPr>
              <a:t>Grievance handling,  Administration work, Induction of employee.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6" name="Shape 1226"/>
        <p:cNvGrpSpPr/>
        <p:nvPr/>
      </p:nvGrpSpPr>
      <p:grpSpPr>
        <a:xfrm>
          <a:off x="0" y="0"/>
          <a:ext cx="0" cy="0"/>
          <a:chOff x="0" y="0"/>
          <a:chExt cx="0" cy="0"/>
        </a:xfrm>
      </p:grpSpPr>
      <p:sp>
        <p:nvSpPr>
          <p:cNvPr id="1227" name="Google Shape;1227;p70"/>
          <p:cNvSpPr txBox="1"/>
          <p:nvPr>
            <p:ph type="title"/>
          </p:nvPr>
        </p:nvSpPr>
        <p:spPr>
          <a:xfrm>
            <a:off x="684748" y="0"/>
            <a:ext cx="10526156" cy="74697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lt2"/>
              </a:buClr>
              <a:buSzPts val="3200"/>
              <a:buFont typeface="Century Gothic"/>
              <a:buNone/>
            </a:pPr>
            <a:r>
              <a:rPr lang="en-US" sz="3200"/>
              <a:t>HR HEAD + EA Negative and appreciation control </a:t>
            </a:r>
            <a:endParaRPr/>
          </a:p>
        </p:txBody>
      </p:sp>
      <p:sp>
        <p:nvSpPr>
          <p:cNvPr id="1228" name="Google Shape;1228;p70"/>
          <p:cNvSpPr txBox="1"/>
          <p:nvPr/>
        </p:nvSpPr>
        <p:spPr>
          <a:xfrm>
            <a:off x="80900" y="555857"/>
            <a:ext cx="12049036" cy="5632311"/>
          </a:xfrm>
          <a:prstGeom prst="rect">
            <a:avLst/>
          </a:prstGeom>
          <a:noFill/>
          <a:ln>
            <a:noFill/>
          </a:ln>
        </p:spPr>
        <p:txBody>
          <a:bodyPr anchorCtr="0" anchor="t" bIns="45700" lIns="91425" spcFirstLastPara="1" rIns="91425" wrap="square" tIns="45700">
            <a:spAutoFit/>
          </a:bodyPr>
          <a:lstStyle/>
          <a:p>
            <a:pPr indent="-342900" lvl="0" marL="342900" marR="0" rtl="0" algn="just">
              <a:lnSpc>
                <a:spcPct val="100000"/>
              </a:lnSpc>
              <a:spcBef>
                <a:spcPts val="0"/>
              </a:spcBef>
              <a:spcAft>
                <a:spcPts val="0"/>
              </a:spcAft>
              <a:buClr>
                <a:schemeClr val="lt1"/>
              </a:buClr>
              <a:buSzPts val="2000"/>
              <a:buFont typeface="Century Gothic"/>
              <a:buAutoNum type="arabicPeriod"/>
            </a:pPr>
            <a:r>
              <a:rPr b="0" i="0" lang="en-US" sz="2000" u="none" cap="none" strike="noStrike">
                <a:solidFill>
                  <a:schemeClr val="lt1"/>
                </a:solidFill>
                <a:latin typeface="Century Gothic"/>
                <a:ea typeface="Century Gothic"/>
                <a:cs typeface="Century Gothic"/>
                <a:sym typeface="Century Gothic"/>
              </a:rPr>
              <a:t>Motivate to every employee – weekly review of employee on positive working against payment + order + other initiate. - </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2000"/>
              <a:buFont typeface="Arial"/>
              <a:buNone/>
            </a:pPr>
            <a:r>
              <a:rPr b="0" i="0" lang="en-US" sz="2000" u="none" cap="none" strike="noStrike">
                <a:solidFill>
                  <a:srgbClr val="FF0000"/>
                </a:solidFill>
                <a:highlight>
                  <a:srgbClr val="FFFF00"/>
                </a:highlight>
                <a:latin typeface="Century Gothic"/>
                <a:ea typeface="Century Gothic"/>
                <a:cs typeface="Century Gothic"/>
                <a:sym typeface="Century Gothic"/>
              </a:rPr>
              <a:t>Process –</a:t>
            </a:r>
            <a:r>
              <a:rPr b="0" i="0" lang="en-US" sz="2000" u="none" cap="none" strike="noStrike">
                <a:solidFill>
                  <a:srgbClr val="FF0000"/>
                </a:solidFill>
                <a:latin typeface="Century Gothic"/>
                <a:ea typeface="Century Gothic"/>
                <a:cs typeface="Century Gothic"/>
                <a:sym typeface="Century Gothic"/>
              </a:rPr>
              <a:t> </a:t>
            </a:r>
            <a:r>
              <a:rPr b="0" i="0" lang="en-US" sz="2000" u="none" cap="none" strike="noStrike">
                <a:solidFill>
                  <a:schemeClr val="lt1"/>
                </a:solidFill>
                <a:latin typeface="Century Gothic"/>
                <a:ea typeface="Century Gothic"/>
                <a:cs typeface="Century Gothic"/>
                <a:sym typeface="Century Gothic"/>
              </a:rPr>
              <a:t>Pray, Exercise activity, dance on the floor, Clapping , Laughing, Team Building Exercise, Employee of the week, monthly, quartlely half yearly, yearly, birthday, aniversary, marriage, office aniversary, Ranking base on KRA-Payment, Quotation, Order Follow up, Installation, Reporting, Behaviour, Activities, Response on assign tasks, zero leave, regulatory, Punchuality, Dress Code, Hygenenic, Extra Ordinary in any field.</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2000"/>
              <a:buFont typeface="Arial"/>
              <a:buNone/>
            </a:pPr>
            <a:r>
              <a:t/>
            </a:r>
            <a:endParaRPr b="0" i="0" sz="2000" u="none" cap="none" strike="noStrike">
              <a:solidFill>
                <a:schemeClr val="lt1"/>
              </a:solidFill>
              <a:latin typeface="Century Gothic"/>
              <a:ea typeface="Century Gothic"/>
              <a:cs typeface="Century Gothic"/>
              <a:sym typeface="Century Gothic"/>
            </a:endParaRPr>
          </a:p>
          <a:p>
            <a:pPr indent="0" lvl="0" marL="0" marR="0" rtl="0" algn="just">
              <a:lnSpc>
                <a:spcPct val="100000"/>
              </a:lnSpc>
              <a:spcBef>
                <a:spcPts val="0"/>
              </a:spcBef>
              <a:spcAft>
                <a:spcPts val="0"/>
              </a:spcAft>
              <a:buClr>
                <a:srgbClr val="000000"/>
              </a:buClr>
              <a:buSzPts val="2000"/>
              <a:buFont typeface="Arial"/>
              <a:buNone/>
            </a:pPr>
            <a:r>
              <a:rPr b="0" i="0" lang="en-US" sz="2000" u="none" cap="none" strike="noStrike">
                <a:solidFill>
                  <a:schemeClr val="lt1"/>
                </a:solidFill>
                <a:latin typeface="Century Gothic"/>
                <a:ea typeface="Century Gothic"/>
                <a:cs typeface="Century Gothic"/>
                <a:sym typeface="Century Gothic"/>
              </a:rPr>
              <a:t>2. Negativity how to stop – ranking + responsitbilty on your sholder, we should do appreciation only publically and negativity we should send over mail memo or warning letter (add in appointment letter), whatsapp and ranking and make demotion of designation. </a:t>
            </a:r>
            <a:endParaRPr b="0" i="0" sz="1800" u="none" cap="none" strike="noStrike">
              <a:solidFill>
                <a:schemeClr val="lt1"/>
              </a:solidFill>
              <a:latin typeface="Century Gothic"/>
              <a:ea typeface="Century Gothic"/>
              <a:cs typeface="Century Gothic"/>
              <a:sym typeface="Century Gothic"/>
            </a:endParaRPr>
          </a:p>
          <a:p>
            <a:pPr indent="0" lvl="0" marL="0" marR="0" rtl="0" algn="just">
              <a:lnSpc>
                <a:spcPct val="100000"/>
              </a:lnSpc>
              <a:spcBef>
                <a:spcPts val="0"/>
              </a:spcBef>
              <a:spcAft>
                <a:spcPts val="0"/>
              </a:spcAft>
              <a:buClr>
                <a:srgbClr val="000000"/>
              </a:buClr>
              <a:buSzPts val="2000"/>
              <a:buFont typeface="Arial"/>
              <a:buNone/>
            </a:pPr>
            <a:r>
              <a:t/>
            </a:r>
            <a:endParaRPr b="0" i="0" sz="2000" u="none" cap="none" strike="noStrike">
              <a:solidFill>
                <a:srgbClr val="FFFFFF"/>
              </a:solidFill>
              <a:latin typeface="Century Gothic"/>
              <a:ea typeface="Century Gothic"/>
              <a:cs typeface="Century Gothic"/>
              <a:sym typeface="Century Gothic"/>
            </a:endParaRPr>
          </a:p>
          <a:p>
            <a:pPr indent="0" lvl="0" marL="0" marR="0" rtl="0" algn="just">
              <a:lnSpc>
                <a:spcPct val="100000"/>
              </a:lnSpc>
              <a:spcBef>
                <a:spcPts val="0"/>
              </a:spcBef>
              <a:spcAft>
                <a:spcPts val="0"/>
              </a:spcAft>
              <a:buClr>
                <a:srgbClr val="000000"/>
              </a:buClr>
              <a:buSzPts val="2000"/>
              <a:buFont typeface="Arial"/>
              <a:buNone/>
            </a:pPr>
            <a:r>
              <a:rPr b="0" i="0" lang="en-US" sz="2000" u="none" cap="none" strike="noStrike">
                <a:solidFill>
                  <a:schemeClr val="lt1"/>
                </a:solidFill>
                <a:latin typeface="Century Gothic"/>
                <a:ea typeface="Century Gothic"/>
                <a:cs typeface="Century Gothic"/>
                <a:sym typeface="Century Gothic"/>
              </a:rPr>
              <a:t>3. Birthday + anniversay celeberation – Rs.100/- chocolate + 4pm leave. - intimatation one day before for leave with pay.  -</a:t>
            </a:r>
            <a:r>
              <a:rPr b="0" i="0" lang="en-US" sz="2000" u="none" cap="none" strike="noStrike">
                <a:solidFill>
                  <a:srgbClr val="FF0000"/>
                </a:solidFill>
                <a:highlight>
                  <a:srgbClr val="FFFF00"/>
                </a:highlight>
                <a:latin typeface="Century Gothic"/>
                <a:ea typeface="Century Gothic"/>
                <a:cs typeface="Century Gothic"/>
                <a:sym typeface="Century Gothic"/>
              </a:rPr>
              <a:t> OK ALLOWED</a:t>
            </a:r>
            <a:endParaRPr b="0" i="0" sz="2000" u="none" cap="none" strike="noStrike">
              <a:solidFill>
                <a:schemeClr val="lt1"/>
              </a:solidFill>
              <a:latin typeface="Century Gothic"/>
              <a:ea typeface="Century Gothic"/>
              <a:cs typeface="Century Gothic"/>
              <a:sym typeface="Century Gothic"/>
            </a:endParaRPr>
          </a:p>
          <a:p>
            <a:pPr indent="0" lvl="0" marL="0" marR="0" rtl="0" algn="just">
              <a:lnSpc>
                <a:spcPct val="100000"/>
              </a:lnSpc>
              <a:spcBef>
                <a:spcPts val="0"/>
              </a:spcBef>
              <a:spcAft>
                <a:spcPts val="0"/>
              </a:spcAft>
              <a:buClr>
                <a:srgbClr val="000000"/>
              </a:buClr>
              <a:buSzPts val="2000"/>
              <a:buFont typeface="Arial"/>
              <a:buNone/>
            </a:pPr>
            <a:r>
              <a:t/>
            </a:r>
            <a:endParaRPr b="0" i="0" sz="2000" u="none" cap="none" strike="noStrike">
              <a:solidFill>
                <a:srgbClr val="FFFFFF"/>
              </a:solidFill>
              <a:latin typeface="Century Gothic"/>
              <a:ea typeface="Century Gothic"/>
              <a:cs typeface="Century Gothic"/>
              <a:sym typeface="Century Gothic"/>
            </a:endParaRPr>
          </a:p>
          <a:p>
            <a:pPr indent="0" lvl="0" marL="0" marR="0" rtl="0" algn="just">
              <a:lnSpc>
                <a:spcPct val="100000"/>
              </a:lnSpc>
              <a:spcBef>
                <a:spcPts val="0"/>
              </a:spcBef>
              <a:spcAft>
                <a:spcPts val="0"/>
              </a:spcAft>
              <a:buClr>
                <a:srgbClr val="000000"/>
              </a:buClr>
              <a:buSzPts val="2000"/>
              <a:buFont typeface="Arial"/>
              <a:buNone/>
            </a:pPr>
            <a:r>
              <a:rPr b="0" i="0" lang="en-US" sz="2000" u="none" cap="none" strike="noStrike">
                <a:solidFill>
                  <a:schemeClr val="lt1"/>
                </a:solidFill>
                <a:latin typeface="Century Gothic"/>
                <a:ea typeface="Century Gothic"/>
                <a:cs typeface="Century Gothic"/>
                <a:sym typeface="Century Gothic"/>
              </a:rPr>
              <a:t>4.  Send report of every employee to Director daily basis – NEED Format </a:t>
            </a:r>
            <a:r>
              <a:rPr b="0" i="0" lang="en-US" sz="2000" u="sng" cap="none" strike="noStrike">
                <a:solidFill>
                  <a:schemeClr val="lt1"/>
                </a:solidFill>
                <a:latin typeface="Century Gothic"/>
                <a:ea typeface="Century Gothic"/>
                <a:cs typeface="Century Gothic"/>
                <a:sym typeface="Century Gothic"/>
                <a:hlinkClick r:id="rId3">
                  <a:extLst>
                    <a:ext uri="{A12FA001-AC4F-418D-AE19-62706E023703}">
                      <ahyp:hlinkClr val="tx"/>
                    </a:ext>
                  </a:extLst>
                </a:hlinkClick>
              </a:rPr>
              <a:t>Daily Attendance.xlsx (sharepoint.com) </a:t>
            </a:r>
            <a:endParaRPr b="0" i="0" sz="2000" u="none" cap="none" strike="noStrike">
              <a:solidFill>
                <a:schemeClr val="lt1"/>
              </a:solidFill>
              <a:latin typeface="Century Gothic"/>
              <a:ea typeface="Century Gothic"/>
              <a:cs typeface="Century Gothic"/>
              <a:sym typeface="Century Gothic"/>
            </a:endParaRPr>
          </a:p>
          <a:p>
            <a:pPr indent="0" lvl="0" marL="0" marR="0" rtl="0" algn="just">
              <a:lnSpc>
                <a:spcPct val="100000"/>
              </a:lnSpc>
              <a:spcBef>
                <a:spcPts val="0"/>
              </a:spcBef>
              <a:spcAft>
                <a:spcPts val="0"/>
              </a:spcAft>
              <a:buClr>
                <a:srgbClr val="000000"/>
              </a:buClr>
              <a:buSzPts val="2000"/>
              <a:buFont typeface="Arial"/>
              <a:buNone/>
            </a:pPr>
            <a:r>
              <a:t/>
            </a:r>
            <a:endParaRPr b="0" i="0" sz="2000" u="none" cap="none" strike="noStrike">
              <a:solidFill>
                <a:schemeClr val="lt1"/>
              </a:solidFill>
              <a:latin typeface="Century Gothic"/>
              <a:ea typeface="Century Gothic"/>
              <a:cs typeface="Century Gothic"/>
              <a:sym typeface="Century Gothic"/>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2" name="Shape 1232"/>
        <p:cNvGrpSpPr/>
        <p:nvPr/>
      </p:nvGrpSpPr>
      <p:grpSpPr>
        <a:xfrm>
          <a:off x="0" y="0"/>
          <a:ext cx="0" cy="0"/>
          <a:chOff x="0" y="0"/>
          <a:chExt cx="0" cy="0"/>
        </a:xfrm>
      </p:grpSpPr>
      <p:sp>
        <p:nvSpPr>
          <p:cNvPr id="1233" name="Google Shape;1233;p71"/>
          <p:cNvSpPr txBox="1"/>
          <p:nvPr>
            <p:ph type="title"/>
          </p:nvPr>
        </p:nvSpPr>
        <p:spPr>
          <a:xfrm>
            <a:off x="684748" y="0"/>
            <a:ext cx="10526156" cy="74697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lt2"/>
              </a:buClr>
              <a:buSzPts val="3200"/>
              <a:buFont typeface="Century Gothic"/>
              <a:buNone/>
            </a:pPr>
            <a:r>
              <a:rPr lang="en-US" sz="3200"/>
              <a:t>HR HEAD + EA Negative and appreciation control </a:t>
            </a:r>
            <a:endParaRPr/>
          </a:p>
        </p:txBody>
      </p:sp>
      <p:sp>
        <p:nvSpPr>
          <p:cNvPr id="1234" name="Google Shape;1234;p71"/>
          <p:cNvSpPr txBox="1"/>
          <p:nvPr/>
        </p:nvSpPr>
        <p:spPr>
          <a:xfrm>
            <a:off x="80900" y="555857"/>
            <a:ext cx="12049036" cy="6247864"/>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000"/>
              <a:buFont typeface="Arial"/>
              <a:buNone/>
            </a:pPr>
            <a:r>
              <a:t/>
            </a:r>
            <a:endParaRPr b="1" i="0" sz="2000" u="sng" cap="none" strike="noStrike">
              <a:solidFill>
                <a:srgbClr val="FFFF00"/>
              </a:solidFill>
              <a:latin typeface="Century Gothic"/>
              <a:ea typeface="Century Gothic"/>
              <a:cs typeface="Century Gothic"/>
              <a:sym typeface="Century Gothic"/>
            </a:endParaRPr>
          </a:p>
          <a:p>
            <a:pPr indent="0" lvl="0" marL="0" marR="0" rtl="0" algn="just">
              <a:lnSpc>
                <a:spcPct val="100000"/>
              </a:lnSpc>
              <a:spcBef>
                <a:spcPts val="0"/>
              </a:spcBef>
              <a:spcAft>
                <a:spcPts val="0"/>
              </a:spcAft>
              <a:buClr>
                <a:srgbClr val="000000"/>
              </a:buClr>
              <a:buSzPts val="2000"/>
              <a:buFont typeface="Arial"/>
              <a:buNone/>
            </a:pPr>
            <a:r>
              <a:t/>
            </a:r>
            <a:endParaRPr b="1" i="0" sz="2000" u="sng" cap="none" strike="noStrike">
              <a:solidFill>
                <a:srgbClr val="FFFF00"/>
              </a:solidFill>
              <a:latin typeface="Century Gothic"/>
              <a:ea typeface="Century Gothic"/>
              <a:cs typeface="Century Gothic"/>
              <a:sym typeface="Century Gothic"/>
            </a:endParaRPr>
          </a:p>
          <a:p>
            <a:pPr indent="0" lvl="0" marL="0" marR="0" rtl="0" algn="just">
              <a:lnSpc>
                <a:spcPct val="100000"/>
              </a:lnSpc>
              <a:spcBef>
                <a:spcPts val="0"/>
              </a:spcBef>
              <a:spcAft>
                <a:spcPts val="0"/>
              </a:spcAft>
              <a:buClr>
                <a:srgbClr val="000000"/>
              </a:buClr>
              <a:buSzPts val="2000"/>
              <a:buFont typeface="Arial"/>
              <a:buNone/>
            </a:pPr>
            <a:r>
              <a:rPr b="0" i="0" lang="en-US" sz="2000" u="none" cap="none" strike="noStrike">
                <a:solidFill>
                  <a:srgbClr val="FFFFFF"/>
                </a:solidFill>
                <a:latin typeface="Century Gothic"/>
                <a:ea typeface="Century Gothic"/>
                <a:cs typeface="Century Gothic"/>
                <a:sym typeface="Century Gothic"/>
              </a:rPr>
              <a:t>5. </a:t>
            </a:r>
            <a:r>
              <a:rPr b="0" i="0" lang="en-US" sz="2000" u="none" cap="none" strike="noStrike">
                <a:solidFill>
                  <a:schemeClr val="lt1"/>
                </a:solidFill>
                <a:latin typeface="Century Gothic"/>
                <a:ea typeface="Century Gothic"/>
                <a:cs typeface="Century Gothic"/>
                <a:sym typeface="Century Gothic"/>
              </a:rPr>
              <a:t>keep personal touch with every employee- greet to every employee in the morning, family, find the smll and big goal of the employee and ask about them, have sometime tea ot lunch with the employee, outing with best performer employee, vouchers of the shopping, </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2000"/>
              <a:buFont typeface="Arial"/>
              <a:buNone/>
            </a:pPr>
            <a:r>
              <a:t/>
            </a:r>
            <a:endParaRPr b="1" i="0" sz="2000" u="sng" cap="none" strike="noStrike">
              <a:solidFill>
                <a:srgbClr val="FFFF00"/>
              </a:solidFill>
              <a:latin typeface="Century Gothic"/>
              <a:ea typeface="Century Gothic"/>
              <a:cs typeface="Century Gothic"/>
              <a:sym typeface="Century Gothic"/>
            </a:endParaRPr>
          </a:p>
          <a:p>
            <a:pPr indent="0" lvl="0" marL="0" marR="0" rtl="0" algn="just">
              <a:lnSpc>
                <a:spcPct val="100000"/>
              </a:lnSpc>
              <a:spcBef>
                <a:spcPts val="0"/>
              </a:spcBef>
              <a:spcAft>
                <a:spcPts val="0"/>
              </a:spcAft>
              <a:buClr>
                <a:srgbClr val="000000"/>
              </a:buClr>
              <a:buSzPts val="2000"/>
              <a:buFont typeface="Arial"/>
              <a:buNone/>
            </a:pPr>
            <a:r>
              <a:rPr b="1" i="0" lang="en-US" sz="2000" u="sng" cap="none" strike="noStrike">
                <a:solidFill>
                  <a:srgbClr val="FFFF00"/>
                </a:solidFill>
                <a:latin typeface="Century Gothic"/>
                <a:ea typeface="Century Gothic"/>
                <a:cs typeface="Century Gothic"/>
                <a:sym typeface="Century Gothic"/>
              </a:rPr>
              <a:t>6. Ranking to be given to employee on every day basis  - make stick rule and implement stickly, learn from football match as they give red and green card during game. </a:t>
            </a:r>
            <a:endParaRPr b="0" i="0" sz="1800" u="none" cap="none" strike="noStrike">
              <a:solidFill>
                <a:schemeClr val="lt1"/>
              </a:solidFill>
              <a:latin typeface="Century Gothic"/>
              <a:ea typeface="Century Gothic"/>
              <a:cs typeface="Century Gothic"/>
              <a:sym typeface="Century Gothic"/>
            </a:endParaRPr>
          </a:p>
          <a:p>
            <a:pPr indent="-215900" lvl="0" marL="342900" marR="0" rtl="0" algn="just">
              <a:lnSpc>
                <a:spcPct val="100000"/>
              </a:lnSpc>
              <a:spcBef>
                <a:spcPts val="0"/>
              </a:spcBef>
              <a:spcAft>
                <a:spcPts val="0"/>
              </a:spcAft>
              <a:buClr>
                <a:schemeClr val="lt1"/>
              </a:buClr>
              <a:buSzPts val="2000"/>
              <a:buFont typeface="Century Gothic"/>
              <a:buNone/>
            </a:pPr>
            <a:r>
              <a:t/>
            </a:r>
            <a:endParaRPr b="1" i="0" sz="2000" u="sng" cap="none" strike="noStrike">
              <a:solidFill>
                <a:srgbClr val="FFFF00"/>
              </a:solidFill>
              <a:latin typeface="Century Gothic"/>
              <a:ea typeface="Century Gothic"/>
              <a:cs typeface="Century Gothic"/>
              <a:sym typeface="Century Gothic"/>
            </a:endParaRPr>
          </a:p>
          <a:p>
            <a:pPr indent="0" lvl="0" marL="0" marR="0" rtl="0" algn="just">
              <a:lnSpc>
                <a:spcPct val="100000"/>
              </a:lnSpc>
              <a:spcBef>
                <a:spcPts val="0"/>
              </a:spcBef>
              <a:spcAft>
                <a:spcPts val="0"/>
              </a:spcAft>
              <a:buClr>
                <a:srgbClr val="000000"/>
              </a:buClr>
              <a:buSzPts val="2000"/>
              <a:buFont typeface="Arial"/>
              <a:buNone/>
            </a:pPr>
            <a:r>
              <a:rPr b="0" i="0" lang="en-US" sz="2000" u="none" cap="none" strike="noStrike">
                <a:solidFill>
                  <a:schemeClr val="lt1"/>
                </a:solidFill>
                <a:latin typeface="Century Gothic"/>
                <a:ea typeface="Century Gothic"/>
                <a:cs typeface="Century Gothic"/>
                <a:sym typeface="Century Gothic"/>
              </a:rPr>
              <a:t>7. Attendance + Leave work to be done- if SMG meeting not attended mark half day morning or evening, leave has to be approve on be day before otherwise this will be considered as absent, Show and confirm attendance every day to every employee, check attendance from Register, morning and evening SMG meetings and confirm from service head if anyone is on OD, monthly leave sheet to be shared with employees, </a:t>
            </a:r>
            <a:r>
              <a:rPr b="0" i="0" lang="en-US" sz="2000" u="sng" cap="none" strike="noStrike">
                <a:solidFill>
                  <a:schemeClr val="lt1"/>
                </a:solidFill>
                <a:latin typeface="Century Gothic"/>
                <a:ea typeface="Century Gothic"/>
                <a:cs typeface="Century Gothic"/>
                <a:sym typeface="Century Gothic"/>
                <a:hlinkClick r:id="rId3">
                  <a:extLst>
                    <a:ext uri="{A12FA001-AC4F-418D-AE19-62706E023703}">
                      <ahyp:hlinkClr val="tx"/>
                    </a:ext>
                  </a:extLst>
                </a:hlinkClick>
              </a:rPr>
              <a:t>Leave Balance from Sep'20 to Apr'21.xlsx (sharepoint.com)</a:t>
            </a:r>
            <a:endParaRPr b="1" i="0" sz="2000" u="sng" cap="none" strike="noStrike">
              <a:solidFill>
                <a:srgbClr val="FFFF00"/>
              </a:solidFill>
              <a:latin typeface="Century Gothic"/>
              <a:ea typeface="Century Gothic"/>
              <a:cs typeface="Century Gothic"/>
              <a:sym typeface="Century Gothic"/>
            </a:endParaRPr>
          </a:p>
          <a:p>
            <a:pPr indent="0" lvl="0" marL="0" marR="0" rtl="0" algn="just">
              <a:lnSpc>
                <a:spcPct val="100000"/>
              </a:lnSpc>
              <a:spcBef>
                <a:spcPts val="0"/>
              </a:spcBef>
              <a:spcAft>
                <a:spcPts val="0"/>
              </a:spcAft>
              <a:buClr>
                <a:srgbClr val="000000"/>
              </a:buClr>
              <a:buSzPts val="2000"/>
              <a:buFont typeface="Arial"/>
              <a:buNone/>
            </a:pPr>
            <a:r>
              <a:t/>
            </a:r>
            <a:endParaRPr b="0" i="0" sz="2000" u="none" cap="none" strike="noStrike">
              <a:solidFill>
                <a:schemeClr val="lt1"/>
              </a:solidFill>
              <a:latin typeface="Century Gothic"/>
              <a:ea typeface="Century Gothic"/>
              <a:cs typeface="Century Gothic"/>
              <a:sym typeface="Century Gothic"/>
            </a:endParaRPr>
          </a:p>
          <a:p>
            <a:pPr indent="0" lvl="0" marL="0" marR="0" rtl="0" algn="just">
              <a:lnSpc>
                <a:spcPct val="100000"/>
              </a:lnSpc>
              <a:spcBef>
                <a:spcPts val="0"/>
              </a:spcBef>
              <a:spcAft>
                <a:spcPts val="0"/>
              </a:spcAft>
              <a:buClr>
                <a:srgbClr val="000000"/>
              </a:buClr>
              <a:buSzPts val="2000"/>
              <a:buFont typeface="Arial"/>
              <a:buNone/>
            </a:pPr>
            <a:r>
              <a:rPr b="0" i="0" lang="en-US" sz="2000" u="none" cap="none" strike="noStrike">
                <a:solidFill>
                  <a:schemeClr val="lt1"/>
                </a:solidFill>
                <a:latin typeface="Century Gothic"/>
                <a:ea typeface="Century Gothic"/>
                <a:cs typeface="Century Gothic"/>
                <a:sym typeface="Century Gothic"/>
              </a:rPr>
              <a:t>8. Behavior of all employee, Penalty to all employee – Memos / warning letter, after three letters employee will be terminated</a:t>
            </a:r>
            <a:endParaRPr b="0" i="0" sz="1800" u="none" cap="none" strike="noStrike">
              <a:solidFill>
                <a:schemeClr val="lt1"/>
              </a:solidFill>
              <a:latin typeface="Century Gothic"/>
              <a:ea typeface="Century Gothic"/>
              <a:cs typeface="Century Gothic"/>
              <a:sym typeface="Century Gothic"/>
            </a:endParaRPr>
          </a:p>
          <a:p>
            <a:pPr indent="0" lvl="0" marL="0" marR="0" rtl="0" algn="just">
              <a:lnSpc>
                <a:spcPct val="100000"/>
              </a:lnSpc>
              <a:spcBef>
                <a:spcPts val="0"/>
              </a:spcBef>
              <a:spcAft>
                <a:spcPts val="0"/>
              </a:spcAft>
              <a:buClr>
                <a:srgbClr val="000000"/>
              </a:buClr>
              <a:buSzPts val="2000"/>
              <a:buFont typeface="Arial"/>
              <a:buNone/>
            </a:pPr>
            <a:r>
              <a:t/>
            </a:r>
            <a:endParaRPr b="0" i="0" sz="2000" u="none" cap="none" strike="noStrike">
              <a:solidFill>
                <a:srgbClr val="FFFFFF"/>
              </a:solidFill>
              <a:latin typeface="Century Gothic"/>
              <a:ea typeface="Century Gothic"/>
              <a:cs typeface="Century Gothic"/>
              <a:sym typeface="Century Gothic"/>
            </a:endParaRPr>
          </a:p>
          <a:p>
            <a:pPr indent="0" lvl="0" marL="0" marR="0" rtl="0" algn="just">
              <a:lnSpc>
                <a:spcPct val="100000"/>
              </a:lnSpc>
              <a:spcBef>
                <a:spcPts val="0"/>
              </a:spcBef>
              <a:spcAft>
                <a:spcPts val="0"/>
              </a:spcAft>
              <a:buClr>
                <a:srgbClr val="000000"/>
              </a:buClr>
              <a:buSzPts val="2000"/>
              <a:buFont typeface="Arial"/>
              <a:buNone/>
            </a:pPr>
            <a:r>
              <a:t/>
            </a:r>
            <a:endParaRPr b="0" i="0" sz="2000" u="none" cap="none" strike="noStrike">
              <a:solidFill>
                <a:srgbClr val="FFFFFF"/>
              </a:solidFill>
              <a:latin typeface="Century Gothic"/>
              <a:ea typeface="Century Gothic"/>
              <a:cs typeface="Century Gothic"/>
              <a:sym typeface="Century Gothic"/>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8" name="Shape 1238"/>
        <p:cNvGrpSpPr/>
        <p:nvPr/>
      </p:nvGrpSpPr>
      <p:grpSpPr>
        <a:xfrm>
          <a:off x="0" y="0"/>
          <a:ext cx="0" cy="0"/>
          <a:chOff x="0" y="0"/>
          <a:chExt cx="0" cy="0"/>
        </a:xfrm>
      </p:grpSpPr>
      <p:sp>
        <p:nvSpPr>
          <p:cNvPr id="1239" name="Google Shape;1239;p72"/>
          <p:cNvSpPr txBox="1"/>
          <p:nvPr/>
        </p:nvSpPr>
        <p:spPr>
          <a:xfrm>
            <a:off x="583721" y="799382"/>
            <a:ext cx="11441501" cy="6186309"/>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9. Recruitment of employee – Requirement from dept., verified the requirement, try to managre with exesting manpowewr, if comfirmed, job posting on Naukri com, Linkedin, whatsup status, facebook, after receving profiles check with dept head and screening the same, call to shortlisted candidates, arrange the interviews, approved by Director and share the offer letter.</a:t>
            </a:r>
            <a:endParaRPr b="0" i="0" sz="1800" u="none" cap="none" strike="noStrike">
              <a:solidFill>
                <a:schemeClr val="lt1"/>
              </a:solidFill>
              <a:latin typeface="Century Gothic"/>
              <a:ea typeface="Century Gothic"/>
              <a:cs typeface="Century Gothic"/>
              <a:sym typeface="Century Gothic"/>
            </a:endParaRPr>
          </a:p>
          <a:p>
            <a:pPr indent="0" lvl="0" marL="0" marR="0" rtl="0" algn="just">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a:p>
            <a:pPr indent="0" lvl="0" marL="0" marR="0" rtl="0" algn="just">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10. follow up on MD's calls- quote, order, payment. Day to day work, reporting on planner</a:t>
            </a:r>
            <a:endParaRPr b="0" i="0" sz="18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11.  Salary, PF &amp; ESI  to be check and clear- check attendance, salary should be as per govt. Rules, distribute the salary, PF, ESI to be check by Vijay (consultant). </a:t>
            </a:r>
            <a:endParaRPr b="0" i="0" sz="18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12.  Administration – check list preparation for pantry and HSK staff, scheduling the tasks from morning to evening as Cleaning of the office, Dusting of all systems, chair, tables, printers etc.  if anything pending or missing than rating will be reduced accordingly, To keep monitoring on office items and check day by day, petty cash, to check dress code of the staff, arrangements of saturday lunch party, to manage all required items in the board room , demo room for customer visit preparation, to check lights, fan and AC's twice in a day it should not be on unnecessarily, employees ID cards, employees authorized letter for lockdown period. </a:t>
            </a:r>
            <a:endParaRPr b="0" i="0" sz="18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a:p>
            <a:pPr indent="0" lvl="0" marL="0" marR="0" rtl="0" algn="just">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13.  Appreciate/ recognize to employees for good work. + PMS- </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a:p>
            <a:pPr indent="0" lvl="0" marL="0" marR="0" rtl="0" algn="just">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3" name="Shape 1243"/>
        <p:cNvGrpSpPr/>
        <p:nvPr/>
      </p:nvGrpSpPr>
      <p:grpSpPr>
        <a:xfrm>
          <a:off x="0" y="0"/>
          <a:ext cx="0" cy="0"/>
          <a:chOff x="0" y="0"/>
          <a:chExt cx="0" cy="0"/>
        </a:xfrm>
      </p:grpSpPr>
      <p:sp>
        <p:nvSpPr>
          <p:cNvPr id="1244" name="Google Shape;1244;p73"/>
          <p:cNvSpPr txBox="1"/>
          <p:nvPr>
            <p:ph idx="1" type="body"/>
          </p:nvPr>
        </p:nvSpPr>
        <p:spPr>
          <a:xfrm>
            <a:off x="154407" y="212617"/>
            <a:ext cx="11764502" cy="6035782"/>
          </a:xfrm>
          <a:prstGeom prst="rect">
            <a:avLst/>
          </a:prstGeom>
          <a:noFill/>
          <a:ln>
            <a:noFill/>
          </a:ln>
        </p:spPr>
        <p:txBody>
          <a:bodyPr anchorCtr="0" anchor="t" bIns="45700" lIns="91425" spcFirstLastPara="1" rIns="91425" wrap="square" tIns="45700">
            <a:normAutofit fontScale="92500" lnSpcReduction="10000"/>
          </a:bodyPr>
          <a:lstStyle/>
          <a:p>
            <a:pPr indent="-248920" lvl="0" marL="342900" rtl="0" algn="just">
              <a:lnSpc>
                <a:spcPct val="100000"/>
              </a:lnSpc>
              <a:spcBef>
                <a:spcPts val="0"/>
              </a:spcBef>
              <a:spcAft>
                <a:spcPts val="0"/>
              </a:spcAft>
              <a:buSzPct val="80000"/>
              <a:buNone/>
            </a:pPr>
            <a:r>
              <a:t/>
            </a:r>
            <a:endParaRPr/>
          </a:p>
          <a:p>
            <a:pPr indent="-248920" lvl="0" marL="342900" rtl="0" algn="just">
              <a:lnSpc>
                <a:spcPct val="100000"/>
              </a:lnSpc>
              <a:spcBef>
                <a:spcPts val="0"/>
              </a:spcBef>
              <a:spcAft>
                <a:spcPts val="0"/>
              </a:spcAft>
              <a:buClr>
                <a:srgbClr val="8AD0D6"/>
              </a:buClr>
              <a:buSzPct val="80000"/>
              <a:buNone/>
            </a:pPr>
            <a:r>
              <a:t/>
            </a:r>
            <a:endParaRPr/>
          </a:p>
          <a:p>
            <a:pPr indent="-248920" lvl="0" marL="342900" rtl="0" algn="just">
              <a:lnSpc>
                <a:spcPct val="100000"/>
              </a:lnSpc>
              <a:spcBef>
                <a:spcPts val="0"/>
              </a:spcBef>
              <a:spcAft>
                <a:spcPts val="0"/>
              </a:spcAft>
              <a:buClr>
                <a:srgbClr val="8AD0D6"/>
              </a:buClr>
              <a:buSzPct val="80000"/>
              <a:buNone/>
            </a:pPr>
            <a:r>
              <a:t/>
            </a:r>
            <a:endParaRPr/>
          </a:p>
          <a:p>
            <a:pPr indent="-342900" lvl="0" marL="342900" rtl="0" algn="just">
              <a:lnSpc>
                <a:spcPct val="100000"/>
              </a:lnSpc>
              <a:spcBef>
                <a:spcPts val="0"/>
              </a:spcBef>
              <a:spcAft>
                <a:spcPts val="0"/>
              </a:spcAft>
              <a:buClr>
                <a:srgbClr val="8AD0D6"/>
              </a:buClr>
              <a:buSzPct val="80000"/>
              <a:buChar char="►"/>
            </a:pPr>
            <a:r>
              <a:rPr lang="en-US"/>
              <a:t>14. Grievance handling- one to one with the employee, if resolved send details to management if not discuss the same with top management and get it clear, everything should be in written only and keep it in the records</a:t>
            </a:r>
            <a:endParaRPr/>
          </a:p>
          <a:p>
            <a:pPr indent="0" lvl="0" marL="0" rtl="0" algn="just">
              <a:lnSpc>
                <a:spcPct val="100000"/>
              </a:lnSpc>
              <a:spcBef>
                <a:spcPts val="0"/>
              </a:spcBef>
              <a:spcAft>
                <a:spcPts val="0"/>
              </a:spcAft>
              <a:buClr>
                <a:srgbClr val="8AD0D6"/>
              </a:buClr>
              <a:buSzPct val="80000"/>
              <a:buNone/>
            </a:pPr>
            <a:r>
              <a:t/>
            </a:r>
            <a:endParaRPr/>
          </a:p>
          <a:p>
            <a:pPr indent="-248920" lvl="0" marL="342900" rtl="0" algn="just">
              <a:lnSpc>
                <a:spcPct val="100000"/>
              </a:lnSpc>
              <a:spcBef>
                <a:spcPts val="0"/>
              </a:spcBef>
              <a:spcAft>
                <a:spcPts val="0"/>
              </a:spcAft>
              <a:buClr>
                <a:srgbClr val="8AD0D6"/>
              </a:buClr>
              <a:buSzPct val="80000"/>
              <a:buNone/>
            </a:pPr>
            <a:r>
              <a:t/>
            </a:r>
            <a:endParaRPr/>
          </a:p>
          <a:p>
            <a:pPr indent="-342900" lvl="0" marL="342900" rtl="0" algn="just">
              <a:lnSpc>
                <a:spcPct val="100000"/>
              </a:lnSpc>
              <a:spcBef>
                <a:spcPts val="0"/>
              </a:spcBef>
              <a:spcAft>
                <a:spcPts val="0"/>
              </a:spcAft>
              <a:buClr>
                <a:srgbClr val="8AD0D6"/>
              </a:buClr>
              <a:buSzPct val="80000"/>
              <a:buChar char="►"/>
            </a:pPr>
            <a:r>
              <a:rPr lang="en-US"/>
              <a:t>15. Induction of employee- The greeting of new employees- on joining day send greet mail ,Information – about company and staff   ,The job- responsibilities and work , The main terms and conditions of employment- attendance, leave, office timings, short breaks, Company rules- dress code, reach on time in the office, no personal calls and whatsup in the office.</a:t>
            </a:r>
            <a:endParaRPr/>
          </a:p>
          <a:p>
            <a:pPr indent="-248920" lvl="0" marL="342900" rtl="0" algn="just">
              <a:lnSpc>
                <a:spcPct val="100000"/>
              </a:lnSpc>
              <a:spcBef>
                <a:spcPts val="0"/>
              </a:spcBef>
              <a:spcAft>
                <a:spcPts val="0"/>
              </a:spcAft>
              <a:buClr>
                <a:srgbClr val="8AD0D6"/>
              </a:buClr>
              <a:buSzPct val="80000"/>
              <a:buNone/>
            </a:pPr>
            <a:r>
              <a:t/>
            </a:r>
            <a:endParaRPr/>
          </a:p>
          <a:p>
            <a:pPr indent="-342900" lvl="0" marL="342900" rtl="0" algn="just">
              <a:lnSpc>
                <a:spcPct val="100000"/>
              </a:lnSpc>
              <a:spcBef>
                <a:spcPts val="0"/>
              </a:spcBef>
              <a:spcAft>
                <a:spcPts val="0"/>
              </a:spcAft>
              <a:buClr>
                <a:srgbClr val="8AD0D6"/>
              </a:buClr>
              <a:buSzPct val="80000"/>
              <a:buChar char="►"/>
            </a:pPr>
            <a:r>
              <a:rPr lang="en-US"/>
              <a:t>Job Security- about job for long time if he perform well and good, Health and safety- hygienic in the office, gloves, sanitization, mask, Data protection- all things should be on cloud so that no lose of data and maintain planner and activities in the SAP, Training and dev. - training about planner, SAP, Teams To Do to keep track on tasks, Employee benefits and facilities – PF, ESI deduction for betterment where employee and employer both are submitting the amount.</a:t>
            </a:r>
            <a:endParaRPr/>
          </a:p>
          <a:p>
            <a:pPr indent="-248920" lvl="0" marL="342900" rtl="0" algn="just">
              <a:lnSpc>
                <a:spcPct val="100000"/>
              </a:lnSpc>
              <a:spcBef>
                <a:spcPts val="0"/>
              </a:spcBef>
              <a:spcAft>
                <a:spcPts val="0"/>
              </a:spcAft>
              <a:buClr>
                <a:srgbClr val="8AD0D6"/>
              </a:buClr>
              <a:buSzPct val="80000"/>
              <a:buNone/>
            </a:pPr>
            <a:r>
              <a:t/>
            </a:r>
            <a:endParaRPr/>
          </a:p>
          <a:p>
            <a:pPr indent="-342900" lvl="0" marL="342900" rtl="0" algn="just">
              <a:lnSpc>
                <a:spcPct val="100000"/>
              </a:lnSpc>
              <a:spcBef>
                <a:spcPts val="0"/>
              </a:spcBef>
              <a:spcAft>
                <a:spcPts val="0"/>
              </a:spcAft>
              <a:buClr>
                <a:srgbClr val="8AD0D6"/>
              </a:buClr>
              <a:buSzPct val="80000"/>
              <a:buChar char="►"/>
            </a:pPr>
            <a:r>
              <a:rPr lang="en-US"/>
              <a:t> Future growth-  confirmation in 6 months, appraisal twice in a year, increment yearly, promotions 2/3 years</a:t>
            </a:r>
            <a:endParaRPr/>
          </a:p>
          <a:p>
            <a:pPr indent="-248920" lvl="0" marL="342900" rtl="0" algn="l">
              <a:lnSpc>
                <a:spcPct val="100000"/>
              </a:lnSpc>
              <a:spcBef>
                <a:spcPts val="0"/>
              </a:spcBef>
              <a:spcAft>
                <a:spcPts val="0"/>
              </a:spcAft>
              <a:buClr>
                <a:srgbClr val="8AD0D6"/>
              </a:buClr>
              <a:buSzPct val="80000"/>
              <a:buNone/>
            </a:pPr>
            <a:r>
              <a:t/>
            </a:r>
            <a:endParaRPr/>
          </a:p>
          <a:p>
            <a:pPr indent="-248920" lvl="0" marL="342900" rtl="0" algn="l">
              <a:lnSpc>
                <a:spcPct val="100000"/>
              </a:lnSpc>
              <a:spcBef>
                <a:spcPts val="1000"/>
              </a:spcBef>
              <a:spcAft>
                <a:spcPts val="0"/>
              </a:spcAft>
              <a:buClr>
                <a:srgbClr val="8AD0D6"/>
              </a:buClr>
              <a:buSzPct val="80000"/>
              <a:buNone/>
            </a:pPr>
            <a:r>
              <a:t/>
            </a:r>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8" name="Shape 1248"/>
        <p:cNvGrpSpPr/>
        <p:nvPr/>
      </p:nvGrpSpPr>
      <p:grpSpPr>
        <a:xfrm>
          <a:off x="0" y="0"/>
          <a:ext cx="0" cy="0"/>
          <a:chOff x="0" y="0"/>
          <a:chExt cx="0" cy="0"/>
        </a:xfrm>
      </p:grpSpPr>
      <p:sp>
        <p:nvSpPr>
          <p:cNvPr id="1249" name="Google Shape;1249;p74"/>
          <p:cNvSpPr txBox="1"/>
          <p:nvPr>
            <p:ph type="title"/>
          </p:nvPr>
        </p:nvSpPr>
        <p:spPr>
          <a:xfrm>
            <a:off x="684748" y="0"/>
            <a:ext cx="9404723" cy="74697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lt2"/>
              </a:buClr>
              <a:buSzPts val="4200"/>
              <a:buFont typeface="Century Gothic"/>
              <a:buNone/>
            </a:pPr>
            <a:r>
              <a:rPr lang="en-US"/>
              <a:t>Vyas – IT Manger </a:t>
            </a:r>
            <a:endParaRPr/>
          </a:p>
        </p:txBody>
      </p:sp>
      <p:sp>
        <p:nvSpPr>
          <p:cNvPr id="1250" name="Google Shape;1250;p74"/>
          <p:cNvSpPr txBox="1"/>
          <p:nvPr/>
        </p:nvSpPr>
        <p:spPr>
          <a:xfrm>
            <a:off x="684748" y="1068946"/>
            <a:ext cx="10496282" cy="5078313"/>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Resp. of all hardware and software</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Working on website</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Resp. for EPBX / CCTV / landline / bandwidth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Daily backup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New software knowledge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Make videos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Coordinate with other department for better and smooth working.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Make video on SAP, Induction, website development,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Induction video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Training to new employee and existing.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Regular take test of all employees about SAP and other software.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12</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13</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13</a:t>
            </a:r>
            <a:endParaRPr b="0" i="0" sz="1400" u="none" cap="none" strike="noStrike">
              <a:solidFill>
                <a:srgbClr val="000000"/>
              </a:solidFill>
              <a:latin typeface="Arial"/>
              <a:ea typeface="Arial"/>
              <a:cs typeface="Arial"/>
              <a:sym typeface="Arial"/>
            </a:endParaRPr>
          </a:p>
          <a:p>
            <a:pPr indent="-228600" lvl="0" marL="342900" marR="0" rtl="0" algn="l">
              <a:lnSpc>
                <a:spcPct val="100000"/>
              </a:lnSpc>
              <a:spcBef>
                <a:spcPts val="0"/>
              </a:spcBef>
              <a:spcAft>
                <a:spcPts val="0"/>
              </a:spcAft>
              <a:buClr>
                <a:schemeClr val="lt1"/>
              </a:buClr>
              <a:buSzPts val="1800"/>
              <a:buFont typeface="Century Gothic"/>
              <a:buNone/>
            </a:pPr>
            <a:r>
              <a:t/>
            </a:r>
            <a:endParaRPr b="0" i="0" sz="1800" u="none" cap="none" strike="noStrike">
              <a:solidFill>
                <a:schemeClr val="lt1"/>
              </a:solidFill>
              <a:latin typeface="Century Gothic"/>
              <a:ea typeface="Century Gothic"/>
              <a:cs typeface="Century Gothic"/>
              <a:sym typeface="Century Gothic"/>
            </a:endParaRPr>
          </a:p>
          <a:p>
            <a:pPr indent="-228600" lvl="0" marL="342900" marR="0" rtl="0" algn="l">
              <a:lnSpc>
                <a:spcPct val="100000"/>
              </a:lnSpc>
              <a:spcBef>
                <a:spcPts val="0"/>
              </a:spcBef>
              <a:spcAft>
                <a:spcPts val="0"/>
              </a:spcAft>
              <a:buClr>
                <a:schemeClr val="lt1"/>
              </a:buClr>
              <a:buSzPts val="1800"/>
              <a:buFont typeface="Century Gothic"/>
              <a:buNone/>
            </a:pPr>
            <a:r>
              <a:t/>
            </a:r>
            <a:endParaRPr b="0" i="0" sz="1800" u="none" cap="none" strike="noStrike">
              <a:solidFill>
                <a:schemeClr val="lt1"/>
              </a:solidFill>
              <a:latin typeface="Century Gothic"/>
              <a:ea typeface="Century Gothic"/>
              <a:cs typeface="Century Gothic"/>
              <a:sym typeface="Century Gothic"/>
            </a:endParaRPr>
          </a:p>
          <a:p>
            <a:pPr indent="-228600" lvl="0" marL="342900" marR="0" rtl="0" algn="l">
              <a:lnSpc>
                <a:spcPct val="100000"/>
              </a:lnSpc>
              <a:spcBef>
                <a:spcPts val="0"/>
              </a:spcBef>
              <a:spcAft>
                <a:spcPts val="0"/>
              </a:spcAft>
              <a:buClr>
                <a:schemeClr val="lt1"/>
              </a:buClr>
              <a:buSzPts val="1800"/>
              <a:buFont typeface="Century Gothic"/>
              <a:buNone/>
            </a:pPr>
            <a:r>
              <a:t/>
            </a:r>
            <a:endParaRPr b="0" i="0" sz="1800" u="none" cap="none" strike="noStrike">
              <a:solidFill>
                <a:schemeClr val="lt1"/>
              </a:solidFill>
              <a:latin typeface="Century Gothic"/>
              <a:ea typeface="Century Gothic"/>
              <a:cs typeface="Century Gothic"/>
              <a:sym typeface="Century Gothic"/>
            </a:endParaRPr>
          </a:p>
          <a:p>
            <a:pPr indent="-228600" lvl="0" marL="342900" marR="0" rtl="0" algn="l">
              <a:lnSpc>
                <a:spcPct val="100000"/>
              </a:lnSpc>
              <a:spcBef>
                <a:spcPts val="0"/>
              </a:spcBef>
              <a:spcAft>
                <a:spcPts val="0"/>
              </a:spcAft>
              <a:buClr>
                <a:schemeClr val="lt1"/>
              </a:buClr>
              <a:buSzPts val="1800"/>
              <a:buFont typeface="Century Gothic"/>
              <a:buNone/>
            </a:pPr>
            <a:r>
              <a:t/>
            </a:r>
            <a:endParaRPr b="0" i="0" sz="1800" u="none" cap="none" strike="noStrike">
              <a:solidFill>
                <a:schemeClr val="lt1"/>
              </a:solidFill>
              <a:latin typeface="Century Gothic"/>
              <a:ea typeface="Century Gothic"/>
              <a:cs typeface="Century Gothic"/>
              <a:sym typeface="Century Gothic"/>
            </a:endParaRPr>
          </a:p>
        </p:txBody>
      </p:sp>
      <p:sp>
        <p:nvSpPr>
          <p:cNvPr id="1251" name="Google Shape;1251;p74"/>
          <p:cNvSpPr txBox="1"/>
          <p:nvPr/>
        </p:nvSpPr>
        <p:spPr>
          <a:xfrm>
            <a:off x="4724400" y="3200400"/>
            <a:ext cx="274320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Click to add text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5" name="Shape 1255"/>
        <p:cNvGrpSpPr/>
        <p:nvPr/>
      </p:nvGrpSpPr>
      <p:grpSpPr>
        <a:xfrm>
          <a:off x="0" y="0"/>
          <a:ext cx="0" cy="0"/>
          <a:chOff x="0" y="0"/>
          <a:chExt cx="0" cy="0"/>
        </a:xfrm>
      </p:grpSpPr>
      <p:sp>
        <p:nvSpPr>
          <p:cNvPr id="1256" name="Google Shape;1256;p75"/>
          <p:cNvSpPr txBox="1"/>
          <p:nvPr>
            <p:ph type="title"/>
          </p:nvPr>
        </p:nvSpPr>
        <p:spPr>
          <a:xfrm>
            <a:off x="684748" y="0"/>
            <a:ext cx="9404723" cy="74697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lt2"/>
              </a:buClr>
              <a:buSzPts val="4200"/>
              <a:buFont typeface="Century Gothic"/>
              <a:buNone/>
            </a:pPr>
            <a:r>
              <a:rPr lang="en-US"/>
              <a:t>STORE Suraj &amp; Neeraj</a:t>
            </a:r>
            <a:endParaRPr/>
          </a:p>
        </p:txBody>
      </p:sp>
      <p:sp>
        <p:nvSpPr>
          <p:cNvPr id="1257" name="Google Shape;1257;p75"/>
          <p:cNvSpPr txBox="1"/>
          <p:nvPr/>
        </p:nvSpPr>
        <p:spPr>
          <a:xfrm>
            <a:off x="684748" y="1068946"/>
            <a:ext cx="10496282" cy="4524315"/>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Inventory Management and systems.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Day to day stock update to mangement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Look for all receiveing of goods</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Resp for all dispatch and receivieing (GRPO)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Receiving confiramtion from customer stamp and signed</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Clear all pending stock which is defective.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After receiving goods inform to sales concern person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Submit invoice to Finance department to enter purchase in books.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Store audit is must by every month end. </a:t>
            </a:r>
            <a:endParaRPr b="0" i="0" sz="1400" u="none" cap="none" strike="noStrike">
              <a:solidFill>
                <a:srgbClr val="000000"/>
              </a:solidFill>
              <a:latin typeface="Arial"/>
              <a:ea typeface="Arial"/>
              <a:cs typeface="Arial"/>
              <a:sym typeface="Arial"/>
            </a:endParaRPr>
          </a:p>
          <a:p>
            <a:pPr indent="-228600" lvl="0" marL="342900" marR="0" rtl="0" algn="l">
              <a:lnSpc>
                <a:spcPct val="100000"/>
              </a:lnSpc>
              <a:spcBef>
                <a:spcPts val="0"/>
              </a:spcBef>
              <a:spcAft>
                <a:spcPts val="0"/>
              </a:spcAft>
              <a:buClr>
                <a:schemeClr val="lt1"/>
              </a:buClr>
              <a:buSzPts val="1800"/>
              <a:buFont typeface="Century Gothic"/>
              <a:buNone/>
            </a:pPr>
            <a:r>
              <a:t/>
            </a:r>
            <a:endParaRPr b="0" i="0" sz="18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https://docs.google.com/spreadsheets/d/1g5Xo1fY2QG4LuIwPhRNzmL83ZZqQXnnq/edit?rtpof=true#gid=281142888</a:t>
            </a:r>
            <a:endParaRPr b="0" i="0" sz="1800" u="none" cap="none" strike="noStrike">
              <a:solidFill>
                <a:schemeClr val="lt1"/>
              </a:solidFill>
              <a:latin typeface="Century Gothic"/>
              <a:ea typeface="Century Gothic"/>
              <a:cs typeface="Century Gothic"/>
              <a:sym typeface="Century Gothic"/>
            </a:endParaRPr>
          </a:p>
          <a:p>
            <a:pPr indent="-228600" lvl="0" marL="342900" marR="0" rtl="0" algn="l">
              <a:lnSpc>
                <a:spcPct val="100000"/>
              </a:lnSpc>
              <a:spcBef>
                <a:spcPts val="0"/>
              </a:spcBef>
              <a:spcAft>
                <a:spcPts val="0"/>
              </a:spcAft>
              <a:buClr>
                <a:schemeClr val="lt1"/>
              </a:buClr>
              <a:buSzPts val="1800"/>
              <a:buFont typeface="Century Gothic"/>
              <a:buNone/>
            </a:pPr>
            <a:r>
              <a:t/>
            </a:r>
            <a:endParaRPr b="0" i="0" sz="1800" u="none" cap="none" strike="noStrike">
              <a:solidFill>
                <a:schemeClr val="lt1"/>
              </a:solidFill>
              <a:latin typeface="Century Gothic"/>
              <a:ea typeface="Century Gothic"/>
              <a:cs typeface="Century Gothic"/>
              <a:sym typeface="Century Gothic"/>
            </a:endParaRPr>
          </a:p>
          <a:p>
            <a:pPr indent="-228600" lvl="0" marL="342900" marR="0" rtl="0" algn="l">
              <a:lnSpc>
                <a:spcPct val="100000"/>
              </a:lnSpc>
              <a:spcBef>
                <a:spcPts val="0"/>
              </a:spcBef>
              <a:spcAft>
                <a:spcPts val="0"/>
              </a:spcAft>
              <a:buClr>
                <a:schemeClr val="lt1"/>
              </a:buClr>
              <a:buSzPts val="1800"/>
              <a:buFont typeface="Century Gothic"/>
              <a:buNone/>
            </a:pPr>
            <a:r>
              <a:t/>
            </a:r>
            <a:endParaRPr b="0" i="0" sz="1800" u="none" cap="none" strike="noStrike">
              <a:solidFill>
                <a:schemeClr val="lt1"/>
              </a:solidFill>
              <a:latin typeface="Century Gothic"/>
              <a:ea typeface="Century Gothic"/>
              <a:cs typeface="Century Gothic"/>
              <a:sym typeface="Century Gothic"/>
            </a:endParaRPr>
          </a:p>
          <a:p>
            <a:pPr indent="-228600" lvl="0" marL="342900" marR="0" rtl="0" algn="l">
              <a:lnSpc>
                <a:spcPct val="100000"/>
              </a:lnSpc>
              <a:spcBef>
                <a:spcPts val="0"/>
              </a:spcBef>
              <a:spcAft>
                <a:spcPts val="0"/>
              </a:spcAft>
              <a:buClr>
                <a:schemeClr val="lt1"/>
              </a:buClr>
              <a:buSzPts val="1800"/>
              <a:buFont typeface="Century Gothic"/>
              <a:buNone/>
            </a:pPr>
            <a:r>
              <a:t/>
            </a:r>
            <a:endParaRPr b="0" i="0" sz="1800" u="none" cap="none" strike="noStrike">
              <a:solidFill>
                <a:schemeClr val="lt1"/>
              </a:solidFill>
              <a:latin typeface="Century Gothic"/>
              <a:ea typeface="Century Gothic"/>
              <a:cs typeface="Century Gothic"/>
              <a:sym typeface="Century Gothic"/>
            </a:endParaRPr>
          </a:p>
          <a:p>
            <a:pPr indent="-228600" lvl="0" marL="342900" marR="0" rtl="0" algn="l">
              <a:lnSpc>
                <a:spcPct val="100000"/>
              </a:lnSpc>
              <a:spcBef>
                <a:spcPts val="0"/>
              </a:spcBef>
              <a:spcAft>
                <a:spcPts val="0"/>
              </a:spcAft>
              <a:buClr>
                <a:schemeClr val="lt1"/>
              </a:buClr>
              <a:buSzPts val="1800"/>
              <a:buFont typeface="Century Gothic"/>
              <a:buNone/>
            </a:pPr>
            <a:r>
              <a:t/>
            </a:r>
            <a:endParaRPr b="0" i="0" sz="1800" u="none" cap="none" strike="noStrike">
              <a:solidFill>
                <a:schemeClr val="lt1"/>
              </a:solidFill>
              <a:latin typeface="Century Gothic"/>
              <a:ea typeface="Century Gothic"/>
              <a:cs typeface="Century Gothic"/>
              <a:sym typeface="Century Gothic"/>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1" name="Shape 1261"/>
        <p:cNvGrpSpPr/>
        <p:nvPr/>
      </p:nvGrpSpPr>
      <p:grpSpPr>
        <a:xfrm>
          <a:off x="0" y="0"/>
          <a:ext cx="0" cy="0"/>
          <a:chOff x="0" y="0"/>
          <a:chExt cx="0" cy="0"/>
        </a:xfrm>
      </p:grpSpPr>
      <p:sp>
        <p:nvSpPr>
          <p:cNvPr id="1262" name="Google Shape;1262;p76"/>
          <p:cNvSpPr txBox="1"/>
          <p:nvPr/>
        </p:nvSpPr>
        <p:spPr>
          <a:xfrm>
            <a:off x="267420" y="698740"/>
            <a:ext cx="11240218" cy="812530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Century Gothic"/>
                <a:ea typeface="Century Gothic"/>
                <a:cs typeface="Century Gothic"/>
                <a:sym typeface="Century Gothic"/>
              </a:rPr>
              <a:t>1. Inventory Management and systems-  To check match in system and physically stock available in the store, if short or extra will inform to management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2. Day to day stock update to management - After checking physically and in SAP prepare Google excel sheet and update by mail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3. Look for all receiving of goods- After getting confirmation mail from Purchase that material for End costumer need to received, take invoices of vendor, Check by Guard, Goods check physically, feed in SAP</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4. Resp for all dispatch and receiving (GRPO) - After receiving confirmation from sales team, SO will be checked, make delivery challan, inform to accounts for billing, after billing material will be dispatched.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5. Receiving confirmation from customer stamp and signed- To check with costumer that he received the material or not, if yes ask for the receiving from client with stamp and sign.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6" name="Shape 1266"/>
        <p:cNvGrpSpPr/>
        <p:nvPr/>
      </p:nvGrpSpPr>
      <p:grpSpPr>
        <a:xfrm>
          <a:off x="0" y="0"/>
          <a:ext cx="0" cy="0"/>
          <a:chOff x="0" y="0"/>
          <a:chExt cx="0" cy="0"/>
        </a:xfrm>
      </p:grpSpPr>
      <p:sp>
        <p:nvSpPr>
          <p:cNvPr id="1267" name="Google Shape;1267;p77"/>
          <p:cNvSpPr txBox="1"/>
          <p:nvPr/>
        </p:nvSpPr>
        <p:spPr>
          <a:xfrm>
            <a:off x="4724400" y="3200400"/>
            <a:ext cx="274320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1268" name="Google Shape;1268;p77"/>
          <p:cNvSpPr txBox="1"/>
          <p:nvPr/>
        </p:nvSpPr>
        <p:spPr>
          <a:xfrm>
            <a:off x="511835" y="785004"/>
            <a:ext cx="11340859" cy="59093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6. Clear all pending stock which is defective.- To check with engineer repair the same if possible if not check with product company for repairing if it is in warranty/guaranty if not inform to management for the same. </a:t>
            </a:r>
            <a:endParaRPr b="0" i="0" sz="18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7.After receiving goods inform to sales concern person – After checking with Purchase, will inform to Sales team to whom this material need to send, take details of costumer delivery address from sales team to dispatch the same.</a:t>
            </a:r>
            <a:endParaRPr b="0" i="0" sz="18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8.Submit invoice to Finance department to enter purchase in books- To check the invoice of vendor with Purchase if anything pending will add on or rectify by vendor after than invoice will be enter in the register, SAP than submitted to Accounts</a:t>
            </a:r>
            <a:endParaRPr b="0" i="0" sz="18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9. Store audit is must by every month end- To check purchase invoices and Sales invoices in the SAP, to check which material in and out according to PO and SO, prepare excel sheet, if something mismatched will check with both dept. And get it clear.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1800"/>
              <a:buFont typeface="Century Gothic"/>
              <a:buNone/>
            </a:pPr>
            <a:r>
              <a:t/>
            </a:r>
            <a:endParaRPr b="0" i="0" sz="18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chemeClr val="lt1"/>
              </a:buClr>
              <a:buSzPts val="1800"/>
              <a:buFont typeface="Century Gothic"/>
              <a:buNone/>
            </a:pPr>
            <a:r>
              <a:t/>
            </a:r>
            <a:endParaRPr b="0" i="0" sz="18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chemeClr val="lt1"/>
              </a:buClr>
              <a:buSzPts val="1800"/>
              <a:buFont typeface="Century Gothic"/>
              <a:buNone/>
            </a:pPr>
            <a:r>
              <a:t/>
            </a:r>
            <a:endParaRPr b="0" i="0" sz="18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chemeClr val="lt1"/>
              </a:buClr>
              <a:buSzPts val="1800"/>
              <a:buFont typeface="Century Gothic"/>
              <a:buNone/>
            </a:pPr>
            <a:r>
              <a:t/>
            </a:r>
            <a:endParaRPr b="0" i="0" sz="18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chemeClr val="lt1"/>
              </a:buClr>
              <a:buSzPts val="1800"/>
              <a:buFont typeface="Century Gothic"/>
              <a:buNone/>
            </a:pPr>
            <a:r>
              <a:t/>
            </a:r>
            <a:endParaRPr b="0" i="0" sz="18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chemeClr val="lt1"/>
              </a:buClr>
              <a:buSzPts val="1800"/>
              <a:buFont typeface="Century Gothic"/>
              <a:buNone/>
            </a:pPr>
            <a:r>
              <a:t/>
            </a:r>
            <a:endParaRPr b="0" i="0" sz="1800" u="none" cap="none" strike="noStrike">
              <a:solidFill>
                <a:schemeClr val="lt1"/>
              </a:solidFill>
              <a:latin typeface="Century Gothic"/>
              <a:ea typeface="Century Gothic"/>
              <a:cs typeface="Century Gothic"/>
              <a:sym typeface="Century Gothic"/>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2" name="Shape 1272"/>
        <p:cNvGrpSpPr/>
        <p:nvPr/>
      </p:nvGrpSpPr>
      <p:grpSpPr>
        <a:xfrm>
          <a:off x="0" y="0"/>
          <a:ext cx="0" cy="0"/>
          <a:chOff x="0" y="0"/>
          <a:chExt cx="0" cy="0"/>
        </a:xfrm>
      </p:grpSpPr>
      <p:sp>
        <p:nvSpPr>
          <p:cNvPr id="1273" name="Google Shape;1273;p78"/>
          <p:cNvSpPr txBox="1"/>
          <p:nvPr>
            <p:ph type="title"/>
          </p:nvPr>
        </p:nvSpPr>
        <p:spPr>
          <a:xfrm>
            <a:off x="684748" y="244415"/>
            <a:ext cx="9404723" cy="50256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lt2"/>
              </a:buClr>
              <a:buSzPts val="4200"/>
              <a:buFont typeface="Century Gothic"/>
              <a:buNone/>
            </a:pPr>
            <a:r>
              <a:rPr lang="en-US"/>
              <a:t>Drivers</a:t>
            </a:r>
            <a:endParaRPr/>
          </a:p>
        </p:txBody>
      </p:sp>
      <p:sp>
        <p:nvSpPr>
          <p:cNvPr id="1274" name="Google Shape;1274;p78"/>
          <p:cNvSpPr txBox="1"/>
          <p:nvPr/>
        </p:nvSpPr>
        <p:spPr>
          <a:xfrm>
            <a:off x="684748" y="1068946"/>
            <a:ext cx="10496282" cy="3693319"/>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Resp. To maintain the vehicle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Delivery and pick up the goods from required location safely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Collect payment is required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Help in warehouse and other work of the organization time to time.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Keep uptate all document of vehicle like – Insurance, Pollution, Tag etc.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Maintain the log book of vehicle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Night only keep check GAS, petrol or desile.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No personal use of official vehicle.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Maintain the rule regulation of origination.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During office hours do not go out for personal work etc. </a:t>
            </a:r>
            <a:endParaRPr b="0" i="0" sz="1400" u="none" cap="none" strike="noStrike">
              <a:solidFill>
                <a:srgbClr val="000000"/>
              </a:solidFill>
              <a:latin typeface="Arial"/>
              <a:ea typeface="Arial"/>
              <a:cs typeface="Arial"/>
              <a:sym typeface="Arial"/>
            </a:endParaRPr>
          </a:p>
          <a:p>
            <a:pPr indent="-228600" lvl="0" marL="342900" marR="0" rtl="0" algn="l">
              <a:lnSpc>
                <a:spcPct val="100000"/>
              </a:lnSpc>
              <a:spcBef>
                <a:spcPts val="0"/>
              </a:spcBef>
              <a:spcAft>
                <a:spcPts val="0"/>
              </a:spcAft>
              <a:buClr>
                <a:schemeClr val="lt1"/>
              </a:buClr>
              <a:buSzPts val="1800"/>
              <a:buFont typeface="Century Gothic"/>
              <a:buNone/>
            </a:pPr>
            <a:r>
              <a:t/>
            </a:r>
            <a:endParaRPr b="0" i="0" sz="1800" u="none" cap="none" strike="noStrike">
              <a:solidFill>
                <a:schemeClr val="lt1"/>
              </a:solidFill>
              <a:latin typeface="Century Gothic"/>
              <a:ea typeface="Century Gothic"/>
              <a:cs typeface="Century Gothic"/>
              <a:sym typeface="Century Gothic"/>
            </a:endParaRPr>
          </a:p>
          <a:p>
            <a:pPr indent="-228600" lvl="0" marL="342900" marR="0" rtl="0" algn="l">
              <a:lnSpc>
                <a:spcPct val="100000"/>
              </a:lnSpc>
              <a:spcBef>
                <a:spcPts val="0"/>
              </a:spcBef>
              <a:spcAft>
                <a:spcPts val="0"/>
              </a:spcAft>
              <a:buClr>
                <a:schemeClr val="lt1"/>
              </a:buClr>
              <a:buSzPts val="1800"/>
              <a:buFont typeface="Century Gothic"/>
              <a:buNone/>
            </a:pPr>
            <a:r>
              <a:t/>
            </a:r>
            <a:endParaRPr b="0" i="0" sz="1800" u="none" cap="none" strike="noStrike">
              <a:solidFill>
                <a:schemeClr val="lt1"/>
              </a:solidFill>
              <a:latin typeface="Century Gothic"/>
              <a:ea typeface="Century Gothic"/>
              <a:cs typeface="Century Gothic"/>
              <a:sym typeface="Century Gothic"/>
            </a:endParaRPr>
          </a:p>
          <a:p>
            <a:pPr indent="-228600" lvl="0" marL="342900" marR="0" rtl="0" algn="l">
              <a:lnSpc>
                <a:spcPct val="100000"/>
              </a:lnSpc>
              <a:spcBef>
                <a:spcPts val="0"/>
              </a:spcBef>
              <a:spcAft>
                <a:spcPts val="0"/>
              </a:spcAft>
              <a:buClr>
                <a:schemeClr val="lt1"/>
              </a:buClr>
              <a:buSzPts val="1800"/>
              <a:buFont typeface="Century Gothic"/>
              <a:buNone/>
            </a:pPr>
            <a:r>
              <a:t/>
            </a:r>
            <a:endParaRPr b="0" i="0" sz="1800" u="none" cap="none" strike="noStrike">
              <a:solidFill>
                <a:schemeClr val="lt1"/>
              </a:solidFill>
              <a:latin typeface="Century Gothic"/>
              <a:ea typeface="Century Gothic"/>
              <a:cs typeface="Century Gothic"/>
              <a:sym typeface="Century Gothic"/>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8" name="Shape 1278"/>
        <p:cNvGrpSpPr/>
        <p:nvPr/>
      </p:nvGrpSpPr>
      <p:grpSpPr>
        <a:xfrm>
          <a:off x="0" y="0"/>
          <a:ext cx="0" cy="0"/>
          <a:chOff x="0" y="0"/>
          <a:chExt cx="0" cy="0"/>
        </a:xfrm>
      </p:grpSpPr>
      <p:sp>
        <p:nvSpPr>
          <p:cNvPr id="1279" name="Google Shape;1279;p79"/>
          <p:cNvSpPr txBox="1"/>
          <p:nvPr/>
        </p:nvSpPr>
        <p:spPr>
          <a:xfrm>
            <a:off x="339306" y="1446363"/>
            <a:ext cx="11470256" cy="5355312"/>
          </a:xfrm>
          <a:prstGeom prst="rect">
            <a:avLst/>
          </a:prstGeom>
          <a:noFill/>
          <a:ln>
            <a:noFill/>
          </a:ln>
        </p:spPr>
        <p:txBody>
          <a:bodyPr anchorCtr="0" anchor="t" bIns="45700" lIns="91425" spcFirstLastPara="1" rIns="91425" wrap="square" tIns="45700">
            <a:spAutoFit/>
          </a:bodyPr>
          <a:lstStyle/>
          <a:p>
            <a:pPr indent="-114300" lvl="0" marL="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  Resp. To maintain the vehicle- To clean with dusting cloth, with water also, to check oiling and      </a:t>
            </a:r>
            <a:endParaRPr b="0" i="0" sz="18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     coolent, to check Gas, Petrol on daily basis after reaching office in the morning.</a:t>
            </a:r>
            <a:endParaRPr b="0" i="0" sz="18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2. Delivery and pick up the goods from required location safely – Store person will inform if any delivery or pick up need to done in the day, to collect invoice, proper address, contact number of contact person, to load material in the vehicle and go for delivery, if any pick up to check what is the material  need to pick, dimension, if need someone else also inform to store to allign someone, to match ;with vendor invoice and internal invoice at the timing of pick up, to handover to guard to make the entry in his register and than inform to Store also.</a:t>
            </a:r>
            <a:endParaRPr b="0" i="0" sz="1800" u="none" cap="none" strike="noStrike">
              <a:solidFill>
                <a:schemeClr val="lt1"/>
              </a:solidFill>
              <a:latin typeface="Century Gothic"/>
              <a:ea typeface="Century Gothic"/>
              <a:cs typeface="Century Gothic"/>
              <a:sym typeface="Century Gothic"/>
            </a:endParaRPr>
          </a:p>
          <a:p>
            <a:pPr indent="-228600" lvl="0" marL="342900" marR="0" rtl="0" algn="l">
              <a:lnSpc>
                <a:spcPct val="100000"/>
              </a:lnSpc>
              <a:spcBef>
                <a:spcPts val="0"/>
              </a:spcBef>
              <a:spcAft>
                <a:spcPts val="0"/>
              </a:spcAft>
              <a:buClr>
                <a:schemeClr val="lt1"/>
              </a:buClr>
              <a:buSzPts val="1800"/>
              <a:buFont typeface="Century Gothic"/>
              <a:buNone/>
            </a:pPr>
            <a:r>
              <a:t/>
            </a:r>
            <a:endParaRPr b="0" i="0" sz="18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3. Collect payment is required – After receiving calls from accounts dept to pick up or handover the payment to concern person like vendor or Bank, after done the same inform to accounts dept.</a:t>
            </a:r>
            <a:endParaRPr b="0" i="0" sz="1400" u="none" cap="none" strike="noStrike">
              <a:solidFill>
                <a:srgbClr val="000000"/>
              </a:solidFill>
              <a:latin typeface="Arial"/>
              <a:ea typeface="Arial"/>
              <a:cs typeface="Arial"/>
              <a:sym typeface="Arial"/>
            </a:endParaRPr>
          </a:p>
          <a:p>
            <a:pPr indent="-228600" lvl="0" marL="342900" marR="0" rtl="0" algn="l">
              <a:lnSpc>
                <a:spcPct val="100000"/>
              </a:lnSpc>
              <a:spcBef>
                <a:spcPts val="0"/>
              </a:spcBef>
              <a:spcAft>
                <a:spcPts val="0"/>
              </a:spcAft>
              <a:buClr>
                <a:schemeClr val="lt1"/>
              </a:buClr>
              <a:buSzPts val="1800"/>
              <a:buFont typeface="Century Gothic"/>
              <a:buNone/>
            </a:pPr>
            <a:r>
              <a:t/>
            </a:r>
            <a:endParaRPr b="0" i="0" sz="18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4. Help in warehouse and other work of the organization time to time. - After getting calls from respective dept to help any work do the same and inform to those person that work has been done.</a:t>
            </a:r>
            <a:endParaRPr b="0" i="0" sz="1400" u="none" cap="none" strike="noStrike">
              <a:solidFill>
                <a:srgbClr val="000000"/>
              </a:solidFill>
              <a:latin typeface="Arial"/>
              <a:ea typeface="Arial"/>
              <a:cs typeface="Arial"/>
              <a:sym typeface="Arial"/>
            </a:endParaRPr>
          </a:p>
          <a:p>
            <a:pPr indent="-228600" lvl="0" marL="342900" marR="0" rtl="0" algn="l">
              <a:lnSpc>
                <a:spcPct val="100000"/>
              </a:lnSpc>
              <a:spcBef>
                <a:spcPts val="0"/>
              </a:spcBef>
              <a:spcAft>
                <a:spcPts val="0"/>
              </a:spcAft>
              <a:buClr>
                <a:schemeClr val="lt1"/>
              </a:buClr>
              <a:buSzPts val="1800"/>
              <a:buFont typeface="Century Gothic"/>
              <a:buNone/>
            </a:pPr>
            <a:r>
              <a:t/>
            </a:r>
            <a:endParaRPr b="0" i="0" sz="1800" u="none" cap="none" strike="noStrike">
              <a:solidFill>
                <a:schemeClr val="lt1"/>
              </a:solidFill>
              <a:latin typeface="Century Gothic"/>
              <a:ea typeface="Century Gothic"/>
              <a:cs typeface="Century Gothic"/>
              <a:sym typeface="Century Gothic"/>
            </a:endParaRPr>
          </a:p>
          <a:p>
            <a:pPr indent="-228600" lvl="0" marL="342900" marR="0" rtl="0" algn="l">
              <a:lnSpc>
                <a:spcPct val="100000"/>
              </a:lnSpc>
              <a:spcBef>
                <a:spcPts val="0"/>
              </a:spcBef>
              <a:spcAft>
                <a:spcPts val="0"/>
              </a:spcAft>
              <a:buClr>
                <a:schemeClr val="lt1"/>
              </a:buClr>
              <a:buSzPts val="1800"/>
              <a:buFont typeface="Century Gothic"/>
              <a:buNone/>
            </a:pPr>
            <a:r>
              <a:t/>
            </a:r>
            <a:endParaRPr b="0" i="0" sz="1800" u="none" cap="none" strike="noStrike">
              <a:solidFill>
                <a:schemeClr val="lt1"/>
              </a:solidFill>
              <a:latin typeface="Century Gothic"/>
              <a:ea typeface="Century Gothic"/>
              <a:cs typeface="Century Gothic"/>
              <a:sym typeface="Century Gothic"/>
            </a:endParaRPr>
          </a:p>
          <a:p>
            <a:pPr indent="-228600" lvl="0" marL="342900" marR="0" rtl="0" algn="l">
              <a:lnSpc>
                <a:spcPct val="100000"/>
              </a:lnSpc>
              <a:spcBef>
                <a:spcPts val="0"/>
              </a:spcBef>
              <a:spcAft>
                <a:spcPts val="0"/>
              </a:spcAft>
              <a:buClr>
                <a:schemeClr val="lt1"/>
              </a:buClr>
              <a:buSzPts val="1800"/>
              <a:buFont typeface="Century Gothic"/>
              <a:buNone/>
            </a:pPr>
            <a:r>
              <a:t/>
            </a:r>
            <a:endParaRPr b="0" i="0" sz="18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chemeClr val="lt1"/>
              </a:buClr>
              <a:buSzPts val="1800"/>
              <a:buFont typeface="Century Gothic"/>
              <a:buNone/>
            </a:pPr>
            <a:r>
              <a:t/>
            </a:r>
            <a:endParaRPr b="0" i="0" sz="1800" u="none" cap="none" strike="noStrike">
              <a:solidFill>
                <a:schemeClr val="lt1"/>
              </a:solidFill>
              <a:latin typeface="Century Gothic"/>
              <a:ea typeface="Century Gothic"/>
              <a:cs typeface="Century Gothic"/>
              <a:sym typeface="Century Gothic"/>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3" name="Shape 1283"/>
        <p:cNvGrpSpPr/>
        <p:nvPr/>
      </p:nvGrpSpPr>
      <p:grpSpPr>
        <a:xfrm>
          <a:off x="0" y="0"/>
          <a:ext cx="0" cy="0"/>
          <a:chOff x="0" y="0"/>
          <a:chExt cx="0" cy="0"/>
        </a:xfrm>
      </p:grpSpPr>
      <p:sp>
        <p:nvSpPr>
          <p:cNvPr id="1284" name="Google Shape;1284;p80"/>
          <p:cNvSpPr txBox="1"/>
          <p:nvPr/>
        </p:nvSpPr>
        <p:spPr>
          <a:xfrm>
            <a:off x="785005" y="641232"/>
            <a:ext cx="10866405" cy="646330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5. Keep update all document of vehicle like – Insurance, Pollution, Tag etc. ​- To check time to time insurance, Pollution and fastag and all documents kept in the vehicle apart of RC. To inform in accounts or HR if anything is pending and get it done.</a:t>
            </a:r>
            <a:endParaRPr b="0" i="0" sz="18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6. Maintain the log book of vehicle - Whenever going for any work to check starting KM than Trip KM and after than Ending KM, CNG – While filling CNG gas to noted KM and after trip check again.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7. Night only keep check GAS, petrol or desile- At the time of leaving from Office or Home will check the same if not sufficient immediately inform to Sir and Ma'am and if required get it fill as per their instructions.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8.No personal use of official vehicle- Never use office vehicle for our personal works always take their own or public transports.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9. Maintain the rule regulation of organization- To reach in office on time, leave approval 2 days before, Dress should be neat and clean, No smoking and Tabbacco,etc.</a:t>
            </a:r>
            <a:endParaRPr b="0" i="0" sz="18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10. During office hours do not go out for personal work etc. - Thuis is strict instructions from management that do not go outside from office for our personal works, if there is any emergency talk to HR , HR will take approval from Top management and decide, if not following the same We can be charged penalty of as an absent.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8" name="Shape 1288"/>
        <p:cNvGrpSpPr/>
        <p:nvPr/>
      </p:nvGrpSpPr>
      <p:grpSpPr>
        <a:xfrm>
          <a:off x="0" y="0"/>
          <a:ext cx="0" cy="0"/>
          <a:chOff x="0" y="0"/>
          <a:chExt cx="0" cy="0"/>
        </a:xfrm>
      </p:grpSpPr>
      <p:sp>
        <p:nvSpPr>
          <p:cNvPr id="1289" name="Google Shape;1289;p81"/>
          <p:cNvSpPr txBox="1"/>
          <p:nvPr>
            <p:ph type="title"/>
          </p:nvPr>
        </p:nvSpPr>
        <p:spPr>
          <a:xfrm>
            <a:off x="684748" y="244415"/>
            <a:ext cx="9404723" cy="50256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lt2"/>
              </a:buClr>
              <a:buSzPts val="4200"/>
              <a:buFont typeface="Century Gothic"/>
              <a:buNone/>
            </a:pPr>
            <a:r>
              <a:rPr lang="en-US"/>
              <a:t>PEONS</a:t>
            </a:r>
            <a:endParaRPr/>
          </a:p>
        </p:txBody>
      </p:sp>
      <p:sp>
        <p:nvSpPr>
          <p:cNvPr id="1290" name="Google Shape;1290;p81"/>
          <p:cNvSpPr txBox="1"/>
          <p:nvPr/>
        </p:nvSpPr>
        <p:spPr>
          <a:xfrm>
            <a:off x="684748" y="1068946"/>
            <a:ext cx="10496282" cy="3693319"/>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Resp. To clean and maintain the office.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Water, tea and food to be serve in time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Serve to guest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Do other activity as per instruction of department heads.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Manage all the stock of required item.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Maintain the descipline and rule regulation of organisation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Always come with well dress and maintain your self.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Wear official uniform always + shoes.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sng" cap="none" strike="noStrike">
                <a:solidFill>
                  <a:schemeClr val="lt1"/>
                </a:solidFill>
                <a:latin typeface="Century Gothic"/>
                <a:ea typeface="Century Gothic"/>
                <a:cs typeface="Century Gothic"/>
                <a:sym typeface="Century Gothic"/>
                <a:hlinkClick r:id="rId3">
                  <a:extLst>
                    <a:ext uri="{A12FA001-AC4F-418D-AE19-62706E023703}">
                      <ahyp:hlinkClr val="tx"/>
                    </a:ext>
                  </a:extLst>
                </a:hlinkClick>
              </a:rPr>
              <a:t>PEON WORKING.xlsx (sharepoint.com)</a:t>
            </a:r>
            <a:endParaRPr b="0" i="0" sz="18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a:p>
            <a:pPr indent="-228600" lvl="0" marL="342900" marR="0" rtl="0" algn="l">
              <a:lnSpc>
                <a:spcPct val="100000"/>
              </a:lnSpc>
              <a:spcBef>
                <a:spcPts val="0"/>
              </a:spcBef>
              <a:spcAft>
                <a:spcPts val="0"/>
              </a:spcAft>
              <a:buClr>
                <a:schemeClr val="lt1"/>
              </a:buClr>
              <a:buSzPts val="1800"/>
              <a:buFont typeface="Century Gothic"/>
              <a:buNone/>
            </a:pPr>
            <a:r>
              <a:t/>
            </a:r>
            <a:endParaRPr b="0" i="0" sz="1800" u="none" cap="none" strike="noStrike">
              <a:solidFill>
                <a:schemeClr val="lt1"/>
              </a:solidFill>
              <a:latin typeface="Century Gothic"/>
              <a:ea typeface="Century Gothic"/>
              <a:cs typeface="Century Gothic"/>
              <a:sym typeface="Century Gothic"/>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4" name="Shape 1294"/>
        <p:cNvGrpSpPr/>
        <p:nvPr/>
      </p:nvGrpSpPr>
      <p:grpSpPr>
        <a:xfrm>
          <a:off x="0" y="0"/>
          <a:ext cx="0" cy="0"/>
          <a:chOff x="0" y="0"/>
          <a:chExt cx="0" cy="0"/>
        </a:xfrm>
      </p:grpSpPr>
      <p:sp>
        <p:nvSpPr>
          <p:cNvPr id="1295" name="Google Shape;1295;p82"/>
          <p:cNvSpPr txBox="1"/>
          <p:nvPr>
            <p:ph type="title"/>
          </p:nvPr>
        </p:nvSpPr>
        <p:spPr>
          <a:xfrm>
            <a:off x="646111" y="452718"/>
            <a:ext cx="9404723" cy="140053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lt2"/>
              </a:buClr>
              <a:buSzPts val="4200"/>
              <a:buFont typeface="Century Gothic"/>
              <a:buNone/>
            </a:pPr>
            <a:r>
              <a:rPr lang="en-US"/>
              <a:t>Discussion point of SALES </a:t>
            </a:r>
            <a:endParaRPr/>
          </a:p>
        </p:txBody>
      </p:sp>
      <p:sp>
        <p:nvSpPr>
          <p:cNvPr id="1296" name="Google Shape;1296;p82"/>
          <p:cNvSpPr txBox="1"/>
          <p:nvPr/>
        </p:nvSpPr>
        <p:spPr>
          <a:xfrm>
            <a:off x="353682" y="1360098"/>
            <a:ext cx="11455878" cy="286232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As on today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Presales look afer by Shweta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Post sales look after by Meenkashi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recommended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All job from Lead to Payment shold be one person for one customer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We can devied leads in two part, one to Shweta and 2nd meenakshi</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Compition who close how many leads and award.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0" name="Shape 1300"/>
        <p:cNvGrpSpPr/>
        <p:nvPr/>
      </p:nvGrpSpPr>
      <p:grpSpPr>
        <a:xfrm>
          <a:off x="0" y="0"/>
          <a:ext cx="0" cy="0"/>
          <a:chOff x="0" y="0"/>
          <a:chExt cx="0" cy="0"/>
        </a:xfrm>
      </p:grpSpPr>
      <p:sp>
        <p:nvSpPr>
          <p:cNvPr id="1301" name="Google Shape;1301;p83"/>
          <p:cNvSpPr txBox="1"/>
          <p:nvPr>
            <p:ph type="title"/>
          </p:nvPr>
        </p:nvSpPr>
        <p:spPr>
          <a:xfrm>
            <a:off x="684748" y="0"/>
            <a:ext cx="9404723" cy="74697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lt2"/>
              </a:buClr>
              <a:buSzPts val="4200"/>
              <a:buFont typeface="Century Gothic"/>
              <a:buNone/>
            </a:pPr>
            <a:r>
              <a:rPr lang="en-US"/>
              <a:t>Induction of employee. </a:t>
            </a:r>
            <a:endParaRPr/>
          </a:p>
        </p:txBody>
      </p:sp>
      <p:sp>
        <p:nvSpPr>
          <p:cNvPr id="1302" name="Google Shape;1302;p83"/>
          <p:cNvSpPr txBox="1"/>
          <p:nvPr/>
        </p:nvSpPr>
        <p:spPr>
          <a:xfrm>
            <a:off x="684748" y="1081825"/>
            <a:ext cx="11356998" cy="5632311"/>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Induction of employee.</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Knowledge of all employee and introduction.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Knowledge of company, growth of organization, hierarchy of organization,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Company policy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 3 days training, about company+ Products, all policy, department work, training of software,</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Take process from Mr. Chawal Ji also.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Role of other department persons wise and your relationship with them.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Show some video to new employee, what is future of organisation and his also.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lt1"/>
                </a:solidFill>
                <a:latin typeface="Century Gothic"/>
                <a:ea typeface="Century Gothic"/>
                <a:cs typeface="Century Gothic"/>
                <a:sym typeface="Century Gothic"/>
              </a:rPr>
              <a:t> </a:t>
            </a:r>
            <a:endParaRPr b="0" i="0" sz="1400" u="none" cap="none" strike="noStrike">
              <a:solidFill>
                <a:srgbClr val="000000"/>
              </a:solidFill>
              <a:latin typeface="Arial"/>
              <a:ea typeface="Arial"/>
              <a:cs typeface="Arial"/>
              <a:sym typeface="Arial"/>
            </a:endParaRPr>
          </a:p>
          <a:p>
            <a:pPr indent="-228600" lvl="0" marL="342900" marR="0" rtl="0" algn="l">
              <a:lnSpc>
                <a:spcPct val="100000"/>
              </a:lnSpc>
              <a:spcBef>
                <a:spcPts val="0"/>
              </a:spcBef>
              <a:spcAft>
                <a:spcPts val="0"/>
              </a:spcAft>
              <a:buClr>
                <a:schemeClr val="lt1"/>
              </a:buClr>
              <a:buSzPts val="1800"/>
              <a:buFont typeface="Century Gothic"/>
              <a:buNone/>
            </a:pPr>
            <a:r>
              <a:t/>
            </a:r>
            <a:endParaRPr b="0" i="0" sz="18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a:p>
            <a:pPr indent="-228600" lvl="0" marL="342900" marR="0" rtl="0" algn="l">
              <a:lnSpc>
                <a:spcPct val="100000"/>
              </a:lnSpc>
              <a:spcBef>
                <a:spcPts val="0"/>
              </a:spcBef>
              <a:spcAft>
                <a:spcPts val="0"/>
              </a:spcAft>
              <a:buClr>
                <a:schemeClr val="lt1"/>
              </a:buClr>
              <a:buSzPts val="1800"/>
              <a:buFont typeface="Century Gothic"/>
              <a:buNone/>
            </a:pPr>
            <a:r>
              <a:t/>
            </a:r>
            <a:endParaRPr b="0" i="0" sz="18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a:p>
            <a:pPr indent="-228600" lvl="0" marL="342900" marR="0" rtl="0" algn="l">
              <a:lnSpc>
                <a:spcPct val="100000"/>
              </a:lnSpc>
              <a:spcBef>
                <a:spcPts val="0"/>
              </a:spcBef>
              <a:spcAft>
                <a:spcPts val="0"/>
              </a:spcAft>
              <a:buClr>
                <a:schemeClr val="lt1"/>
              </a:buClr>
              <a:buSzPts val="1800"/>
              <a:buFont typeface="Century Gothic"/>
              <a:buNone/>
            </a:pPr>
            <a:r>
              <a:t/>
            </a:r>
            <a:endParaRPr b="0" i="0" sz="1800" u="none" cap="none" strike="noStrike">
              <a:solidFill>
                <a:schemeClr val="lt1"/>
              </a:solidFill>
              <a:latin typeface="Century Gothic"/>
              <a:ea typeface="Century Gothic"/>
              <a:cs typeface="Century Gothic"/>
              <a:sym typeface="Century Gothic"/>
            </a:endParaRPr>
          </a:p>
          <a:p>
            <a:pPr indent="-228600" lvl="0" marL="342900" marR="0" rtl="0" algn="l">
              <a:lnSpc>
                <a:spcPct val="100000"/>
              </a:lnSpc>
              <a:spcBef>
                <a:spcPts val="0"/>
              </a:spcBef>
              <a:spcAft>
                <a:spcPts val="0"/>
              </a:spcAft>
              <a:buClr>
                <a:schemeClr val="lt1"/>
              </a:buClr>
              <a:buSzPts val="1800"/>
              <a:buFont typeface="Century Gothic"/>
              <a:buNone/>
            </a:pPr>
            <a:r>
              <a:t/>
            </a:r>
            <a:endParaRPr b="0" i="0" sz="1800" u="none" cap="none" strike="noStrike">
              <a:solidFill>
                <a:schemeClr val="lt1"/>
              </a:solidFill>
              <a:latin typeface="Century Gothic"/>
              <a:ea typeface="Century Gothic"/>
              <a:cs typeface="Century Gothic"/>
              <a:sym typeface="Century Gothic"/>
            </a:endParaRPr>
          </a:p>
          <a:p>
            <a:pPr indent="-228600" lvl="0" marL="342900" marR="0" rtl="0" algn="l">
              <a:lnSpc>
                <a:spcPct val="100000"/>
              </a:lnSpc>
              <a:spcBef>
                <a:spcPts val="0"/>
              </a:spcBef>
              <a:spcAft>
                <a:spcPts val="0"/>
              </a:spcAft>
              <a:buClr>
                <a:schemeClr val="lt1"/>
              </a:buClr>
              <a:buSzPts val="1800"/>
              <a:buFont typeface="Century Gothic"/>
              <a:buNone/>
            </a:pPr>
            <a:r>
              <a:t/>
            </a:r>
            <a:endParaRPr b="0" i="0" sz="1800" u="none" cap="none" strike="noStrike">
              <a:solidFill>
                <a:schemeClr val="lt1"/>
              </a:solidFill>
              <a:latin typeface="Century Gothic"/>
              <a:ea typeface="Century Gothic"/>
              <a:cs typeface="Century Gothic"/>
              <a:sym typeface="Century Gothic"/>
            </a:endParaRPr>
          </a:p>
          <a:p>
            <a:pPr indent="-228600" lvl="0" marL="342900" marR="0" rtl="0" algn="l">
              <a:lnSpc>
                <a:spcPct val="100000"/>
              </a:lnSpc>
              <a:spcBef>
                <a:spcPts val="0"/>
              </a:spcBef>
              <a:spcAft>
                <a:spcPts val="0"/>
              </a:spcAft>
              <a:buClr>
                <a:schemeClr val="lt1"/>
              </a:buClr>
              <a:buSzPts val="1800"/>
              <a:buFont typeface="Century Gothic"/>
              <a:buNone/>
            </a:pPr>
            <a:r>
              <a:t/>
            </a:r>
            <a:endParaRPr b="0" i="0" sz="1800" u="none" cap="none" strike="noStrike">
              <a:solidFill>
                <a:schemeClr val="lt1"/>
              </a:solidFill>
              <a:latin typeface="Century Gothic"/>
              <a:ea typeface="Century Gothic"/>
              <a:cs typeface="Century Gothic"/>
              <a:sym typeface="Century Gothic"/>
            </a:endParaRPr>
          </a:p>
          <a:p>
            <a:pPr indent="-228600" lvl="0" marL="342900" marR="0" rtl="0" algn="l">
              <a:lnSpc>
                <a:spcPct val="100000"/>
              </a:lnSpc>
              <a:spcBef>
                <a:spcPts val="0"/>
              </a:spcBef>
              <a:spcAft>
                <a:spcPts val="0"/>
              </a:spcAft>
              <a:buClr>
                <a:schemeClr val="lt1"/>
              </a:buClr>
              <a:buSzPts val="1800"/>
              <a:buFont typeface="Century Gothic"/>
              <a:buNone/>
            </a:pPr>
            <a:r>
              <a:t/>
            </a:r>
            <a:endParaRPr b="0" i="0" sz="1800" u="none" cap="none" strike="noStrike">
              <a:solidFill>
                <a:schemeClr val="lt1"/>
              </a:solidFill>
              <a:latin typeface="Century Gothic"/>
              <a:ea typeface="Century Gothic"/>
              <a:cs typeface="Century Gothic"/>
              <a:sym typeface="Century Gothic"/>
            </a:endParaRPr>
          </a:p>
          <a:p>
            <a:pPr indent="-228600" lvl="0" marL="342900" marR="0" rtl="0" algn="l">
              <a:lnSpc>
                <a:spcPct val="100000"/>
              </a:lnSpc>
              <a:spcBef>
                <a:spcPts val="0"/>
              </a:spcBef>
              <a:spcAft>
                <a:spcPts val="0"/>
              </a:spcAft>
              <a:buClr>
                <a:schemeClr val="lt1"/>
              </a:buClr>
              <a:buSzPts val="1800"/>
              <a:buFont typeface="Century Gothic"/>
              <a:buNone/>
            </a:pPr>
            <a:r>
              <a:t/>
            </a:r>
            <a:endParaRPr b="0" i="0" sz="1800" u="none" cap="none" strike="noStrike">
              <a:solidFill>
                <a:schemeClr val="lt1"/>
              </a:solidFill>
              <a:latin typeface="Century Gothic"/>
              <a:ea typeface="Century Gothic"/>
              <a:cs typeface="Century Gothic"/>
              <a:sym typeface="Century Gothic"/>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6" name="Shape 1306"/>
        <p:cNvGrpSpPr/>
        <p:nvPr/>
      </p:nvGrpSpPr>
      <p:grpSpPr>
        <a:xfrm>
          <a:off x="0" y="0"/>
          <a:ext cx="0" cy="0"/>
          <a:chOff x="0" y="0"/>
          <a:chExt cx="0" cy="0"/>
        </a:xfrm>
      </p:grpSpPr>
      <p:sp>
        <p:nvSpPr>
          <p:cNvPr id="1307" name="Google Shape;1307;p84"/>
          <p:cNvSpPr txBox="1"/>
          <p:nvPr>
            <p:ph type="title"/>
          </p:nvPr>
        </p:nvSpPr>
        <p:spPr>
          <a:xfrm>
            <a:off x="646111" y="452718"/>
            <a:ext cx="9404723" cy="140053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lt2"/>
              </a:buClr>
              <a:buSzPts val="4200"/>
              <a:buFont typeface="Century Gothic"/>
              <a:buNone/>
            </a:pPr>
            <a:r>
              <a:rPr lang="en-US"/>
              <a:t>employee induction </a:t>
            </a:r>
            <a:endParaRPr/>
          </a:p>
        </p:txBody>
      </p:sp>
      <p:sp>
        <p:nvSpPr>
          <p:cNvPr id="1308" name="Google Shape;1308;p84"/>
          <p:cNvSpPr txBox="1"/>
          <p:nvPr>
            <p:ph idx="1" type="body"/>
          </p:nvPr>
        </p:nvSpPr>
        <p:spPr>
          <a:xfrm>
            <a:off x="513841" y="1219031"/>
            <a:ext cx="11290049" cy="4195481"/>
          </a:xfrm>
          <a:prstGeom prst="rect">
            <a:avLst/>
          </a:prstGeom>
          <a:noFill/>
          <a:ln>
            <a:noFill/>
          </a:ln>
        </p:spPr>
        <p:txBody>
          <a:bodyPr anchorCtr="0" anchor="t" bIns="45700" lIns="91425" spcFirstLastPara="1" rIns="91425" wrap="square" tIns="45700">
            <a:normAutofit fontScale="92500" lnSpcReduction="20000"/>
          </a:bodyPr>
          <a:lstStyle/>
          <a:p>
            <a:pPr indent="-457200" lvl="0" marL="457200" rtl="0" algn="l">
              <a:lnSpc>
                <a:spcPct val="100000"/>
              </a:lnSpc>
              <a:spcBef>
                <a:spcPts val="0"/>
              </a:spcBef>
              <a:spcAft>
                <a:spcPts val="0"/>
              </a:spcAft>
              <a:buSzPct val="80000"/>
              <a:buAutoNum type="arabicPeriod"/>
            </a:pPr>
            <a:r>
              <a:rPr lang="en-US"/>
              <a:t>Introduce to employee for products, policies, procedures, history, etc. Of the organization. </a:t>
            </a:r>
            <a:endParaRPr/>
          </a:p>
          <a:p>
            <a:pPr indent="-457200" lvl="0" marL="457200" rtl="0" algn="l">
              <a:lnSpc>
                <a:spcPct val="100000"/>
              </a:lnSpc>
              <a:spcBef>
                <a:spcPts val="1000"/>
              </a:spcBef>
              <a:spcAft>
                <a:spcPts val="0"/>
              </a:spcAft>
              <a:buClr>
                <a:srgbClr val="8AD0D6"/>
              </a:buClr>
              <a:buSzPct val="80000"/>
              <a:buAutoNum type="arabicPeriod"/>
            </a:pPr>
            <a:r>
              <a:rPr lang="en-US"/>
              <a:t>Role base training - KRA &amp; KPI of employee - KRA’s–Through this an employee’s performance is judged in a financial year. And also update about existing employees</a:t>
            </a:r>
            <a:endParaRPr/>
          </a:p>
          <a:p>
            <a:pPr indent="-457200" lvl="0" marL="457200" rtl="0" algn="l">
              <a:lnSpc>
                <a:spcPct val="100000"/>
              </a:lnSpc>
              <a:spcBef>
                <a:spcPts val="1000"/>
              </a:spcBef>
              <a:spcAft>
                <a:spcPts val="0"/>
              </a:spcAft>
              <a:buClr>
                <a:srgbClr val="8AD0D6"/>
              </a:buClr>
              <a:buSzPct val="80000"/>
              <a:buAutoNum type="arabicPeriod"/>
            </a:pPr>
            <a:r>
              <a:rPr lang="en-US"/>
              <a:t>Role, Dream what he will get if perform and not if not performs</a:t>
            </a:r>
            <a:endParaRPr/>
          </a:p>
          <a:p>
            <a:pPr indent="-457200" lvl="0" marL="457200" rtl="0" algn="l">
              <a:lnSpc>
                <a:spcPct val="100000"/>
              </a:lnSpc>
              <a:spcBef>
                <a:spcPts val="1000"/>
              </a:spcBef>
              <a:spcAft>
                <a:spcPts val="0"/>
              </a:spcAft>
              <a:buClr>
                <a:srgbClr val="8AD0D6"/>
              </a:buClr>
              <a:buSzPct val="80000"/>
              <a:buAutoNum type="arabicPeriod"/>
            </a:pPr>
            <a:r>
              <a:rPr lang="en-US"/>
              <a:t>Hierarchy structure – today post and after 3 yr or 5 yrs your next point</a:t>
            </a:r>
            <a:endParaRPr/>
          </a:p>
          <a:p>
            <a:pPr indent="-457200" lvl="0" marL="457200" rtl="0" algn="l">
              <a:lnSpc>
                <a:spcPct val="100000"/>
              </a:lnSpc>
              <a:spcBef>
                <a:spcPts val="1000"/>
              </a:spcBef>
              <a:spcAft>
                <a:spcPts val="0"/>
              </a:spcAft>
              <a:buClr>
                <a:srgbClr val="8AD0D6"/>
              </a:buClr>
              <a:buSzPct val="80000"/>
              <a:buAutoNum type="arabicPeriod"/>
            </a:pPr>
            <a:r>
              <a:rPr lang="en-US"/>
              <a:t>Designation role, exp., Mgr to Sr, Mgr, VP ETC. </a:t>
            </a:r>
            <a:endParaRPr/>
          </a:p>
          <a:p>
            <a:pPr indent="-457200" lvl="0" marL="457200" rtl="0" algn="l">
              <a:lnSpc>
                <a:spcPct val="100000"/>
              </a:lnSpc>
              <a:spcBef>
                <a:spcPts val="1000"/>
              </a:spcBef>
              <a:spcAft>
                <a:spcPts val="0"/>
              </a:spcAft>
              <a:buClr>
                <a:srgbClr val="8AD0D6"/>
              </a:buClr>
              <a:buSzPct val="80000"/>
              <a:buAutoNum type="arabicPeriod"/>
            </a:pPr>
            <a:r>
              <a:rPr lang="en-US"/>
              <a:t>Policy – attendance and others, Tour policy</a:t>
            </a:r>
            <a:endParaRPr/>
          </a:p>
          <a:p>
            <a:pPr indent="-457200" lvl="0" marL="457200" rtl="0" algn="l">
              <a:lnSpc>
                <a:spcPct val="100000"/>
              </a:lnSpc>
              <a:spcBef>
                <a:spcPts val="1000"/>
              </a:spcBef>
              <a:spcAft>
                <a:spcPts val="0"/>
              </a:spcAft>
              <a:buClr>
                <a:srgbClr val="8AD0D6"/>
              </a:buClr>
              <a:buSzPct val="80000"/>
              <a:buAutoNum type="arabicPeriod"/>
            </a:pPr>
            <a:r>
              <a:rPr lang="en-US"/>
              <a:t>Employee Hand Book.</a:t>
            </a:r>
            <a:endParaRPr/>
          </a:p>
          <a:p>
            <a:pPr indent="-457200" lvl="0" marL="457200" rtl="0" algn="l">
              <a:lnSpc>
                <a:spcPct val="100000"/>
              </a:lnSpc>
              <a:spcBef>
                <a:spcPts val="1000"/>
              </a:spcBef>
              <a:spcAft>
                <a:spcPts val="0"/>
              </a:spcAft>
              <a:buClr>
                <a:srgbClr val="8AD0D6"/>
              </a:buClr>
              <a:buSzPct val="80000"/>
              <a:buAutoNum type="arabicPeriod"/>
            </a:pPr>
            <a:r>
              <a:rPr lang="en-US"/>
              <a:t>Technical Training – Software and Product. </a:t>
            </a:r>
            <a:endParaRPr/>
          </a:p>
          <a:p>
            <a:pPr indent="-457200" lvl="0" marL="457200" rtl="0" algn="l">
              <a:lnSpc>
                <a:spcPct val="100000"/>
              </a:lnSpc>
              <a:spcBef>
                <a:spcPts val="1000"/>
              </a:spcBef>
              <a:spcAft>
                <a:spcPts val="0"/>
              </a:spcAft>
              <a:buClr>
                <a:srgbClr val="8AD0D6"/>
              </a:buClr>
              <a:buSzPct val="80000"/>
              <a:buAutoNum type="arabicPeriod"/>
            </a:pPr>
            <a:r>
              <a:rPr lang="en-US"/>
              <a:t>Carier development training </a:t>
            </a:r>
            <a:endParaRPr/>
          </a:p>
          <a:p>
            <a:pPr indent="-457200" lvl="0" marL="457200" rtl="0" algn="l">
              <a:lnSpc>
                <a:spcPct val="100000"/>
              </a:lnSpc>
              <a:spcBef>
                <a:spcPts val="1000"/>
              </a:spcBef>
              <a:spcAft>
                <a:spcPts val="0"/>
              </a:spcAft>
              <a:buClr>
                <a:srgbClr val="8AD0D6"/>
              </a:buClr>
              <a:buSzPct val="80000"/>
              <a:buAutoNum type="arabicPeriod"/>
            </a:pPr>
            <a:r>
              <a:rPr lang="en-US"/>
              <a:t>After training Exam of employee </a:t>
            </a:r>
            <a:endParaRPr/>
          </a:p>
          <a:p>
            <a:pPr indent="-457200" lvl="0" marL="457200" rtl="0" algn="l">
              <a:lnSpc>
                <a:spcPct val="100000"/>
              </a:lnSpc>
              <a:spcBef>
                <a:spcPts val="1000"/>
              </a:spcBef>
              <a:spcAft>
                <a:spcPts val="0"/>
              </a:spcAft>
              <a:buClr>
                <a:srgbClr val="8AD0D6"/>
              </a:buClr>
              <a:buSzPct val="80000"/>
              <a:buAutoNum type="arabicPeriod"/>
            </a:pPr>
            <a:r>
              <a:rPr lang="en-US"/>
              <a:t>After exam issue the appointment letter. </a:t>
            </a:r>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2" name="Shape 1312"/>
        <p:cNvGrpSpPr/>
        <p:nvPr/>
      </p:nvGrpSpPr>
      <p:grpSpPr>
        <a:xfrm>
          <a:off x="0" y="0"/>
          <a:ext cx="0" cy="0"/>
          <a:chOff x="0" y="0"/>
          <a:chExt cx="0" cy="0"/>
        </a:xfrm>
      </p:grpSpPr>
      <p:sp>
        <p:nvSpPr>
          <p:cNvPr id="1313" name="Google Shape;1313;p85"/>
          <p:cNvSpPr txBox="1"/>
          <p:nvPr>
            <p:ph type="title"/>
          </p:nvPr>
        </p:nvSpPr>
        <p:spPr>
          <a:xfrm>
            <a:off x="646111" y="452718"/>
            <a:ext cx="9404723" cy="140053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lt2"/>
              </a:buClr>
              <a:buSzPts val="4200"/>
              <a:buFont typeface="Century Gothic"/>
              <a:buNone/>
            </a:pPr>
            <a:r>
              <a:rPr lang="en-US"/>
              <a:t>Confidential </a:t>
            </a:r>
            <a:endParaRPr/>
          </a:p>
        </p:txBody>
      </p:sp>
      <p:sp>
        <p:nvSpPr>
          <p:cNvPr id="1314" name="Google Shape;1314;p85"/>
          <p:cNvSpPr txBox="1"/>
          <p:nvPr>
            <p:ph idx="1" type="body"/>
          </p:nvPr>
        </p:nvSpPr>
        <p:spPr>
          <a:xfrm>
            <a:off x="1103312" y="1161522"/>
            <a:ext cx="10714956" cy="5086877"/>
          </a:xfrm>
          <a:prstGeom prst="rect">
            <a:avLst/>
          </a:prstGeom>
          <a:noFill/>
          <a:ln>
            <a:noFill/>
          </a:ln>
        </p:spPr>
        <p:txBody>
          <a:bodyPr anchorCtr="0" anchor="t" bIns="45700" lIns="91425" spcFirstLastPara="1" rIns="91425" wrap="square" tIns="45700">
            <a:normAutofit/>
          </a:bodyPr>
          <a:lstStyle/>
          <a:p>
            <a:pPr indent="-342900" lvl="0" marL="342900" rtl="0" algn="just">
              <a:lnSpc>
                <a:spcPct val="100000"/>
              </a:lnSpc>
              <a:spcBef>
                <a:spcPts val="0"/>
              </a:spcBef>
              <a:spcAft>
                <a:spcPts val="0"/>
              </a:spcAft>
              <a:buSzPts val="1600"/>
              <a:buChar char="►"/>
            </a:pPr>
            <a:r>
              <a:rPr lang="en-US"/>
              <a:t>You shall treat as strictly confidential all oral, written or electronic data (whether or not marked or identified as confidential information), including information contained in any manuals or dealings or any information concerning the Company, its finances, transactions or affairs and/or those of the Company’s affiliates/subsidiaries/ associates which may come to your knowledge and/or be imparted/disclosed to you by the Company during the employment (“Confidential Information”) that are not generally accessible and have been supplied by the Company and/or its affiliates/subsidiaries/associates and will use such Confidential Information only for the purpose of performing work assigned to you by the Company.  </a:t>
            </a:r>
            <a:endParaRPr/>
          </a:p>
          <a:p>
            <a:pPr indent="-342900" lvl="0" marL="342900" rtl="0" algn="just">
              <a:lnSpc>
                <a:spcPct val="100000"/>
              </a:lnSpc>
              <a:spcBef>
                <a:spcPts val="1000"/>
              </a:spcBef>
              <a:spcAft>
                <a:spcPts val="0"/>
              </a:spcAft>
              <a:buClr>
                <a:srgbClr val="8AD0D6"/>
              </a:buClr>
              <a:buSzPts val="1600"/>
              <a:buChar char="►"/>
            </a:pPr>
            <a:r>
              <a:rPr lang="en-US"/>
              <a:t> Your salary is extremely confidential information. We would appreciate your commitment towards the confidentiality. Any information indicating that the same has been shared may lead to disciplinary action.</a:t>
            </a:r>
            <a:endParaRPr/>
          </a:p>
          <a:p>
            <a:pPr indent="-241300" lvl="0" marL="342900" rtl="0" algn="just">
              <a:lnSpc>
                <a:spcPct val="100000"/>
              </a:lnSpc>
              <a:spcBef>
                <a:spcPts val="1000"/>
              </a:spcBef>
              <a:spcAft>
                <a:spcPts val="0"/>
              </a:spcAft>
              <a:buClr>
                <a:srgbClr val="8AD0D6"/>
              </a:buClr>
              <a:buSzPts val="1600"/>
              <a:buNone/>
            </a:pPr>
            <a:r>
              <a:t/>
            </a:r>
            <a:endParaRPr/>
          </a:p>
          <a:p>
            <a:pPr indent="-241300" lvl="0" marL="342900" rtl="0" algn="just">
              <a:lnSpc>
                <a:spcPct val="100000"/>
              </a:lnSpc>
              <a:spcBef>
                <a:spcPts val="1000"/>
              </a:spcBef>
              <a:spcAft>
                <a:spcPts val="0"/>
              </a:spcAft>
              <a:buClr>
                <a:srgbClr val="8AD0D6"/>
              </a:buClr>
              <a:buSzPts val="1600"/>
              <a:buNone/>
            </a:pPr>
            <a:r>
              <a:t/>
            </a:r>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8" name="Shape 1318"/>
        <p:cNvGrpSpPr/>
        <p:nvPr/>
      </p:nvGrpSpPr>
      <p:grpSpPr>
        <a:xfrm>
          <a:off x="0" y="0"/>
          <a:ext cx="0" cy="0"/>
          <a:chOff x="0" y="0"/>
          <a:chExt cx="0" cy="0"/>
        </a:xfrm>
      </p:grpSpPr>
      <p:sp>
        <p:nvSpPr>
          <p:cNvPr id="1319" name="Google Shape;1319;p86"/>
          <p:cNvSpPr txBox="1"/>
          <p:nvPr>
            <p:ph type="ctrTitle"/>
          </p:nvPr>
        </p:nvSpPr>
        <p:spPr>
          <a:xfrm>
            <a:off x="1154955" y="1447800"/>
            <a:ext cx="8825658" cy="3329581"/>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lt2"/>
              </a:buClr>
              <a:buSzPts val="7200"/>
              <a:buFont typeface="Century Gothic"/>
              <a:buNone/>
            </a:pPr>
            <a:r>
              <a:rPr lang="en-US"/>
              <a:t>New Requirement to run better way.  </a:t>
            </a:r>
            <a:endParaRPr/>
          </a:p>
        </p:txBody>
      </p:sp>
      <p:sp>
        <p:nvSpPr>
          <p:cNvPr id="1320" name="Google Shape;1320;p86"/>
          <p:cNvSpPr txBox="1"/>
          <p:nvPr>
            <p:ph idx="1" type="subTitle"/>
          </p:nvPr>
        </p:nvSpPr>
        <p:spPr>
          <a:xfrm>
            <a:off x="1154955" y="4777380"/>
            <a:ext cx="8825658" cy="86142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600"/>
              <a:buNone/>
            </a:pPr>
            <a:r>
              <a:t/>
            </a:r>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4" name="Shape 1324"/>
        <p:cNvGrpSpPr/>
        <p:nvPr/>
      </p:nvGrpSpPr>
      <p:grpSpPr>
        <a:xfrm>
          <a:off x="0" y="0"/>
          <a:ext cx="0" cy="0"/>
          <a:chOff x="0" y="0"/>
          <a:chExt cx="0" cy="0"/>
        </a:xfrm>
      </p:grpSpPr>
      <p:sp>
        <p:nvSpPr>
          <p:cNvPr id="1325" name="Google Shape;1325;p87"/>
          <p:cNvSpPr txBox="1"/>
          <p:nvPr>
            <p:ph type="title"/>
          </p:nvPr>
        </p:nvSpPr>
        <p:spPr>
          <a:xfrm>
            <a:off x="646111" y="452718"/>
            <a:ext cx="9404723" cy="140053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lt2"/>
              </a:buClr>
              <a:buSzPts val="4200"/>
              <a:buFont typeface="Century Gothic"/>
              <a:buNone/>
            </a:pPr>
            <a:r>
              <a:rPr lang="en-US"/>
              <a:t>SALES – Sunil Katheria </a:t>
            </a:r>
            <a:endParaRPr/>
          </a:p>
        </p:txBody>
      </p:sp>
      <p:sp>
        <p:nvSpPr>
          <p:cNvPr id="1326" name="Google Shape;1326;p87"/>
          <p:cNvSpPr txBox="1"/>
          <p:nvPr>
            <p:ph idx="1" type="body"/>
          </p:nvPr>
        </p:nvSpPr>
        <p:spPr>
          <a:xfrm>
            <a:off x="553792" y="1905000"/>
            <a:ext cx="4945859" cy="576262"/>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920"/>
              <a:buNone/>
            </a:pPr>
            <a:r>
              <a:rPr lang="en-US"/>
              <a:t>Front End</a:t>
            </a:r>
            <a:endParaRPr/>
          </a:p>
        </p:txBody>
      </p:sp>
      <p:sp>
        <p:nvSpPr>
          <p:cNvPr id="1327" name="Google Shape;1327;p87"/>
          <p:cNvSpPr txBox="1"/>
          <p:nvPr>
            <p:ph idx="2" type="body"/>
          </p:nvPr>
        </p:nvSpPr>
        <p:spPr>
          <a:xfrm>
            <a:off x="450762" y="2514600"/>
            <a:ext cx="5048890" cy="3741738"/>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SzPts val="1440"/>
              <a:buChar char="►"/>
            </a:pPr>
            <a:r>
              <a:rPr lang="en-US"/>
              <a:t>Key Acc – Govt.  - Himanshu – SALES </a:t>
            </a:r>
            <a:endParaRPr/>
          </a:p>
          <a:p>
            <a:pPr indent="-342900" lvl="0" marL="342900" rtl="0" algn="l">
              <a:lnSpc>
                <a:spcPct val="100000"/>
              </a:lnSpc>
              <a:spcBef>
                <a:spcPts val="1000"/>
              </a:spcBef>
              <a:spcAft>
                <a:spcPts val="0"/>
              </a:spcAft>
              <a:buSzPts val="1440"/>
              <a:buChar char="►"/>
            </a:pPr>
            <a:r>
              <a:rPr lang="en-US"/>
              <a:t>Key Acc - 1 corporate( SUNIL ) </a:t>
            </a:r>
            <a:endParaRPr/>
          </a:p>
          <a:p>
            <a:pPr indent="0" lvl="0" marL="0" rtl="0" algn="l">
              <a:lnSpc>
                <a:spcPct val="100000"/>
              </a:lnSpc>
              <a:spcBef>
                <a:spcPts val="1000"/>
              </a:spcBef>
              <a:spcAft>
                <a:spcPts val="0"/>
              </a:spcAft>
              <a:buSzPts val="1440"/>
              <a:buNone/>
            </a:pPr>
            <a:r>
              <a:t/>
            </a:r>
            <a:endParaRPr/>
          </a:p>
          <a:p>
            <a:pPr indent="-251459" lvl="0" marL="342900" rtl="0" algn="l">
              <a:lnSpc>
                <a:spcPct val="100000"/>
              </a:lnSpc>
              <a:spcBef>
                <a:spcPts val="1000"/>
              </a:spcBef>
              <a:spcAft>
                <a:spcPts val="0"/>
              </a:spcAft>
              <a:buSzPts val="1440"/>
              <a:buNone/>
            </a:pPr>
            <a:r>
              <a:t/>
            </a:r>
            <a:endParaRPr/>
          </a:p>
          <a:p>
            <a:pPr indent="-342900" lvl="0" marL="342900" rtl="0" algn="l">
              <a:lnSpc>
                <a:spcPct val="100000"/>
              </a:lnSpc>
              <a:spcBef>
                <a:spcPts val="1000"/>
              </a:spcBef>
              <a:spcAft>
                <a:spcPts val="0"/>
              </a:spcAft>
              <a:buSzPts val="1440"/>
              <a:buChar char="►"/>
            </a:pPr>
            <a:r>
              <a:rPr lang="en-US"/>
              <a:t>Required </a:t>
            </a:r>
            <a:endParaRPr/>
          </a:p>
          <a:p>
            <a:pPr indent="-342900" lvl="0" marL="342900" rtl="0" algn="l">
              <a:lnSpc>
                <a:spcPct val="100000"/>
              </a:lnSpc>
              <a:spcBef>
                <a:spcPts val="1000"/>
              </a:spcBef>
              <a:spcAft>
                <a:spcPts val="0"/>
              </a:spcAft>
              <a:buSzPts val="1440"/>
              <a:buChar char="►"/>
            </a:pPr>
            <a:r>
              <a:rPr lang="en-US"/>
              <a:t>Req –Feld Manger x 4 – different area</a:t>
            </a:r>
            <a:endParaRPr/>
          </a:p>
          <a:p>
            <a:pPr indent="-342900" lvl="0" marL="342900" rtl="0" algn="l">
              <a:lnSpc>
                <a:spcPct val="100000"/>
              </a:lnSpc>
              <a:spcBef>
                <a:spcPts val="1000"/>
              </a:spcBef>
              <a:spcAft>
                <a:spcPts val="0"/>
              </a:spcAft>
              <a:buSzPts val="1440"/>
              <a:buChar char="►"/>
            </a:pPr>
            <a:r>
              <a:rPr lang="en-US"/>
              <a:t>Key acc Corporate – one </a:t>
            </a:r>
            <a:endParaRPr/>
          </a:p>
          <a:p>
            <a:pPr indent="-342900" lvl="0" marL="342900" rtl="0" algn="l">
              <a:lnSpc>
                <a:spcPct val="100000"/>
              </a:lnSpc>
              <a:spcBef>
                <a:spcPts val="1000"/>
              </a:spcBef>
              <a:spcAft>
                <a:spcPts val="0"/>
              </a:spcAft>
              <a:buSzPts val="1440"/>
              <a:buChar char="►"/>
            </a:pPr>
            <a:r>
              <a:rPr lang="en-US"/>
              <a:t>Key acc Manger – News channel</a:t>
            </a:r>
            <a:endParaRPr/>
          </a:p>
          <a:p>
            <a:pPr indent="-251459" lvl="0" marL="342900" rtl="0" algn="l">
              <a:lnSpc>
                <a:spcPct val="100000"/>
              </a:lnSpc>
              <a:spcBef>
                <a:spcPts val="1000"/>
              </a:spcBef>
              <a:spcAft>
                <a:spcPts val="0"/>
              </a:spcAft>
              <a:buSzPts val="1440"/>
              <a:buNone/>
            </a:pPr>
            <a:r>
              <a:t/>
            </a:r>
            <a:endParaRPr/>
          </a:p>
          <a:p>
            <a:pPr indent="-251459" lvl="0" marL="342900" rtl="0" algn="l">
              <a:lnSpc>
                <a:spcPct val="100000"/>
              </a:lnSpc>
              <a:spcBef>
                <a:spcPts val="1000"/>
              </a:spcBef>
              <a:spcAft>
                <a:spcPts val="0"/>
              </a:spcAft>
              <a:buSzPts val="1440"/>
              <a:buNone/>
            </a:pPr>
            <a:r>
              <a:t/>
            </a:r>
            <a:endParaRPr/>
          </a:p>
          <a:p>
            <a:pPr indent="-251459" lvl="0" marL="342900" rtl="0" algn="l">
              <a:lnSpc>
                <a:spcPct val="100000"/>
              </a:lnSpc>
              <a:spcBef>
                <a:spcPts val="1000"/>
              </a:spcBef>
              <a:spcAft>
                <a:spcPts val="0"/>
              </a:spcAft>
              <a:buSzPts val="1440"/>
              <a:buNone/>
            </a:pPr>
            <a:r>
              <a:t/>
            </a:r>
            <a:endParaRPr/>
          </a:p>
        </p:txBody>
      </p:sp>
      <p:sp>
        <p:nvSpPr>
          <p:cNvPr id="1328" name="Google Shape;1328;p87"/>
          <p:cNvSpPr txBox="1"/>
          <p:nvPr>
            <p:ph idx="3" type="body"/>
          </p:nvPr>
        </p:nvSpPr>
        <p:spPr>
          <a:xfrm>
            <a:off x="5654495" y="1905000"/>
            <a:ext cx="4396339" cy="576262"/>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920"/>
              <a:buNone/>
            </a:pPr>
            <a:r>
              <a:rPr lang="en-US"/>
              <a:t>Backend </a:t>
            </a:r>
            <a:endParaRPr/>
          </a:p>
        </p:txBody>
      </p:sp>
      <p:sp>
        <p:nvSpPr>
          <p:cNvPr id="1329" name="Google Shape;1329;p87"/>
          <p:cNvSpPr txBox="1"/>
          <p:nvPr>
            <p:ph idx="4" type="body"/>
          </p:nvPr>
        </p:nvSpPr>
        <p:spPr>
          <a:xfrm>
            <a:off x="5654495" y="2514600"/>
            <a:ext cx="4396339" cy="3741738"/>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SzPts val="1440"/>
              <a:buChar char="►"/>
            </a:pPr>
            <a:r>
              <a:rPr lang="en-US"/>
              <a:t>Presales Project – Mohit – one More</a:t>
            </a:r>
            <a:endParaRPr/>
          </a:p>
          <a:p>
            <a:pPr indent="-342900" lvl="0" marL="342900" rtl="0" algn="l">
              <a:lnSpc>
                <a:spcPct val="100000"/>
              </a:lnSpc>
              <a:spcBef>
                <a:spcPts val="1000"/>
              </a:spcBef>
              <a:spcAft>
                <a:spcPts val="0"/>
              </a:spcAft>
              <a:buSzPts val="1440"/>
              <a:buChar char="►"/>
            </a:pPr>
            <a:r>
              <a:rPr lang="en-US"/>
              <a:t>Auto cad x 1 – we have – need one </a:t>
            </a:r>
            <a:endParaRPr/>
          </a:p>
          <a:p>
            <a:pPr indent="-342900" lvl="0" marL="342900" rtl="0" algn="l">
              <a:lnSpc>
                <a:spcPct val="100000"/>
              </a:lnSpc>
              <a:spcBef>
                <a:spcPts val="1000"/>
              </a:spcBef>
              <a:spcAft>
                <a:spcPts val="0"/>
              </a:spcAft>
              <a:buSzPts val="1440"/>
              <a:buChar char="►"/>
            </a:pPr>
            <a:r>
              <a:rPr lang="en-US"/>
              <a:t>Backend coordinator  - SHWETA </a:t>
            </a:r>
            <a:endParaRPr/>
          </a:p>
          <a:p>
            <a:pPr indent="-251459" lvl="0" marL="342900" rtl="0" algn="l">
              <a:lnSpc>
                <a:spcPct val="100000"/>
              </a:lnSpc>
              <a:spcBef>
                <a:spcPts val="1000"/>
              </a:spcBef>
              <a:spcAft>
                <a:spcPts val="0"/>
              </a:spcAft>
              <a:buSzPts val="1440"/>
              <a:buNone/>
            </a:pPr>
            <a:r>
              <a:t/>
            </a:r>
            <a:endParaRPr/>
          </a:p>
          <a:p>
            <a:pPr indent="-342900" lvl="0" marL="342900" rtl="0" algn="l">
              <a:lnSpc>
                <a:spcPct val="100000"/>
              </a:lnSpc>
              <a:spcBef>
                <a:spcPts val="1000"/>
              </a:spcBef>
              <a:spcAft>
                <a:spcPts val="0"/>
              </a:spcAft>
              <a:buSzPts val="1440"/>
              <a:buChar char="►"/>
            </a:pPr>
            <a:r>
              <a:rPr lang="en-US"/>
              <a:t>Required </a:t>
            </a:r>
            <a:endParaRPr/>
          </a:p>
          <a:p>
            <a:pPr indent="-342900" lvl="0" marL="342900" rtl="0" algn="l">
              <a:lnSpc>
                <a:spcPct val="100000"/>
              </a:lnSpc>
              <a:spcBef>
                <a:spcPts val="1000"/>
              </a:spcBef>
              <a:spcAft>
                <a:spcPts val="0"/>
              </a:spcAft>
              <a:buSzPts val="1440"/>
              <a:buChar char="►"/>
            </a:pPr>
            <a:r>
              <a:rPr lang="en-US"/>
              <a:t>GEM X 1 Backend  </a:t>
            </a:r>
            <a:endParaRPr/>
          </a:p>
          <a:p>
            <a:pPr indent="-342900" lvl="0" marL="342900" rtl="0" algn="l">
              <a:lnSpc>
                <a:spcPct val="100000"/>
              </a:lnSpc>
              <a:spcBef>
                <a:spcPts val="1000"/>
              </a:spcBef>
              <a:spcAft>
                <a:spcPts val="0"/>
              </a:spcAft>
              <a:buSzPts val="1440"/>
              <a:buChar char="►"/>
            </a:pPr>
            <a:r>
              <a:rPr lang="en-US"/>
              <a:t>Backend  x 1 Boy </a:t>
            </a:r>
            <a:endParaRPr/>
          </a:p>
          <a:p>
            <a:pPr indent="-251459" lvl="0" marL="342900" rtl="0" algn="l">
              <a:lnSpc>
                <a:spcPct val="100000"/>
              </a:lnSpc>
              <a:spcBef>
                <a:spcPts val="1000"/>
              </a:spcBef>
              <a:spcAft>
                <a:spcPts val="0"/>
              </a:spcAft>
              <a:buSzPts val="1440"/>
              <a:buNone/>
            </a:pPr>
            <a:r>
              <a:t/>
            </a:r>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3" name="Shape 1333"/>
        <p:cNvGrpSpPr/>
        <p:nvPr/>
      </p:nvGrpSpPr>
      <p:grpSpPr>
        <a:xfrm>
          <a:off x="0" y="0"/>
          <a:ext cx="0" cy="0"/>
          <a:chOff x="0" y="0"/>
          <a:chExt cx="0" cy="0"/>
        </a:xfrm>
      </p:grpSpPr>
      <p:sp>
        <p:nvSpPr>
          <p:cNvPr id="1334" name="Google Shape;1334;p88"/>
          <p:cNvSpPr txBox="1"/>
          <p:nvPr>
            <p:ph type="title"/>
          </p:nvPr>
        </p:nvSpPr>
        <p:spPr>
          <a:xfrm>
            <a:off x="646111" y="452718"/>
            <a:ext cx="9404723" cy="140053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lt2"/>
              </a:buClr>
              <a:buSzPts val="4200"/>
              <a:buFont typeface="Century Gothic"/>
              <a:buNone/>
            </a:pPr>
            <a:r>
              <a:rPr lang="en-US"/>
              <a:t>Existing and required in Sale and service department only </a:t>
            </a:r>
            <a:endParaRPr/>
          </a:p>
        </p:txBody>
      </p:sp>
      <p:sp>
        <p:nvSpPr>
          <p:cNvPr id="1335" name="Google Shape;1335;p88"/>
          <p:cNvSpPr txBox="1"/>
          <p:nvPr>
            <p:ph idx="1" type="body"/>
          </p:nvPr>
        </p:nvSpPr>
        <p:spPr>
          <a:xfrm>
            <a:off x="1103313" y="1905000"/>
            <a:ext cx="4396338" cy="576262"/>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920"/>
              <a:buNone/>
            </a:pPr>
            <a:r>
              <a:rPr lang="en-US"/>
              <a:t>Sales Head </a:t>
            </a:r>
            <a:endParaRPr/>
          </a:p>
        </p:txBody>
      </p:sp>
      <p:sp>
        <p:nvSpPr>
          <p:cNvPr id="1336" name="Google Shape;1336;p88"/>
          <p:cNvSpPr txBox="1"/>
          <p:nvPr>
            <p:ph idx="2" type="body"/>
          </p:nvPr>
        </p:nvSpPr>
        <p:spPr>
          <a:xfrm>
            <a:off x="257578" y="2514600"/>
            <a:ext cx="5242074" cy="3741738"/>
          </a:xfrm>
          <a:prstGeom prst="rect">
            <a:avLst/>
          </a:prstGeom>
          <a:noFill/>
          <a:ln>
            <a:noFill/>
          </a:ln>
        </p:spPr>
        <p:txBody>
          <a:bodyPr anchorCtr="0" anchor="t" bIns="45700" lIns="91425" spcFirstLastPara="1" rIns="91425" wrap="square" tIns="45700">
            <a:normAutofit lnSpcReduction="10000"/>
          </a:bodyPr>
          <a:lstStyle/>
          <a:p>
            <a:pPr indent="-342900" lvl="0" marL="342900" rtl="0" algn="l">
              <a:lnSpc>
                <a:spcPct val="100000"/>
              </a:lnSpc>
              <a:spcBef>
                <a:spcPts val="0"/>
              </a:spcBef>
              <a:spcAft>
                <a:spcPts val="0"/>
              </a:spcAft>
              <a:buSzPts val="1440"/>
              <a:buChar char="►"/>
            </a:pPr>
            <a:r>
              <a:rPr lang="en-US"/>
              <a:t>Project manger x 1 (need 1 more)</a:t>
            </a:r>
            <a:endParaRPr/>
          </a:p>
          <a:p>
            <a:pPr indent="-342900" lvl="0" marL="342900" rtl="0" algn="l">
              <a:lnSpc>
                <a:spcPct val="100000"/>
              </a:lnSpc>
              <a:spcBef>
                <a:spcPts val="1000"/>
              </a:spcBef>
              <a:spcAft>
                <a:spcPts val="0"/>
              </a:spcAft>
              <a:buSzPts val="1440"/>
              <a:buChar char="►"/>
            </a:pPr>
            <a:r>
              <a:rPr lang="en-US"/>
              <a:t>Field Manger x (need 4)</a:t>
            </a:r>
            <a:endParaRPr/>
          </a:p>
          <a:p>
            <a:pPr indent="-342900" lvl="0" marL="342900" rtl="0" algn="l">
              <a:lnSpc>
                <a:spcPct val="100000"/>
              </a:lnSpc>
              <a:spcBef>
                <a:spcPts val="1000"/>
              </a:spcBef>
              <a:spcAft>
                <a:spcPts val="0"/>
              </a:spcAft>
              <a:buSzPts val="1440"/>
              <a:buChar char="►"/>
            </a:pPr>
            <a:r>
              <a:rPr lang="en-US"/>
              <a:t>Backend coordinator x 2 we have</a:t>
            </a:r>
            <a:endParaRPr/>
          </a:p>
          <a:p>
            <a:pPr indent="-342900" lvl="0" marL="342900" rtl="0" algn="l">
              <a:lnSpc>
                <a:spcPct val="100000"/>
              </a:lnSpc>
              <a:spcBef>
                <a:spcPts val="1000"/>
              </a:spcBef>
              <a:spcAft>
                <a:spcPts val="0"/>
              </a:spcAft>
              <a:buSzPts val="1440"/>
              <a:buChar char="►"/>
            </a:pPr>
            <a:r>
              <a:rPr lang="en-US"/>
              <a:t>Auto cad x 1 – we have </a:t>
            </a:r>
            <a:endParaRPr/>
          </a:p>
          <a:p>
            <a:pPr indent="-342900" lvl="0" marL="342900" rtl="0" algn="l">
              <a:lnSpc>
                <a:spcPct val="100000"/>
              </a:lnSpc>
              <a:spcBef>
                <a:spcPts val="1000"/>
              </a:spcBef>
              <a:spcAft>
                <a:spcPts val="0"/>
              </a:spcAft>
              <a:buSzPts val="1440"/>
              <a:buChar char="►"/>
            </a:pPr>
            <a:r>
              <a:rPr lang="en-US"/>
              <a:t>Key acc Sales Manger x 1 corporate - need</a:t>
            </a:r>
            <a:endParaRPr/>
          </a:p>
          <a:p>
            <a:pPr indent="-342900" lvl="0" marL="342900" rtl="0" algn="l">
              <a:lnSpc>
                <a:spcPct val="100000"/>
              </a:lnSpc>
              <a:spcBef>
                <a:spcPts val="1000"/>
              </a:spcBef>
              <a:spcAft>
                <a:spcPts val="0"/>
              </a:spcAft>
              <a:buSzPts val="1440"/>
              <a:buChar char="►"/>
            </a:pPr>
            <a:r>
              <a:rPr lang="en-US"/>
              <a:t>Key acc Sales Manger x 1 Govt -</a:t>
            </a:r>
            <a:endParaRPr/>
          </a:p>
          <a:p>
            <a:pPr indent="-342900" lvl="0" marL="342900" rtl="0" algn="l">
              <a:lnSpc>
                <a:spcPct val="100000"/>
              </a:lnSpc>
              <a:spcBef>
                <a:spcPts val="1000"/>
              </a:spcBef>
              <a:spcAft>
                <a:spcPts val="0"/>
              </a:spcAft>
              <a:buSzPts val="1440"/>
              <a:buChar char="►"/>
            </a:pPr>
            <a:r>
              <a:rPr lang="en-US"/>
              <a:t>GEM X 1 Backend  - Need</a:t>
            </a:r>
            <a:endParaRPr/>
          </a:p>
          <a:p>
            <a:pPr indent="0" lvl="0" marL="0" rtl="0" algn="l">
              <a:lnSpc>
                <a:spcPct val="100000"/>
              </a:lnSpc>
              <a:spcBef>
                <a:spcPts val="1000"/>
              </a:spcBef>
              <a:spcAft>
                <a:spcPts val="0"/>
              </a:spcAft>
              <a:buSzPts val="1440"/>
              <a:buNone/>
            </a:pPr>
            <a:r>
              <a:t/>
            </a:r>
            <a:endParaRPr/>
          </a:p>
          <a:p>
            <a:pPr indent="-251459" lvl="0" marL="342900" rtl="0" algn="l">
              <a:lnSpc>
                <a:spcPct val="100000"/>
              </a:lnSpc>
              <a:spcBef>
                <a:spcPts val="1000"/>
              </a:spcBef>
              <a:spcAft>
                <a:spcPts val="0"/>
              </a:spcAft>
              <a:buSzPts val="1440"/>
              <a:buNone/>
            </a:pPr>
            <a:r>
              <a:t/>
            </a:r>
            <a:endParaRPr/>
          </a:p>
        </p:txBody>
      </p:sp>
      <p:sp>
        <p:nvSpPr>
          <p:cNvPr id="1337" name="Google Shape;1337;p88"/>
          <p:cNvSpPr txBox="1"/>
          <p:nvPr>
            <p:ph idx="3" type="body"/>
          </p:nvPr>
        </p:nvSpPr>
        <p:spPr>
          <a:xfrm>
            <a:off x="5654495" y="1905000"/>
            <a:ext cx="4396339" cy="576262"/>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920"/>
              <a:buNone/>
            </a:pPr>
            <a:r>
              <a:rPr lang="en-US"/>
              <a:t>Service Head</a:t>
            </a:r>
            <a:endParaRPr/>
          </a:p>
        </p:txBody>
      </p:sp>
      <p:sp>
        <p:nvSpPr>
          <p:cNvPr id="1338" name="Google Shape;1338;p88"/>
          <p:cNvSpPr txBox="1"/>
          <p:nvPr>
            <p:ph idx="4" type="body"/>
          </p:nvPr>
        </p:nvSpPr>
        <p:spPr>
          <a:xfrm>
            <a:off x="5654495" y="2514600"/>
            <a:ext cx="4396339" cy="3741738"/>
          </a:xfrm>
          <a:prstGeom prst="rect">
            <a:avLst/>
          </a:prstGeom>
          <a:noFill/>
          <a:ln>
            <a:noFill/>
          </a:ln>
        </p:spPr>
        <p:txBody>
          <a:bodyPr anchorCtr="0" anchor="t" bIns="45700" lIns="91425" spcFirstLastPara="1" rIns="91425" wrap="square" tIns="45700">
            <a:normAutofit lnSpcReduction="20000"/>
          </a:bodyPr>
          <a:lstStyle/>
          <a:p>
            <a:pPr indent="-342900" lvl="0" marL="342900" rtl="0" algn="l">
              <a:lnSpc>
                <a:spcPct val="100000"/>
              </a:lnSpc>
              <a:spcBef>
                <a:spcPts val="0"/>
              </a:spcBef>
              <a:spcAft>
                <a:spcPts val="0"/>
              </a:spcAft>
              <a:buSzPts val="1440"/>
              <a:buChar char="►"/>
            </a:pPr>
            <a:r>
              <a:rPr lang="en-US"/>
              <a:t>Project/Installation Manger - RAVI / Kuldeep</a:t>
            </a:r>
            <a:endParaRPr/>
          </a:p>
          <a:p>
            <a:pPr indent="-342900" lvl="0" marL="342900" rtl="0" algn="l">
              <a:lnSpc>
                <a:spcPct val="100000"/>
              </a:lnSpc>
              <a:spcBef>
                <a:spcPts val="1000"/>
              </a:spcBef>
              <a:spcAft>
                <a:spcPts val="0"/>
              </a:spcAft>
              <a:buSzPts val="1440"/>
              <a:buChar char="►"/>
            </a:pPr>
            <a:r>
              <a:rPr lang="en-US"/>
              <a:t>Site engineer x 1 (need 3 more)</a:t>
            </a:r>
            <a:endParaRPr/>
          </a:p>
          <a:p>
            <a:pPr indent="-342900" lvl="0" marL="342900" rtl="0" algn="l">
              <a:lnSpc>
                <a:spcPct val="100000"/>
              </a:lnSpc>
              <a:spcBef>
                <a:spcPts val="1000"/>
              </a:spcBef>
              <a:spcAft>
                <a:spcPts val="0"/>
              </a:spcAft>
              <a:buSzPts val="1440"/>
              <a:buChar char="►"/>
            </a:pPr>
            <a:r>
              <a:rPr lang="en-US"/>
              <a:t>Electrician x 3 ( need one more)</a:t>
            </a:r>
            <a:endParaRPr/>
          </a:p>
          <a:p>
            <a:pPr indent="-251459" lvl="0" marL="342900" rtl="0" algn="l">
              <a:lnSpc>
                <a:spcPct val="100000"/>
              </a:lnSpc>
              <a:spcBef>
                <a:spcPts val="1000"/>
              </a:spcBef>
              <a:spcAft>
                <a:spcPts val="0"/>
              </a:spcAft>
              <a:buSzPts val="1440"/>
              <a:buNone/>
            </a:pPr>
            <a:r>
              <a:t/>
            </a:r>
            <a:endParaRPr/>
          </a:p>
          <a:p>
            <a:pPr indent="-251459" lvl="0" marL="342900" rtl="0" algn="l">
              <a:lnSpc>
                <a:spcPct val="100000"/>
              </a:lnSpc>
              <a:spcBef>
                <a:spcPts val="1000"/>
              </a:spcBef>
              <a:spcAft>
                <a:spcPts val="0"/>
              </a:spcAft>
              <a:buSzPts val="1440"/>
              <a:buNone/>
            </a:pPr>
            <a:r>
              <a:t/>
            </a:r>
            <a:endParaRPr/>
          </a:p>
          <a:p>
            <a:pPr indent="-342900" lvl="0" marL="342900" rtl="0" algn="l">
              <a:lnSpc>
                <a:spcPct val="100000"/>
              </a:lnSpc>
              <a:spcBef>
                <a:spcPts val="1000"/>
              </a:spcBef>
              <a:spcAft>
                <a:spcPts val="0"/>
              </a:spcAft>
              <a:buSzPts val="1440"/>
              <a:buChar char="►"/>
            </a:pPr>
            <a:r>
              <a:rPr lang="en-US"/>
              <a:t>AMC X 1 - RAVI</a:t>
            </a:r>
            <a:endParaRPr/>
          </a:p>
          <a:p>
            <a:pPr indent="-251459" lvl="0" marL="342900" rtl="0" algn="l">
              <a:lnSpc>
                <a:spcPct val="100000"/>
              </a:lnSpc>
              <a:spcBef>
                <a:spcPts val="1000"/>
              </a:spcBef>
              <a:spcAft>
                <a:spcPts val="0"/>
              </a:spcAft>
              <a:buSzPts val="1440"/>
              <a:buNone/>
            </a:pPr>
            <a:r>
              <a:t/>
            </a:r>
            <a:endParaRPr/>
          </a:p>
          <a:p>
            <a:pPr indent="-342900" lvl="0" marL="342900" rtl="0" algn="l">
              <a:lnSpc>
                <a:spcPct val="100000"/>
              </a:lnSpc>
              <a:spcBef>
                <a:spcPts val="1000"/>
              </a:spcBef>
              <a:spcAft>
                <a:spcPts val="0"/>
              </a:spcAft>
              <a:buSzPts val="1440"/>
              <a:buChar char="►"/>
            </a:pPr>
            <a:r>
              <a:rPr lang="en-US"/>
              <a:t>Repair x 1 - shiv</a:t>
            </a:r>
            <a:endParaRPr/>
          </a:p>
          <a:p>
            <a:pPr indent="-251459" lvl="0" marL="342900" rtl="0" algn="l">
              <a:lnSpc>
                <a:spcPct val="100000"/>
              </a:lnSpc>
              <a:spcBef>
                <a:spcPts val="1000"/>
              </a:spcBef>
              <a:spcAft>
                <a:spcPts val="0"/>
              </a:spcAft>
              <a:buSzPts val="1440"/>
              <a:buNone/>
            </a:pPr>
            <a:r>
              <a:t/>
            </a:r>
            <a:endParaRPr/>
          </a:p>
          <a:p>
            <a:pPr indent="-251459" lvl="0" marL="342900" rtl="0" algn="l">
              <a:lnSpc>
                <a:spcPct val="100000"/>
              </a:lnSpc>
              <a:spcBef>
                <a:spcPts val="1000"/>
              </a:spcBef>
              <a:spcAft>
                <a:spcPts val="0"/>
              </a:spcAft>
              <a:buSzPts val="1440"/>
              <a:buNone/>
            </a:pPr>
            <a:r>
              <a:t/>
            </a:r>
            <a:endParaRPr/>
          </a:p>
        </p:txBody>
      </p:sp>
      <p:sp>
        <p:nvSpPr>
          <p:cNvPr id="1339" name="Google Shape;1339;p88"/>
          <p:cNvSpPr/>
          <p:nvPr/>
        </p:nvSpPr>
        <p:spPr>
          <a:xfrm>
            <a:off x="8495025" y="4184415"/>
            <a:ext cx="811325" cy="1344300"/>
          </a:xfrm>
          <a:custGeom>
            <a:rect b="b" l="l" r="r" t="t"/>
            <a:pathLst>
              <a:path extrusionOk="0" h="53772" w="32453">
                <a:moveTo>
                  <a:pt x="19630" y="40599"/>
                </a:moveTo>
                <a:cubicBezTo>
                  <a:pt x="26542" y="29289"/>
                  <a:pt x="30892" y="7825"/>
                  <a:pt x="19630" y="835"/>
                </a:cubicBezTo>
                <a:cubicBezTo>
                  <a:pt x="11187" y="-4406"/>
                  <a:pt x="10066" y="20738"/>
                  <a:pt x="13590" y="30029"/>
                </a:cubicBezTo>
                <a:cubicBezTo>
                  <a:pt x="16620" y="38016"/>
                  <a:pt x="36186" y="40874"/>
                  <a:pt x="31710" y="48149"/>
                </a:cubicBezTo>
                <a:cubicBezTo>
                  <a:pt x="26171" y="57152"/>
                  <a:pt x="8891" y="53865"/>
                  <a:pt x="0" y="48149"/>
                </a:cubicBezTo>
              </a:path>
            </a:pathLst>
          </a:cu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3" name="Shape 1343"/>
        <p:cNvGrpSpPr/>
        <p:nvPr/>
      </p:nvGrpSpPr>
      <p:grpSpPr>
        <a:xfrm>
          <a:off x="0" y="0"/>
          <a:ext cx="0" cy="0"/>
          <a:chOff x="0" y="0"/>
          <a:chExt cx="0" cy="0"/>
        </a:xfrm>
      </p:grpSpPr>
      <p:sp>
        <p:nvSpPr>
          <p:cNvPr id="1344" name="Google Shape;1344;p89"/>
          <p:cNvSpPr txBox="1"/>
          <p:nvPr>
            <p:ph type="title"/>
          </p:nvPr>
        </p:nvSpPr>
        <p:spPr>
          <a:xfrm>
            <a:off x="646111" y="452718"/>
            <a:ext cx="9404723" cy="140053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lt2"/>
              </a:buClr>
              <a:buSzPts val="4200"/>
              <a:buFont typeface="Century Gothic"/>
              <a:buNone/>
            </a:pPr>
            <a:r>
              <a:t/>
            </a:r>
            <a:endParaRPr/>
          </a:p>
        </p:txBody>
      </p:sp>
      <p:sp>
        <p:nvSpPr>
          <p:cNvPr id="1345" name="Google Shape;1345;p89"/>
          <p:cNvSpPr txBox="1"/>
          <p:nvPr>
            <p:ph idx="1" type="body"/>
          </p:nvPr>
        </p:nvSpPr>
        <p:spPr>
          <a:xfrm>
            <a:off x="1103313" y="1905000"/>
            <a:ext cx="4396338" cy="576262"/>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920"/>
              <a:buNone/>
            </a:pPr>
            <a:r>
              <a:t/>
            </a:r>
            <a:endParaRPr/>
          </a:p>
        </p:txBody>
      </p:sp>
      <p:sp>
        <p:nvSpPr>
          <p:cNvPr id="1346" name="Google Shape;1346;p89"/>
          <p:cNvSpPr txBox="1"/>
          <p:nvPr>
            <p:ph idx="2" type="body"/>
          </p:nvPr>
        </p:nvSpPr>
        <p:spPr>
          <a:xfrm>
            <a:off x="1103312" y="2514600"/>
            <a:ext cx="4396339" cy="3741738"/>
          </a:xfrm>
          <a:prstGeom prst="rect">
            <a:avLst/>
          </a:prstGeom>
          <a:noFill/>
          <a:ln>
            <a:noFill/>
          </a:ln>
        </p:spPr>
        <p:txBody>
          <a:bodyPr anchorCtr="0" anchor="t" bIns="45700" lIns="91425" spcFirstLastPara="1" rIns="91425" wrap="square" tIns="45700">
            <a:normAutofit/>
          </a:bodyPr>
          <a:lstStyle/>
          <a:p>
            <a:pPr indent="-251459" lvl="0" marL="342900" rtl="0" algn="l">
              <a:lnSpc>
                <a:spcPct val="100000"/>
              </a:lnSpc>
              <a:spcBef>
                <a:spcPts val="0"/>
              </a:spcBef>
              <a:spcAft>
                <a:spcPts val="0"/>
              </a:spcAft>
              <a:buSzPts val="1440"/>
              <a:buNone/>
            </a:pPr>
            <a:r>
              <a:t/>
            </a:r>
            <a:endParaRPr/>
          </a:p>
        </p:txBody>
      </p:sp>
      <p:sp>
        <p:nvSpPr>
          <p:cNvPr id="1347" name="Google Shape;1347;p89"/>
          <p:cNvSpPr txBox="1"/>
          <p:nvPr>
            <p:ph idx="3" type="body"/>
          </p:nvPr>
        </p:nvSpPr>
        <p:spPr>
          <a:xfrm>
            <a:off x="5654495" y="1905000"/>
            <a:ext cx="4396339" cy="576262"/>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920"/>
              <a:buNone/>
            </a:pPr>
            <a:r>
              <a:t/>
            </a:r>
            <a:endParaRPr/>
          </a:p>
        </p:txBody>
      </p:sp>
      <p:sp>
        <p:nvSpPr>
          <p:cNvPr id="1348" name="Google Shape;1348;p89"/>
          <p:cNvSpPr txBox="1"/>
          <p:nvPr>
            <p:ph idx="4" type="body"/>
          </p:nvPr>
        </p:nvSpPr>
        <p:spPr>
          <a:xfrm>
            <a:off x="5654495" y="2514600"/>
            <a:ext cx="4396339" cy="3741738"/>
          </a:xfrm>
          <a:prstGeom prst="rect">
            <a:avLst/>
          </a:prstGeom>
          <a:noFill/>
          <a:ln>
            <a:noFill/>
          </a:ln>
        </p:spPr>
        <p:txBody>
          <a:bodyPr anchorCtr="0" anchor="t" bIns="45700" lIns="91425" spcFirstLastPara="1" rIns="91425" wrap="square" tIns="45700">
            <a:normAutofit/>
          </a:bodyPr>
          <a:lstStyle/>
          <a:p>
            <a:pPr indent="-251459" lvl="0" marL="342900" rtl="0" algn="l">
              <a:lnSpc>
                <a:spcPct val="100000"/>
              </a:lnSpc>
              <a:spcBef>
                <a:spcPts val="0"/>
              </a:spcBef>
              <a:spcAft>
                <a:spcPts val="0"/>
              </a:spcAft>
              <a:buSzPts val="1440"/>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Ion">
  <a:themeElements>
    <a:clrScheme name="Ion">
      <a:dk1>
        <a:srgbClr val="000000"/>
      </a:dk1>
      <a:lt1>
        <a:srgbClr val="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2021-05-21T12:00:07Z</dcterms:created>
  <dc:creator>HP ELITEBOOK 810 G3</dc:creator>
</cp:coreProperties>
</file>